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26.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 id="2147483664" r:id="rId3"/>
    <p:sldMasterId id="2147483680" r:id="rId4"/>
    <p:sldMasterId id="2147483696" r:id="rId5"/>
    <p:sldMasterId id="2147483712" r:id="rId6"/>
    <p:sldMasterId id="2147483728" r:id="rId7"/>
    <p:sldMasterId id="2147483744" r:id="rId8"/>
    <p:sldMasterId id="2147483760" r:id="rId9"/>
    <p:sldMasterId id="2147483776" r:id="rId10"/>
    <p:sldMasterId id="2147483792" r:id="rId11"/>
    <p:sldMasterId id="2147483808" r:id="rId12"/>
    <p:sldMasterId id="2147483824" r:id="rId13"/>
    <p:sldMasterId id="2147483840" r:id="rId14"/>
    <p:sldMasterId id="2147483856" r:id="rId15"/>
    <p:sldMasterId id="2147483872" r:id="rId16"/>
    <p:sldMasterId id="2147483888" r:id="rId17"/>
    <p:sldMasterId id="2147483904" r:id="rId18"/>
    <p:sldMasterId id="2147483920" r:id="rId19"/>
    <p:sldMasterId id="2147483936" r:id="rId20"/>
    <p:sldMasterId id="2147483952" r:id="rId21"/>
    <p:sldMasterId id="2147483968" r:id="rId22"/>
    <p:sldMasterId id="2147483984" r:id="rId23"/>
    <p:sldMasterId id="2147484000" r:id="rId24"/>
    <p:sldMasterId id="2147484016" r:id="rId25"/>
    <p:sldMasterId id="2147484032" r:id="rId26"/>
  </p:sldMasterIdLst>
  <p:notesMasterIdLst>
    <p:notesMasterId r:id="rId28"/>
  </p:notesMasterIdLst>
  <p:sldIdLst>
    <p:sldId id="256" r:id="rId27"/>
    <p:sldId id="16766325" r:id="rId29"/>
    <p:sldId id="16766352" r:id="rId30"/>
    <p:sldId id="16766353" r:id="rId31"/>
    <p:sldId id="16766360" r:id="rId32"/>
    <p:sldId id="16766354" r:id="rId33"/>
    <p:sldId id="16766355" r:id="rId34"/>
    <p:sldId id="16766348" r:id="rId35"/>
    <p:sldId id="16766356" r:id="rId36"/>
    <p:sldId id="16766357" r:id="rId37"/>
    <p:sldId id="16766358" r:id="rId38"/>
    <p:sldId id="16766359" r:id="rId39"/>
    <p:sldId id="16766349" r:id="rId40"/>
    <p:sldId id="16766363" r:id="rId41"/>
    <p:sldId id="16766364" r:id="rId42"/>
    <p:sldId id="16766366" r:id="rId43"/>
    <p:sldId id="16766350" r:id="rId44"/>
    <p:sldId id="16766361" r:id="rId45"/>
    <p:sldId id="16766362" r:id="rId46"/>
    <p:sldId id="258" r:id="rId47"/>
  </p:sldIdLst>
  <p:sldSz cx="12192000" cy="6858000"/>
  <p:notesSz cx="6858000" cy="9144000"/>
  <p:custDataLst>
    <p:tags r:id="rId5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33FF"/>
    <a:srgbClr val="FF00FF"/>
    <a:srgbClr val="D10034"/>
    <a:srgbClr val="002F75"/>
    <a:srgbClr val="D00034"/>
    <a:srgbClr val="002F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300" y="-2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1" Type="http://schemas.openxmlformats.org/officeDocument/2006/relationships/tags" Target="tags/tag73.xml"/><Relationship Id="rId50" Type="http://schemas.openxmlformats.org/officeDocument/2006/relationships/tableStyles" Target="tableStyles.xml"/><Relationship Id="rId5" Type="http://schemas.openxmlformats.org/officeDocument/2006/relationships/slideMaster" Target="slideMasters/slideMaster4.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slide" Target="slides/slide20.xml"/><Relationship Id="rId46" Type="http://schemas.openxmlformats.org/officeDocument/2006/relationships/slide" Target="slides/slide19.xml"/><Relationship Id="rId45" Type="http://schemas.openxmlformats.org/officeDocument/2006/relationships/slide" Target="slides/slide18.xml"/><Relationship Id="rId44" Type="http://schemas.openxmlformats.org/officeDocument/2006/relationships/slide" Target="slides/slide17.xml"/><Relationship Id="rId43" Type="http://schemas.openxmlformats.org/officeDocument/2006/relationships/slide" Target="slides/slide16.xml"/><Relationship Id="rId42" Type="http://schemas.openxmlformats.org/officeDocument/2006/relationships/slide" Target="slides/slide15.xml"/><Relationship Id="rId41" Type="http://schemas.openxmlformats.org/officeDocument/2006/relationships/slide" Target="slides/slide14.xml"/><Relationship Id="rId40" Type="http://schemas.openxmlformats.org/officeDocument/2006/relationships/slide" Target="slides/slide13.xml"/><Relationship Id="rId4" Type="http://schemas.openxmlformats.org/officeDocument/2006/relationships/slideMaster" Target="slideMasters/slideMaster3.xml"/><Relationship Id="rId39" Type="http://schemas.openxmlformats.org/officeDocument/2006/relationships/slide" Target="slides/slide12.xml"/><Relationship Id="rId38" Type="http://schemas.openxmlformats.org/officeDocument/2006/relationships/slide" Target="slides/slide11.xml"/><Relationship Id="rId37" Type="http://schemas.openxmlformats.org/officeDocument/2006/relationships/slide" Target="slides/slide10.xml"/><Relationship Id="rId36" Type="http://schemas.openxmlformats.org/officeDocument/2006/relationships/slide" Target="slides/slide9.xml"/><Relationship Id="rId35" Type="http://schemas.openxmlformats.org/officeDocument/2006/relationships/slide" Target="slides/slide8.xml"/><Relationship Id="rId34" Type="http://schemas.openxmlformats.org/officeDocument/2006/relationships/slide" Target="slides/slide7.xml"/><Relationship Id="rId33" Type="http://schemas.openxmlformats.org/officeDocument/2006/relationships/slide" Target="slides/slide6.xml"/><Relationship Id="rId32" Type="http://schemas.openxmlformats.org/officeDocument/2006/relationships/slide" Target="slides/slide5.xml"/><Relationship Id="rId31" Type="http://schemas.openxmlformats.org/officeDocument/2006/relationships/slide" Target="slides/slide4.xml"/><Relationship Id="rId30" Type="http://schemas.openxmlformats.org/officeDocument/2006/relationships/slide" Target="slides/slide3.xml"/><Relationship Id="rId3" Type="http://schemas.openxmlformats.org/officeDocument/2006/relationships/slideMaster" Target="slideMasters/slideMaster2.xml"/><Relationship Id="rId29" Type="http://schemas.openxmlformats.org/officeDocument/2006/relationships/slide" Target="slides/slide2.xml"/><Relationship Id="rId28" Type="http://schemas.openxmlformats.org/officeDocument/2006/relationships/notesMaster" Target="notesMasters/notesMaster1.xml"/><Relationship Id="rId27" Type="http://schemas.openxmlformats.org/officeDocument/2006/relationships/slide" Target="slides/slide1.xml"/><Relationship Id="rId26" Type="http://schemas.openxmlformats.org/officeDocument/2006/relationships/slideMaster" Target="slideMasters/slideMaster25.xml"/><Relationship Id="rId25" Type="http://schemas.openxmlformats.org/officeDocument/2006/relationships/slideMaster" Target="slideMasters/slideMaster24.xml"/><Relationship Id="rId24" Type="http://schemas.openxmlformats.org/officeDocument/2006/relationships/slideMaster" Target="slideMasters/slideMaster23.xml"/><Relationship Id="rId23" Type="http://schemas.openxmlformats.org/officeDocument/2006/relationships/slideMaster" Target="slideMasters/slideMaster22.xml"/><Relationship Id="rId22" Type="http://schemas.openxmlformats.org/officeDocument/2006/relationships/slideMaster" Target="slideMasters/slideMaster21.xml"/><Relationship Id="rId21" Type="http://schemas.openxmlformats.org/officeDocument/2006/relationships/slideMaster" Target="slideMasters/slideMaster20.xml"/><Relationship Id="rId20" Type="http://schemas.openxmlformats.org/officeDocument/2006/relationships/slideMaster" Target="slideMasters/slideMaster19.xml"/><Relationship Id="rId2" Type="http://schemas.openxmlformats.org/officeDocument/2006/relationships/theme" Target="theme/theme1.xml"/><Relationship Id="rId19" Type="http://schemas.openxmlformats.org/officeDocument/2006/relationships/slideMaster" Target="slideMasters/slideMaster18.xml"/><Relationship Id="rId18" Type="http://schemas.openxmlformats.org/officeDocument/2006/relationships/slideMaster" Target="slideMasters/slideMaster17.xml"/><Relationship Id="rId17" Type="http://schemas.openxmlformats.org/officeDocument/2006/relationships/slideMaster" Target="slideMasters/slideMaster16.xml"/><Relationship Id="rId16" Type="http://schemas.openxmlformats.org/officeDocument/2006/relationships/slideMaster" Target="slideMasters/slideMaster15.xml"/><Relationship Id="rId15" Type="http://schemas.openxmlformats.org/officeDocument/2006/relationships/slideMaster" Target="slideMasters/slideMaster14.xml"/><Relationship Id="rId14" Type="http://schemas.openxmlformats.org/officeDocument/2006/relationships/slideMaster" Target="slideMasters/slideMaster13.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BC47B5-ADAF-41B0-8E25-798150F70C6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B33EC7-D770-4470-B266-BEBD01C7444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CB33EC7-D770-4470-B266-BEBD01C7444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ags" Target="../tags/tag3.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ags" Target="../tags/tag5.xml"/><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ags" Target="../tags/tag7.xml"/><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ags" Target="../tags/tag9.xml"/><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ags" Target="../tags/tag11.xml"/><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ags" Target="../tags/tag13.xml"/><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ags" Target="../tags/tag15.xml"/><Relationship Id="rId1" Type="http://schemas.openxmlformats.org/officeDocument/2006/relationships/slideMaster" Target="../slideMasters/slideMaster8.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ags" Target="../tags/tag17.xml"/><Relationship Id="rId1" Type="http://schemas.openxmlformats.org/officeDocument/2006/relationships/slideMaster" Target="../slideMasters/slideMaster9.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ags" Target="../tags/tag19.xml"/><Relationship Id="rId1" Type="http://schemas.openxmlformats.org/officeDocument/2006/relationships/slideMaster" Target="../slideMasters/slideMaster10.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ags" Target="../tags/tag21.xml"/><Relationship Id="rId1" Type="http://schemas.openxmlformats.org/officeDocument/2006/relationships/slideMaster" Target="../slideMasters/slideMaster11.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ags" Target="../tags/tag23.xml"/><Relationship Id="rId1" Type="http://schemas.openxmlformats.org/officeDocument/2006/relationships/slideMaster" Target="../slideMasters/slideMaster12.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ags" Target="../tags/tag25.xml"/><Relationship Id="rId1" Type="http://schemas.openxmlformats.org/officeDocument/2006/relationships/slideMaster" Target="../slideMasters/slideMaster13.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9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ags" Target="../tags/tag27.xml"/><Relationship Id="rId1" Type="http://schemas.openxmlformats.org/officeDocument/2006/relationships/slideMaster" Target="../slideMasters/slideMaster14.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ags" Target="../tags/tag29.xml"/><Relationship Id="rId1" Type="http://schemas.openxmlformats.org/officeDocument/2006/relationships/slideMaster" Target="../slideMasters/slideMaster15.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ags" Target="../tags/tag31.xml"/><Relationship Id="rId1" Type="http://schemas.openxmlformats.org/officeDocument/2006/relationships/slideMaster" Target="../slideMasters/slideMaster16.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ags" Target="../tags/tag33.xml"/><Relationship Id="rId1" Type="http://schemas.openxmlformats.org/officeDocument/2006/relationships/slideMaster" Target="../slideMasters/slideMaster17.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ags" Target="../tags/tag35.xml"/><Relationship Id="rId1" Type="http://schemas.openxmlformats.org/officeDocument/2006/relationships/slideMaster" Target="../slideMasters/slideMaster18.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ags" Target="../tags/tag37.xml"/><Relationship Id="rId1" Type="http://schemas.openxmlformats.org/officeDocument/2006/relationships/slideMaster" Target="../slideMasters/slideMaster19.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8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ags" Target="../tags/tag39.xml"/><Relationship Id="rId1" Type="http://schemas.openxmlformats.org/officeDocument/2006/relationships/slideMaster" Target="../slideMasters/slideMaster20.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0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ags" Target="../tags/tag41.xml"/><Relationship Id="rId1" Type="http://schemas.openxmlformats.org/officeDocument/2006/relationships/slideMaster" Target="../slideMasters/slideMaster21.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ags" Target="../tags/tag43.xml"/><Relationship Id="rId1" Type="http://schemas.openxmlformats.org/officeDocument/2006/relationships/slideMaster" Target="../slideMasters/slideMaster22.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ags" Target="../tags/tag45.xml"/><Relationship Id="rId1" Type="http://schemas.openxmlformats.org/officeDocument/2006/relationships/slideMaster" Target="../slideMasters/slideMaster23.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ags" Target="../tags/tag47.xml"/><Relationship Id="rId1" Type="http://schemas.openxmlformats.org/officeDocument/2006/relationships/slideMaster" Target="../slideMasters/slideMaster24.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ags" Target="../tags/tag49.xml"/><Relationship Id="rId1" Type="http://schemas.openxmlformats.org/officeDocument/2006/relationships/slideMaster" Target="../slideMasters/slideMaster25.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522569" y="2127243"/>
            <a:ext cx="9389882" cy="4227375"/>
          </a:xfrm>
          <a:prstGeom prst="rect">
            <a:avLst/>
          </a:prstGeom>
        </p:spPr>
        <p:txBody>
          <a:bodyPr>
            <a:normAutofit/>
          </a:bodyPr>
          <a:lstStyle>
            <a:lvl1pPr>
              <a:defRPr sz="1600" b="0">
                <a:latin typeface="Arial" panose="020B0604020202020204" pitchFamily="34" charset="0"/>
                <a:cs typeface="Arial" panose="020B0604020202020204" pitchFamily="34" charset="0"/>
              </a:defRPr>
            </a:lvl1pPr>
            <a:lvl2pPr>
              <a:defRPr sz="1600" b="0"/>
            </a:lvl2pPr>
            <a:lvl3pPr>
              <a:defRPr sz="1600" b="0"/>
            </a:lvl3pPr>
          </a:lstStyle>
          <a:p>
            <a:r>
              <a:rPr kumimoji="1" lang="en-US" altLang="zh-CN" sz="1600">
                <a:ea typeface="+mj-ea"/>
                <a:sym typeface="等线" panose="02010600030101010101" charset="-122"/>
              </a:rPr>
              <a:t>Text-font size 12-18</a:t>
            </a:r>
            <a:endParaRPr lang="zh-CN" altLang="en-US"/>
          </a:p>
        </p:txBody>
      </p:sp>
      <p:pic>
        <p:nvPicPr>
          <p:cNvPr id="4" name="图片 3"/>
          <p:cNvPicPr>
            <a:picLocks noChangeAspect="1"/>
          </p:cNvPicPr>
          <p:nvPr userDrawn="1">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sp>
        <p:nvSpPr>
          <p:cNvPr id="6" name="文本框 5"/>
          <p:cNvSpPr txBox="1"/>
          <p:nvPr userDrawn="1"/>
        </p:nvSpPr>
        <p:spPr>
          <a:xfrm>
            <a:off x="11369675" y="6268720"/>
            <a:ext cx="725805" cy="275590"/>
          </a:xfrm>
          <a:prstGeom prst="rect">
            <a:avLst/>
          </a:prstGeom>
          <a:noFill/>
        </p:spPr>
        <p:txBody>
          <a:bodyPr wrap="square" rtlCol="0">
            <a:spAutoFit/>
          </a:bodyPr>
          <a:lstStyle/>
          <a:p>
            <a:fld id="{9A0DB2DC-4C9A-4742-B13C-FB6460FD3503}" type="slidenum">
              <a:rPr lang="en-US" altLang="zh-CN" sz="1200" smtClean="0">
                <a:latin typeface="+mn-ea"/>
              </a:rPr>
            </a:fld>
            <a:r>
              <a:rPr lang="en-US" altLang="zh-CN" sz="1200">
                <a:latin typeface="+mn-ea"/>
              </a:rPr>
              <a:t>/N</a:t>
            </a:r>
            <a:endParaRPr lang="en-US" altLang="zh-CN" sz="1200">
              <a:latin typeface="+mn-e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64917"/>
            <a:ext cx="7315200" cy="737165"/>
          </a:xfrm>
          <a:prstGeom prst="rect">
            <a:avLst/>
          </a:prstGeom>
        </p:spPr>
        <p:txBody>
          <a:bodyPr/>
          <a:lstStyle/>
          <a:p>
            <a:r>
              <a:rPr lang="zh-CN" altLang="en-US"/>
              <a:t>主标题文本样式</a:t>
            </a:r>
            <a:endParaRPr lang="zh-CN" altLang="en-US"/>
          </a:p>
        </p:txBody>
      </p:sp>
      <p:sp>
        <p:nvSpPr>
          <p:cNvPr id="3" name="内容占位符 2"/>
          <p:cNvSpPr>
            <a:spLocks noGrp="1"/>
          </p:cNvSpPr>
          <p:nvPr>
            <p:ph sz="half" idx="1" hasCustomPrompt="1"/>
          </p:nvPr>
        </p:nvSpPr>
        <p:spPr>
          <a:xfrm>
            <a:off x="838200" y="1825625"/>
            <a:ext cx="5181600" cy="541794"/>
          </a:xfrm>
          <a:prstGeom prst="rect">
            <a:avLst/>
          </a:prstGeom>
        </p:spPr>
        <p:txBody>
          <a:bodyPr/>
          <a:lstStyle/>
          <a:p>
            <a:pPr lvl="0"/>
            <a:r>
              <a:rPr lang="zh-CN" altLang="en-US"/>
              <a:t>副标题文本样式</a:t>
            </a:r>
            <a:endParaRPr lang="zh-CN" altLang="en-US"/>
          </a:p>
        </p:txBody>
      </p:sp>
      <p:sp>
        <p:nvSpPr>
          <p:cNvPr id="4" name="内容占位符 3"/>
          <p:cNvSpPr>
            <a:spLocks noGrp="1"/>
          </p:cNvSpPr>
          <p:nvPr>
            <p:ph sz="half" idx="2" hasCustomPrompt="1"/>
          </p:nvPr>
        </p:nvSpPr>
        <p:spPr>
          <a:xfrm>
            <a:off x="6172200" y="1825625"/>
            <a:ext cx="5181600" cy="4351338"/>
          </a:xfrm>
          <a:prstGeom prst="rect">
            <a:avLst/>
          </a:prstGeom>
        </p:spPr>
        <p:txBody>
          <a:bodyPr>
            <a:normAutofit/>
          </a:bodyPr>
          <a:lstStyle>
            <a:lvl1pPr>
              <a:lnSpc>
                <a:spcPct val="150000"/>
              </a:lnSpc>
              <a:defRPr lang="zh-CN" altLang="zh-CN" sz="1600" smtClean="0">
                <a:effectLst/>
              </a:defRPr>
            </a:lvl1pPr>
          </a:lstStyle>
          <a:p>
            <a:pPr lvl="0"/>
            <a:r>
              <a:rPr lang="zh-CN" altLang="en-US"/>
              <a:t>正文文本样式</a:t>
            </a:r>
            <a:r>
              <a:rPr lang="en-US" altLang="zh-CN"/>
              <a:t>——</a:t>
            </a:r>
            <a:endParaRPr lang="en-US" altLang="zh-CN"/>
          </a:p>
          <a:p>
            <a:pPr lvl="0"/>
            <a:r>
              <a:rPr lang="zh-CN" altLang="en-US"/>
              <a:t>作为全球领先的智能制造及工业互联网整体解决方案服务商，工业富联始终坚持深耕中国、布局全球的生产和经营策略，业务范围覆盖数据全流程，在全球产业链中构建起国内与国外的桥梁，并基于多年来在精益管理、供应链管理、柔性生产方面的经验，实现国内国外双循环，解决国内制造、原材料、销售在外问题，发挥桥梁纽带作用。</a:t>
            </a:r>
            <a:endParaRPr lang="zh-CN" altLang="zh-CN" sz="1050" kern="100">
              <a:effectLst/>
              <a:latin typeface="等线" panose="02010600030101010101" charset="-122"/>
              <a:ea typeface="等线" panose="02010600030101010101" charset="-122"/>
              <a:cs typeface="Times New Roman" panose="02020603050405020304" pitchFamily="18" charset="0"/>
            </a:endParaRP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1137457" y="2303115"/>
            <a:ext cx="5645728" cy="18948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椭圆 2"/>
          <p:cNvSpPr/>
          <p:nvPr userDrawn="1"/>
        </p:nvSpPr>
        <p:spPr>
          <a:xfrm>
            <a:off x="2658110" y="1480345"/>
            <a:ext cx="6715760" cy="3652728"/>
          </a:xfrm>
          <a:prstGeom prst="ellipse">
            <a:avLst/>
          </a:prstGeom>
          <a:gradFill flip="none" rotWithShape="1">
            <a:gsLst>
              <a:gs pos="100000">
                <a:schemeClr val="accent1">
                  <a:lumMod val="75000"/>
                  <a:alpha val="0"/>
                </a:schemeClr>
              </a:gs>
              <a:gs pos="0">
                <a:schemeClr val="accent1">
                  <a:lumMod val="75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userDrawn="1"/>
        </p:nvSpPr>
        <p:spPr>
          <a:xfrm>
            <a:off x="3009065" y="2518616"/>
            <a:ext cx="5830442" cy="1446550"/>
          </a:xfrm>
          <a:prstGeom prst="rect">
            <a:avLst/>
          </a:prstGeom>
          <a:noFill/>
        </p:spPr>
        <p:txBody>
          <a:bodyPr wrap="square" rtlCol="0">
            <a:spAutoFit/>
          </a:bodyPr>
          <a:lstStyle/>
          <a:p>
            <a:r>
              <a:rPr lang="en-US" altLang="zh-CN"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rPr>
              <a:t>Thank you</a:t>
            </a:r>
            <a:endParaRPr lang="zh-CN" altLang="en-US"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页码">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486738"/>
            <a:ext cx="9389882" cy="908429"/>
          </a:xfrm>
          <a:prstGeom prst="rect">
            <a:avLst/>
          </a:prstGeom>
        </p:spPr>
        <p:txBody>
          <a:bodyPr/>
          <a:lstStyle>
            <a:lvl1pPr>
              <a:defRPr>
                <a:latin typeface="思源黑体 CN Heavy" panose="020B0A00000000000000" pitchFamily="34" charset="-122"/>
                <a:ea typeface="思源黑体 CN Heavy" panose="020B0A00000000000000" pitchFamily="34" charset="-122"/>
              </a:defRPr>
            </a:lvl1pPr>
          </a:lstStyle>
          <a:p>
            <a:pPr>
              <a:defRPr/>
            </a:pPr>
            <a:r>
              <a:rPr kumimoji="1" lang="zh-CN" altLang="en-US" sz="3600" b="1">
                <a:solidFill>
                  <a:srgbClr val="002F75"/>
                </a:solidFill>
                <a:latin typeface="微软雅黑" panose="020B0503020204020204" pitchFamily="34" charset="-122"/>
                <a:ea typeface="微软雅黑" panose="020B0503020204020204" pitchFamily="34" charset="-122"/>
              </a:rPr>
              <a:t>主标题</a:t>
            </a:r>
            <a:r>
              <a:rPr kumimoji="1" lang="en-US" altLang="zh-CN" sz="3600" b="1">
                <a:solidFill>
                  <a:srgbClr val="002F75"/>
                </a:solidFill>
                <a:latin typeface="微软雅黑" panose="020B0503020204020204" pitchFamily="34" charset="-122"/>
                <a:ea typeface="微软雅黑" panose="020B0503020204020204" pitchFamily="34" charset="-122"/>
              </a:rPr>
              <a:t>-</a:t>
            </a:r>
            <a:r>
              <a:rPr kumimoji="1" lang="zh-CN" altLang="en-US" sz="3600" b="1">
                <a:solidFill>
                  <a:srgbClr val="002F75"/>
                </a:solidFill>
                <a:latin typeface="微软雅黑" panose="020B0503020204020204" pitchFamily="34" charset="-122"/>
                <a:ea typeface="微软雅黑" panose="020B0503020204020204" pitchFamily="34" charset="-122"/>
              </a:rPr>
              <a:t>字号</a:t>
            </a:r>
            <a:r>
              <a:rPr kumimoji="1" lang="en-US" altLang="zh-CN" sz="3600" b="1">
                <a:solidFill>
                  <a:srgbClr val="002F75"/>
                </a:solidFill>
                <a:latin typeface="微软雅黑" panose="020B0503020204020204" pitchFamily="34" charset="-122"/>
                <a:ea typeface="微软雅黑" panose="020B0503020204020204" pitchFamily="34" charset="-122"/>
              </a:rPr>
              <a:t>30-36</a:t>
            </a:r>
            <a:endParaRPr kumimoji="1" lang="zh-TW" altLang="en-US" sz="3600" b="1">
              <a:solidFill>
                <a:srgbClr val="002F75"/>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ph idx="1" hasCustomPrompt="1"/>
          </p:nvPr>
        </p:nvSpPr>
        <p:spPr>
          <a:xfrm>
            <a:off x="838200" y="2127243"/>
            <a:ext cx="9389882" cy="4227375"/>
          </a:xfrm>
          <a:prstGeom prst="rect">
            <a:avLst/>
          </a:prstGeom>
        </p:spPr>
        <p:txBody>
          <a:bodyPr>
            <a:normAutofit/>
          </a:bodyPr>
          <a:lstStyle>
            <a:lvl1pPr>
              <a:defRPr sz="1600" b="0">
                <a:latin typeface="思源黑体 CN Normal" panose="020B0400000000000000" pitchFamily="34" charset="-122"/>
                <a:ea typeface="思源黑体 CN Normal" panose="020B0400000000000000" pitchFamily="34" charset="-122"/>
              </a:defRPr>
            </a:lvl1pPr>
            <a:lvl2pPr>
              <a:defRPr sz="1600" b="0"/>
            </a:lvl2pPr>
            <a:lvl3pPr>
              <a:defRPr sz="1600" b="0"/>
            </a:lvl3pPr>
          </a:lstStyle>
          <a:p>
            <a:r>
              <a:rPr kumimoji="1" lang="zh-CN" altLang="en-US" sz="1600">
                <a:latin typeface="+mj-ea"/>
                <a:ea typeface="+mj-ea"/>
                <a:sym typeface="等线" panose="02010600030101010101" charset="-122"/>
              </a:rPr>
              <a:t>正文内容</a:t>
            </a:r>
            <a:r>
              <a:rPr kumimoji="1" lang="en-US" altLang="zh-CN" sz="1600">
                <a:latin typeface="+mj-ea"/>
                <a:ea typeface="+mj-ea"/>
                <a:sym typeface="等线" panose="02010600030101010101" charset="-122"/>
              </a:rPr>
              <a:t>-</a:t>
            </a:r>
            <a:r>
              <a:rPr kumimoji="1" lang="zh-CN" altLang="en-US" sz="1600">
                <a:latin typeface="+mj-ea"/>
                <a:ea typeface="+mj-ea"/>
                <a:sym typeface="等线" panose="02010600030101010101" charset="-122"/>
              </a:rPr>
              <a:t>字号</a:t>
            </a:r>
            <a:r>
              <a:rPr kumimoji="1" lang="en-US" altLang="zh-CN" sz="1600">
                <a:latin typeface="+mj-ea"/>
                <a:ea typeface="+mj-ea"/>
                <a:sym typeface="等线" panose="02010600030101010101" charset="-122"/>
              </a:rPr>
              <a:t>12-18</a:t>
            </a:r>
            <a:endParaRPr lang="zh-CN" altLang="en-US"/>
          </a:p>
        </p:txBody>
      </p:sp>
      <p:sp>
        <p:nvSpPr>
          <p:cNvPr id="4" name="灯片编号占位符 5"/>
          <p:cNvSpPr>
            <a:spLocks noGrp="1"/>
          </p:cNvSpPr>
          <p:nvPr>
            <p:ph type="sldNum" sz="quarter" idx="12"/>
          </p:nvPr>
        </p:nvSpPr>
        <p:spPr>
          <a:xfrm>
            <a:off x="11314045" y="6318435"/>
            <a:ext cx="740300" cy="365125"/>
          </a:xfrm>
          <a:prstGeom prst="rect">
            <a:avLst/>
          </a:prstGeom>
        </p:spPr>
        <p:txBody>
          <a:bodyPr/>
          <a:lstStyle>
            <a:lvl1pPr algn="r">
              <a:defRPr sz="1200">
                <a:latin typeface="思源黑体 CN Regular" panose="020B0500000000000000" pitchFamily="34" charset="-122"/>
                <a:ea typeface="思源黑体 CN Regular" panose="020B0500000000000000" pitchFamily="34" charset="-122"/>
              </a:defRPr>
            </a:lvl1pPr>
          </a:lstStyle>
          <a:p>
            <a:fld id="{E5386DCD-524C-4D6B-849A-07B12901B9AD}" type="slidenum">
              <a:rPr lang="zh-CN" altLang="en-US" smtClean="0"/>
            </a:fld>
            <a:r>
              <a:rPr lang="en-US" altLang="zh-CN"/>
              <a:t>/N</a:t>
            </a:r>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522569" y="2127243"/>
            <a:ext cx="9389882" cy="4227375"/>
          </a:xfrm>
          <a:prstGeom prst="rect">
            <a:avLst/>
          </a:prstGeom>
        </p:spPr>
        <p:txBody>
          <a:bodyPr>
            <a:normAutofit/>
          </a:bodyPr>
          <a:lstStyle>
            <a:lvl1pPr>
              <a:defRPr sz="1600" b="0">
                <a:latin typeface="Arial" panose="020B0604020202020204" pitchFamily="34" charset="0"/>
                <a:cs typeface="Arial" panose="020B0604020202020204" pitchFamily="34" charset="0"/>
              </a:defRPr>
            </a:lvl1pPr>
            <a:lvl2pPr>
              <a:defRPr sz="1600" b="0"/>
            </a:lvl2pPr>
            <a:lvl3pPr>
              <a:defRPr sz="1600" b="0"/>
            </a:lvl3pPr>
          </a:lstStyle>
          <a:p>
            <a:r>
              <a:rPr kumimoji="1" lang="en-US" altLang="zh-CN" sz="1600">
                <a:ea typeface="+mj-ea"/>
                <a:sym typeface="等线" panose="02010600030101010101" charset="-122"/>
              </a:rPr>
              <a:t>Text-font size 12-18</a:t>
            </a:r>
            <a:endParaRPr lang="zh-CN" altLang="en-US"/>
          </a:p>
        </p:txBody>
      </p:sp>
      <p:pic>
        <p:nvPicPr>
          <p:cNvPr id="4" name="图片 3"/>
          <p:cNvPicPr>
            <a:picLocks noChangeAspect="1"/>
          </p:cNvPicPr>
          <p:nvPr userDrawn="1">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sp>
        <p:nvSpPr>
          <p:cNvPr id="6" name="文本框 5"/>
          <p:cNvSpPr txBox="1"/>
          <p:nvPr userDrawn="1"/>
        </p:nvSpPr>
        <p:spPr>
          <a:xfrm>
            <a:off x="11369675" y="6268720"/>
            <a:ext cx="725805" cy="275590"/>
          </a:xfrm>
          <a:prstGeom prst="rect">
            <a:avLst/>
          </a:prstGeom>
          <a:noFill/>
        </p:spPr>
        <p:txBody>
          <a:bodyPr wrap="square" rtlCol="0">
            <a:spAutoFit/>
          </a:bodyPr>
          <a:lstStyle/>
          <a:p>
            <a:fld id="{9A0DB2DC-4C9A-4742-B13C-FB6460FD3503}" type="slidenum">
              <a:rPr lang="en-US" altLang="zh-CN" sz="1200" smtClean="0">
                <a:latin typeface="+mn-ea"/>
              </a:rPr>
            </a:fld>
            <a:r>
              <a:rPr lang="en-US" altLang="zh-CN" sz="1200">
                <a:latin typeface="+mn-ea"/>
              </a:rPr>
              <a:t>/N</a:t>
            </a:r>
            <a:endParaRPr lang="en-US" altLang="zh-CN" sz="1200">
              <a:latin typeface="+mn-ea"/>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64917"/>
            <a:ext cx="7315200" cy="737165"/>
          </a:xfrm>
          <a:prstGeom prst="rect">
            <a:avLst/>
          </a:prstGeom>
        </p:spPr>
        <p:txBody>
          <a:bodyPr/>
          <a:lstStyle/>
          <a:p>
            <a:r>
              <a:rPr lang="zh-CN" altLang="en-US"/>
              <a:t>主标题文本样式</a:t>
            </a:r>
            <a:endParaRPr lang="zh-CN" altLang="en-US"/>
          </a:p>
        </p:txBody>
      </p:sp>
      <p:sp>
        <p:nvSpPr>
          <p:cNvPr id="3" name="内容占位符 2"/>
          <p:cNvSpPr>
            <a:spLocks noGrp="1"/>
          </p:cNvSpPr>
          <p:nvPr>
            <p:ph sz="half" idx="1" hasCustomPrompt="1"/>
          </p:nvPr>
        </p:nvSpPr>
        <p:spPr>
          <a:xfrm>
            <a:off x="838200" y="1825625"/>
            <a:ext cx="5181600" cy="541794"/>
          </a:xfrm>
          <a:prstGeom prst="rect">
            <a:avLst/>
          </a:prstGeom>
        </p:spPr>
        <p:txBody>
          <a:bodyPr/>
          <a:lstStyle/>
          <a:p>
            <a:pPr lvl="0"/>
            <a:r>
              <a:rPr lang="zh-CN" altLang="en-US"/>
              <a:t>副标题文本样式</a:t>
            </a:r>
            <a:endParaRPr lang="zh-CN" altLang="en-US"/>
          </a:p>
        </p:txBody>
      </p:sp>
      <p:sp>
        <p:nvSpPr>
          <p:cNvPr id="4" name="内容占位符 3"/>
          <p:cNvSpPr>
            <a:spLocks noGrp="1"/>
          </p:cNvSpPr>
          <p:nvPr>
            <p:ph sz="half" idx="2" hasCustomPrompt="1"/>
          </p:nvPr>
        </p:nvSpPr>
        <p:spPr>
          <a:xfrm>
            <a:off x="6172200" y="1825625"/>
            <a:ext cx="5181600" cy="4351338"/>
          </a:xfrm>
          <a:prstGeom prst="rect">
            <a:avLst/>
          </a:prstGeom>
        </p:spPr>
        <p:txBody>
          <a:bodyPr>
            <a:normAutofit/>
          </a:bodyPr>
          <a:lstStyle>
            <a:lvl1pPr>
              <a:lnSpc>
                <a:spcPct val="150000"/>
              </a:lnSpc>
              <a:defRPr lang="zh-CN" altLang="zh-CN" sz="1600" smtClean="0">
                <a:effectLst/>
              </a:defRPr>
            </a:lvl1pPr>
          </a:lstStyle>
          <a:p>
            <a:pPr lvl="0"/>
            <a:r>
              <a:rPr lang="zh-CN" altLang="en-US"/>
              <a:t>正文文本样式</a:t>
            </a:r>
            <a:r>
              <a:rPr lang="en-US" altLang="zh-CN"/>
              <a:t>——</a:t>
            </a:r>
            <a:endParaRPr lang="en-US" altLang="zh-CN"/>
          </a:p>
          <a:p>
            <a:pPr lvl="0"/>
            <a:r>
              <a:rPr lang="zh-CN" altLang="en-US"/>
              <a:t>作为全球领先的智能制造及工业互联网整体解决方案服务商，工业富联始终坚持深耕中国、布局全球的生产和经营策略，业务范围覆盖数据全流程，在全球产业链中构建起国内与国外的桥梁，并基于多年来在精益管理、供应链管理、柔性生产方面的经验，实现国内国外双循环，解决国内制造、原材料、销售在外问题，发挥桥梁纽带作用。</a:t>
            </a:r>
            <a:endParaRPr lang="zh-CN" altLang="zh-CN" sz="1050" kern="100">
              <a:effectLst/>
              <a:latin typeface="等线" panose="02010600030101010101" charset="-122"/>
              <a:ea typeface="等线" panose="02010600030101010101" charset="-122"/>
              <a:cs typeface="Times New Roman" panose="02020603050405020304" pitchFamily="18" charset="0"/>
            </a:endParaRP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1137457" y="2303115"/>
            <a:ext cx="5645728" cy="18948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椭圆 2"/>
          <p:cNvSpPr/>
          <p:nvPr userDrawn="1"/>
        </p:nvSpPr>
        <p:spPr>
          <a:xfrm>
            <a:off x="2658110" y="1480345"/>
            <a:ext cx="6715760" cy="3652728"/>
          </a:xfrm>
          <a:prstGeom prst="ellipse">
            <a:avLst/>
          </a:prstGeom>
          <a:gradFill flip="none" rotWithShape="1">
            <a:gsLst>
              <a:gs pos="100000">
                <a:schemeClr val="accent1">
                  <a:lumMod val="75000"/>
                  <a:alpha val="0"/>
                </a:schemeClr>
              </a:gs>
              <a:gs pos="0">
                <a:schemeClr val="accent1">
                  <a:lumMod val="75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userDrawn="1"/>
        </p:nvSpPr>
        <p:spPr>
          <a:xfrm>
            <a:off x="3009065" y="2518616"/>
            <a:ext cx="5830442" cy="1446550"/>
          </a:xfrm>
          <a:prstGeom prst="rect">
            <a:avLst/>
          </a:prstGeom>
          <a:noFill/>
        </p:spPr>
        <p:txBody>
          <a:bodyPr wrap="square" rtlCol="0">
            <a:spAutoFit/>
          </a:bodyPr>
          <a:lstStyle/>
          <a:p>
            <a:r>
              <a:rPr lang="en-US" altLang="zh-CN"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rPr>
              <a:t>Thank you</a:t>
            </a:r>
            <a:endParaRPr lang="zh-CN" altLang="en-US"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页码">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486738"/>
            <a:ext cx="9389882" cy="908429"/>
          </a:xfrm>
          <a:prstGeom prst="rect">
            <a:avLst/>
          </a:prstGeom>
        </p:spPr>
        <p:txBody>
          <a:bodyPr/>
          <a:lstStyle>
            <a:lvl1pPr>
              <a:defRPr>
                <a:latin typeface="思源黑体 CN Heavy" panose="020B0A00000000000000" pitchFamily="34" charset="-122"/>
                <a:ea typeface="思源黑体 CN Heavy" panose="020B0A00000000000000" pitchFamily="34" charset="-122"/>
              </a:defRPr>
            </a:lvl1pPr>
          </a:lstStyle>
          <a:p>
            <a:pPr>
              <a:defRPr/>
            </a:pPr>
            <a:r>
              <a:rPr kumimoji="1" lang="zh-CN" altLang="en-US" sz="3600" b="1">
                <a:solidFill>
                  <a:srgbClr val="002F75"/>
                </a:solidFill>
                <a:latin typeface="微软雅黑" panose="020B0503020204020204" pitchFamily="34" charset="-122"/>
                <a:ea typeface="微软雅黑" panose="020B0503020204020204" pitchFamily="34" charset="-122"/>
              </a:rPr>
              <a:t>主标题</a:t>
            </a:r>
            <a:r>
              <a:rPr kumimoji="1" lang="en-US" altLang="zh-CN" sz="3600" b="1">
                <a:solidFill>
                  <a:srgbClr val="002F75"/>
                </a:solidFill>
                <a:latin typeface="微软雅黑" panose="020B0503020204020204" pitchFamily="34" charset="-122"/>
                <a:ea typeface="微软雅黑" panose="020B0503020204020204" pitchFamily="34" charset="-122"/>
              </a:rPr>
              <a:t>-</a:t>
            </a:r>
            <a:r>
              <a:rPr kumimoji="1" lang="zh-CN" altLang="en-US" sz="3600" b="1">
                <a:solidFill>
                  <a:srgbClr val="002F75"/>
                </a:solidFill>
                <a:latin typeface="微软雅黑" panose="020B0503020204020204" pitchFamily="34" charset="-122"/>
                <a:ea typeface="微软雅黑" panose="020B0503020204020204" pitchFamily="34" charset="-122"/>
              </a:rPr>
              <a:t>字号</a:t>
            </a:r>
            <a:r>
              <a:rPr kumimoji="1" lang="en-US" altLang="zh-CN" sz="3600" b="1">
                <a:solidFill>
                  <a:srgbClr val="002F75"/>
                </a:solidFill>
                <a:latin typeface="微软雅黑" panose="020B0503020204020204" pitchFamily="34" charset="-122"/>
                <a:ea typeface="微软雅黑" panose="020B0503020204020204" pitchFamily="34" charset="-122"/>
              </a:rPr>
              <a:t>30-36</a:t>
            </a:r>
            <a:endParaRPr kumimoji="1" lang="zh-TW" altLang="en-US" sz="3600" b="1">
              <a:solidFill>
                <a:srgbClr val="002F75"/>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ph idx="1" hasCustomPrompt="1"/>
          </p:nvPr>
        </p:nvSpPr>
        <p:spPr>
          <a:xfrm>
            <a:off x="838200" y="2127243"/>
            <a:ext cx="9389882" cy="4227375"/>
          </a:xfrm>
          <a:prstGeom prst="rect">
            <a:avLst/>
          </a:prstGeom>
        </p:spPr>
        <p:txBody>
          <a:bodyPr>
            <a:normAutofit/>
          </a:bodyPr>
          <a:lstStyle>
            <a:lvl1pPr>
              <a:defRPr sz="1600" b="0">
                <a:latin typeface="思源黑体 CN Normal" panose="020B0400000000000000" pitchFamily="34" charset="-122"/>
                <a:ea typeface="思源黑体 CN Normal" panose="020B0400000000000000" pitchFamily="34" charset="-122"/>
              </a:defRPr>
            </a:lvl1pPr>
            <a:lvl2pPr>
              <a:defRPr sz="1600" b="0"/>
            </a:lvl2pPr>
            <a:lvl3pPr>
              <a:defRPr sz="1600" b="0"/>
            </a:lvl3pPr>
          </a:lstStyle>
          <a:p>
            <a:r>
              <a:rPr kumimoji="1" lang="zh-CN" altLang="en-US" sz="1600">
                <a:latin typeface="+mj-ea"/>
                <a:ea typeface="+mj-ea"/>
                <a:sym typeface="等线" panose="02010600030101010101" charset="-122"/>
              </a:rPr>
              <a:t>正文内容</a:t>
            </a:r>
            <a:r>
              <a:rPr kumimoji="1" lang="en-US" altLang="zh-CN" sz="1600">
                <a:latin typeface="+mj-ea"/>
                <a:ea typeface="+mj-ea"/>
                <a:sym typeface="等线" panose="02010600030101010101" charset="-122"/>
              </a:rPr>
              <a:t>-</a:t>
            </a:r>
            <a:r>
              <a:rPr kumimoji="1" lang="zh-CN" altLang="en-US" sz="1600">
                <a:latin typeface="+mj-ea"/>
                <a:ea typeface="+mj-ea"/>
                <a:sym typeface="等线" panose="02010600030101010101" charset="-122"/>
              </a:rPr>
              <a:t>字号</a:t>
            </a:r>
            <a:r>
              <a:rPr kumimoji="1" lang="en-US" altLang="zh-CN" sz="1600">
                <a:latin typeface="+mj-ea"/>
                <a:ea typeface="+mj-ea"/>
                <a:sym typeface="等线" panose="02010600030101010101" charset="-122"/>
              </a:rPr>
              <a:t>12-18</a:t>
            </a:r>
            <a:endParaRPr lang="zh-CN" altLang="en-US"/>
          </a:p>
        </p:txBody>
      </p:sp>
      <p:sp>
        <p:nvSpPr>
          <p:cNvPr id="4" name="灯片编号占位符 5"/>
          <p:cNvSpPr>
            <a:spLocks noGrp="1"/>
          </p:cNvSpPr>
          <p:nvPr>
            <p:ph type="sldNum" sz="quarter" idx="12"/>
          </p:nvPr>
        </p:nvSpPr>
        <p:spPr>
          <a:xfrm>
            <a:off x="11314045" y="6318435"/>
            <a:ext cx="740300" cy="365125"/>
          </a:xfrm>
          <a:prstGeom prst="rect">
            <a:avLst/>
          </a:prstGeom>
        </p:spPr>
        <p:txBody>
          <a:bodyPr/>
          <a:lstStyle>
            <a:lvl1pPr algn="r">
              <a:defRPr sz="1200">
                <a:latin typeface="思源黑体 CN Regular" panose="020B0500000000000000" pitchFamily="34" charset="-122"/>
                <a:ea typeface="思源黑体 CN Regular" panose="020B0500000000000000" pitchFamily="34" charset="-122"/>
              </a:defRPr>
            </a:lvl1pPr>
          </a:lstStyle>
          <a:p>
            <a:fld id="{E5386DCD-524C-4D6B-849A-07B12901B9AD}" type="slidenum">
              <a:rPr lang="zh-CN" altLang="en-US" smtClean="0"/>
            </a:fld>
            <a:r>
              <a:rPr lang="en-US" altLang="zh-CN"/>
              <a:t>/N</a:t>
            </a:r>
            <a:endParaRPr lang="en-US" altLang="zh-C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522569" y="2127243"/>
            <a:ext cx="9389882" cy="4227375"/>
          </a:xfrm>
          <a:prstGeom prst="rect">
            <a:avLst/>
          </a:prstGeom>
        </p:spPr>
        <p:txBody>
          <a:bodyPr>
            <a:normAutofit/>
          </a:bodyPr>
          <a:lstStyle>
            <a:lvl1pPr>
              <a:defRPr sz="1600" b="0">
                <a:latin typeface="Arial" panose="020B0604020202020204" pitchFamily="34" charset="0"/>
                <a:cs typeface="Arial" panose="020B0604020202020204" pitchFamily="34" charset="0"/>
              </a:defRPr>
            </a:lvl1pPr>
            <a:lvl2pPr>
              <a:defRPr sz="1600" b="0"/>
            </a:lvl2pPr>
            <a:lvl3pPr>
              <a:defRPr sz="1600" b="0"/>
            </a:lvl3pPr>
          </a:lstStyle>
          <a:p>
            <a:r>
              <a:rPr kumimoji="1" lang="en-US" altLang="zh-CN" sz="1600">
                <a:ea typeface="+mj-ea"/>
                <a:sym typeface="等线" panose="02010600030101010101" charset="-122"/>
              </a:rPr>
              <a:t>Text-font size 12-18</a:t>
            </a:r>
            <a:endParaRPr lang="zh-CN" altLang="en-US"/>
          </a:p>
        </p:txBody>
      </p:sp>
      <p:pic>
        <p:nvPicPr>
          <p:cNvPr id="4" name="图片 3"/>
          <p:cNvPicPr>
            <a:picLocks noChangeAspect="1"/>
          </p:cNvPicPr>
          <p:nvPr userDrawn="1">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sp>
        <p:nvSpPr>
          <p:cNvPr id="6" name="文本框 5"/>
          <p:cNvSpPr txBox="1"/>
          <p:nvPr userDrawn="1"/>
        </p:nvSpPr>
        <p:spPr>
          <a:xfrm>
            <a:off x="11369675" y="6268720"/>
            <a:ext cx="725805" cy="275590"/>
          </a:xfrm>
          <a:prstGeom prst="rect">
            <a:avLst/>
          </a:prstGeom>
          <a:noFill/>
        </p:spPr>
        <p:txBody>
          <a:bodyPr wrap="square" rtlCol="0">
            <a:spAutoFit/>
          </a:bodyPr>
          <a:lstStyle/>
          <a:p>
            <a:fld id="{9A0DB2DC-4C9A-4742-B13C-FB6460FD3503}" type="slidenum">
              <a:rPr lang="en-US" altLang="zh-CN" sz="1200" smtClean="0">
                <a:latin typeface="+mn-ea"/>
              </a:rPr>
            </a:fld>
            <a:r>
              <a:rPr lang="en-US" altLang="zh-CN" sz="1200">
                <a:latin typeface="+mn-ea"/>
              </a:rPr>
              <a:t>/N</a:t>
            </a:r>
            <a:endParaRPr lang="en-US" altLang="zh-CN" sz="1200">
              <a:latin typeface="+mn-ea"/>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64917"/>
            <a:ext cx="7315200" cy="737165"/>
          </a:xfrm>
          <a:prstGeom prst="rect">
            <a:avLst/>
          </a:prstGeom>
        </p:spPr>
        <p:txBody>
          <a:bodyPr/>
          <a:lstStyle/>
          <a:p>
            <a:r>
              <a:rPr lang="zh-CN" altLang="en-US"/>
              <a:t>主标题文本样式</a:t>
            </a:r>
            <a:endParaRPr lang="zh-CN" altLang="en-US"/>
          </a:p>
        </p:txBody>
      </p:sp>
      <p:sp>
        <p:nvSpPr>
          <p:cNvPr id="3" name="内容占位符 2"/>
          <p:cNvSpPr>
            <a:spLocks noGrp="1"/>
          </p:cNvSpPr>
          <p:nvPr>
            <p:ph sz="half" idx="1" hasCustomPrompt="1"/>
          </p:nvPr>
        </p:nvSpPr>
        <p:spPr>
          <a:xfrm>
            <a:off x="838200" y="1825625"/>
            <a:ext cx="5181600" cy="541794"/>
          </a:xfrm>
          <a:prstGeom prst="rect">
            <a:avLst/>
          </a:prstGeom>
        </p:spPr>
        <p:txBody>
          <a:bodyPr/>
          <a:lstStyle/>
          <a:p>
            <a:pPr lvl="0"/>
            <a:r>
              <a:rPr lang="zh-CN" altLang="en-US"/>
              <a:t>副标题文本样式</a:t>
            </a:r>
            <a:endParaRPr lang="zh-CN" altLang="en-US"/>
          </a:p>
        </p:txBody>
      </p:sp>
      <p:sp>
        <p:nvSpPr>
          <p:cNvPr id="4" name="内容占位符 3"/>
          <p:cNvSpPr>
            <a:spLocks noGrp="1"/>
          </p:cNvSpPr>
          <p:nvPr>
            <p:ph sz="half" idx="2" hasCustomPrompt="1"/>
          </p:nvPr>
        </p:nvSpPr>
        <p:spPr>
          <a:xfrm>
            <a:off x="6172200" y="1825625"/>
            <a:ext cx="5181600" cy="4351338"/>
          </a:xfrm>
          <a:prstGeom prst="rect">
            <a:avLst/>
          </a:prstGeom>
        </p:spPr>
        <p:txBody>
          <a:bodyPr>
            <a:normAutofit/>
          </a:bodyPr>
          <a:lstStyle>
            <a:lvl1pPr>
              <a:lnSpc>
                <a:spcPct val="150000"/>
              </a:lnSpc>
              <a:defRPr lang="zh-CN" altLang="zh-CN" sz="1600" smtClean="0">
                <a:effectLst/>
              </a:defRPr>
            </a:lvl1pPr>
          </a:lstStyle>
          <a:p>
            <a:pPr lvl="0"/>
            <a:r>
              <a:rPr lang="zh-CN" altLang="en-US"/>
              <a:t>正文文本样式</a:t>
            </a:r>
            <a:r>
              <a:rPr lang="en-US" altLang="zh-CN"/>
              <a:t>——</a:t>
            </a:r>
            <a:endParaRPr lang="en-US" altLang="zh-CN"/>
          </a:p>
          <a:p>
            <a:pPr lvl="0"/>
            <a:r>
              <a:rPr lang="zh-CN" altLang="en-US"/>
              <a:t>作为全球领先的智能制造及工业互联网整体解决方案服务商，工业富联始终坚持深耕中国、布局全球的生产和经营策略，业务范围覆盖数据全流程，在全球产业链中构建起国内与国外的桥梁，并基于多年来在精益管理、供应链管理、柔性生产方面的经验，实现国内国外双循环，解决国内制造、原材料、销售在外问题，发挥桥梁纽带作用。</a:t>
            </a:r>
            <a:endParaRPr lang="zh-CN" altLang="zh-CN" sz="1050" kern="100">
              <a:effectLst/>
              <a:latin typeface="等线" panose="02010600030101010101" charset="-122"/>
              <a:ea typeface="等线" panose="02010600030101010101" charset="-122"/>
              <a:cs typeface="Times New Roman" panose="02020603050405020304" pitchFamily="18" charset="0"/>
            </a:endParaRP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1137457" y="2303115"/>
            <a:ext cx="5645728" cy="18948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椭圆 2"/>
          <p:cNvSpPr/>
          <p:nvPr userDrawn="1"/>
        </p:nvSpPr>
        <p:spPr>
          <a:xfrm>
            <a:off x="2658110" y="1480345"/>
            <a:ext cx="6715760" cy="3652728"/>
          </a:xfrm>
          <a:prstGeom prst="ellipse">
            <a:avLst/>
          </a:prstGeom>
          <a:gradFill flip="none" rotWithShape="1">
            <a:gsLst>
              <a:gs pos="100000">
                <a:schemeClr val="accent1">
                  <a:lumMod val="75000"/>
                  <a:alpha val="0"/>
                </a:schemeClr>
              </a:gs>
              <a:gs pos="0">
                <a:schemeClr val="accent1">
                  <a:lumMod val="75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userDrawn="1"/>
        </p:nvSpPr>
        <p:spPr>
          <a:xfrm>
            <a:off x="3009065" y="2518616"/>
            <a:ext cx="5830442" cy="1446550"/>
          </a:xfrm>
          <a:prstGeom prst="rect">
            <a:avLst/>
          </a:prstGeom>
          <a:noFill/>
        </p:spPr>
        <p:txBody>
          <a:bodyPr wrap="square" rtlCol="0">
            <a:spAutoFit/>
          </a:bodyPr>
          <a:lstStyle/>
          <a:p>
            <a:r>
              <a:rPr lang="en-US" altLang="zh-CN"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rPr>
              <a:t>Thank you</a:t>
            </a:r>
            <a:endParaRPr lang="zh-CN" altLang="en-US"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页码">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486738"/>
            <a:ext cx="9389882" cy="908429"/>
          </a:xfrm>
          <a:prstGeom prst="rect">
            <a:avLst/>
          </a:prstGeom>
        </p:spPr>
        <p:txBody>
          <a:bodyPr/>
          <a:lstStyle>
            <a:lvl1pPr>
              <a:defRPr>
                <a:latin typeface="思源黑体 CN Heavy" panose="020B0A00000000000000" pitchFamily="34" charset="-122"/>
                <a:ea typeface="思源黑体 CN Heavy" panose="020B0A00000000000000" pitchFamily="34" charset="-122"/>
              </a:defRPr>
            </a:lvl1pPr>
          </a:lstStyle>
          <a:p>
            <a:pPr>
              <a:defRPr/>
            </a:pPr>
            <a:r>
              <a:rPr kumimoji="1" lang="zh-CN" altLang="en-US" sz="3600" b="1">
                <a:solidFill>
                  <a:srgbClr val="002F75"/>
                </a:solidFill>
                <a:latin typeface="微软雅黑" panose="020B0503020204020204" pitchFamily="34" charset="-122"/>
                <a:ea typeface="微软雅黑" panose="020B0503020204020204" pitchFamily="34" charset="-122"/>
              </a:rPr>
              <a:t>主标题</a:t>
            </a:r>
            <a:r>
              <a:rPr kumimoji="1" lang="en-US" altLang="zh-CN" sz="3600" b="1">
                <a:solidFill>
                  <a:srgbClr val="002F75"/>
                </a:solidFill>
                <a:latin typeface="微软雅黑" panose="020B0503020204020204" pitchFamily="34" charset="-122"/>
                <a:ea typeface="微软雅黑" panose="020B0503020204020204" pitchFamily="34" charset="-122"/>
              </a:rPr>
              <a:t>-</a:t>
            </a:r>
            <a:r>
              <a:rPr kumimoji="1" lang="zh-CN" altLang="en-US" sz="3600" b="1">
                <a:solidFill>
                  <a:srgbClr val="002F75"/>
                </a:solidFill>
                <a:latin typeface="微软雅黑" panose="020B0503020204020204" pitchFamily="34" charset="-122"/>
                <a:ea typeface="微软雅黑" panose="020B0503020204020204" pitchFamily="34" charset="-122"/>
              </a:rPr>
              <a:t>字号</a:t>
            </a:r>
            <a:r>
              <a:rPr kumimoji="1" lang="en-US" altLang="zh-CN" sz="3600" b="1">
                <a:solidFill>
                  <a:srgbClr val="002F75"/>
                </a:solidFill>
                <a:latin typeface="微软雅黑" panose="020B0503020204020204" pitchFamily="34" charset="-122"/>
                <a:ea typeface="微软雅黑" panose="020B0503020204020204" pitchFamily="34" charset="-122"/>
              </a:rPr>
              <a:t>30-36</a:t>
            </a:r>
            <a:endParaRPr kumimoji="1" lang="zh-TW" altLang="en-US" sz="3600" b="1">
              <a:solidFill>
                <a:srgbClr val="002F75"/>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ph idx="1" hasCustomPrompt="1"/>
          </p:nvPr>
        </p:nvSpPr>
        <p:spPr>
          <a:xfrm>
            <a:off x="838200" y="2127243"/>
            <a:ext cx="9389882" cy="4227375"/>
          </a:xfrm>
          <a:prstGeom prst="rect">
            <a:avLst/>
          </a:prstGeom>
        </p:spPr>
        <p:txBody>
          <a:bodyPr>
            <a:normAutofit/>
          </a:bodyPr>
          <a:lstStyle>
            <a:lvl1pPr>
              <a:defRPr sz="1600" b="0">
                <a:latin typeface="思源黑体 CN Normal" panose="020B0400000000000000" pitchFamily="34" charset="-122"/>
                <a:ea typeface="思源黑体 CN Normal" panose="020B0400000000000000" pitchFamily="34" charset="-122"/>
              </a:defRPr>
            </a:lvl1pPr>
            <a:lvl2pPr>
              <a:defRPr sz="1600" b="0"/>
            </a:lvl2pPr>
            <a:lvl3pPr>
              <a:defRPr sz="1600" b="0"/>
            </a:lvl3pPr>
          </a:lstStyle>
          <a:p>
            <a:r>
              <a:rPr kumimoji="1" lang="zh-CN" altLang="en-US" sz="1600">
                <a:latin typeface="+mj-ea"/>
                <a:ea typeface="+mj-ea"/>
                <a:sym typeface="等线" panose="02010600030101010101" charset="-122"/>
              </a:rPr>
              <a:t>正文内容</a:t>
            </a:r>
            <a:r>
              <a:rPr kumimoji="1" lang="en-US" altLang="zh-CN" sz="1600">
                <a:latin typeface="+mj-ea"/>
                <a:ea typeface="+mj-ea"/>
                <a:sym typeface="等线" panose="02010600030101010101" charset="-122"/>
              </a:rPr>
              <a:t>-</a:t>
            </a:r>
            <a:r>
              <a:rPr kumimoji="1" lang="zh-CN" altLang="en-US" sz="1600">
                <a:latin typeface="+mj-ea"/>
                <a:ea typeface="+mj-ea"/>
                <a:sym typeface="等线" panose="02010600030101010101" charset="-122"/>
              </a:rPr>
              <a:t>字号</a:t>
            </a:r>
            <a:r>
              <a:rPr kumimoji="1" lang="en-US" altLang="zh-CN" sz="1600">
                <a:latin typeface="+mj-ea"/>
                <a:ea typeface="+mj-ea"/>
                <a:sym typeface="等线" panose="02010600030101010101" charset="-122"/>
              </a:rPr>
              <a:t>12-18</a:t>
            </a:r>
            <a:endParaRPr lang="zh-CN" altLang="en-US"/>
          </a:p>
        </p:txBody>
      </p:sp>
      <p:sp>
        <p:nvSpPr>
          <p:cNvPr id="4" name="灯片编号占位符 5"/>
          <p:cNvSpPr>
            <a:spLocks noGrp="1"/>
          </p:cNvSpPr>
          <p:nvPr>
            <p:ph type="sldNum" sz="quarter" idx="12"/>
          </p:nvPr>
        </p:nvSpPr>
        <p:spPr>
          <a:xfrm>
            <a:off x="11314045" y="6318435"/>
            <a:ext cx="740300" cy="365125"/>
          </a:xfrm>
          <a:prstGeom prst="rect">
            <a:avLst/>
          </a:prstGeom>
        </p:spPr>
        <p:txBody>
          <a:bodyPr/>
          <a:lstStyle>
            <a:lvl1pPr algn="r">
              <a:defRPr sz="1200">
                <a:latin typeface="思源黑体 CN Regular" panose="020B0500000000000000" pitchFamily="34" charset="-122"/>
                <a:ea typeface="思源黑体 CN Regular" panose="020B0500000000000000" pitchFamily="34" charset="-122"/>
              </a:defRPr>
            </a:lvl1pPr>
          </a:lstStyle>
          <a:p>
            <a:fld id="{E5386DCD-524C-4D6B-849A-07B12901B9AD}" type="slidenum">
              <a:rPr lang="zh-CN" altLang="en-US" smtClean="0"/>
            </a:fld>
            <a:r>
              <a:rPr lang="en-US" altLang="zh-CN"/>
              <a:t>/N</a:t>
            </a:r>
            <a:endParaRPr lang="en-US" altLang="zh-CN"/>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522569" y="2127243"/>
            <a:ext cx="9389882" cy="4227375"/>
          </a:xfrm>
          <a:prstGeom prst="rect">
            <a:avLst/>
          </a:prstGeom>
        </p:spPr>
        <p:txBody>
          <a:bodyPr>
            <a:normAutofit/>
          </a:bodyPr>
          <a:lstStyle>
            <a:lvl1pPr>
              <a:defRPr sz="1600" b="0">
                <a:latin typeface="Arial" panose="020B0604020202020204" pitchFamily="34" charset="0"/>
                <a:cs typeface="Arial" panose="020B0604020202020204" pitchFamily="34" charset="0"/>
              </a:defRPr>
            </a:lvl1pPr>
            <a:lvl2pPr>
              <a:defRPr sz="1600" b="0"/>
            </a:lvl2pPr>
            <a:lvl3pPr>
              <a:defRPr sz="1600" b="0"/>
            </a:lvl3pPr>
          </a:lstStyle>
          <a:p>
            <a:r>
              <a:rPr kumimoji="1" lang="en-US" altLang="zh-CN" sz="1600">
                <a:ea typeface="+mj-ea"/>
                <a:sym typeface="等线" panose="02010600030101010101" charset="-122"/>
              </a:rPr>
              <a:t>Text-font size 12-18</a:t>
            </a:r>
            <a:endParaRPr lang="zh-CN" altLang="en-US"/>
          </a:p>
        </p:txBody>
      </p:sp>
      <p:pic>
        <p:nvPicPr>
          <p:cNvPr id="4" name="图片 3"/>
          <p:cNvPicPr>
            <a:picLocks noChangeAspect="1"/>
          </p:cNvPicPr>
          <p:nvPr userDrawn="1">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sp>
        <p:nvSpPr>
          <p:cNvPr id="6" name="文本框 5"/>
          <p:cNvSpPr txBox="1"/>
          <p:nvPr userDrawn="1"/>
        </p:nvSpPr>
        <p:spPr>
          <a:xfrm>
            <a:off x="11369675" y="6268720"/>
            <a:ext cx="725805" cy="275590"/>
          </a:xfrm>
          <a:prstGeom prst="rect">
            <a:avLst/>
          </a:prstGeom>
          <a:noFill/>
        </p:spPr>
        <p:txBody>
          <a:bodyPr wrap="square" rtlCol="0">
            <a:spAutoFit/>
          </a:bodyPr>
          <a:lstStyle/>
          <a:p>
            <a:fld id="{9A0DB2DC-4C9A-4742-B13C-FB6460FD3503}" type="slidenum">
              <a:rPr lang="en-US" altLang="zh-CN" sz="1200" smtClean="0">
                <a:latin typeface="+mn-ea"/>
              </a:rPr>
            </a:fld>
            <a:r>
              <a:rPr lang="en-US" altLang="zh-CN" sz="1200">
                <a:latin typeface="+mn-ea"/>
              </a:rPr>
              <a:t>/N</a:t>
            </a:r>
            <a:endParaRPr lang="en-US" altLang="zh-CN" sz="1200">
              <a:latin typeface="+mn-ea"/>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64917"/>
            <a:ext cx="7315200" cy="737165"/>
          </a:xfrm>
          <a:prstGeom prst="rect">
            <a:avLst/>
          </a:prstGeom>
        </p:spPr>
        <p:txBody>
          <a:bodyPr/>
          <a:lstStyle/>
          <a:p>
            <a:r>
              <a:rPr lang="zh-CN" altLang="en-US"/>
              <a:t>主标题文本样式</a:t>
            </a:r>
            <a:endParaRPr lang="zh-CN" altLang="en-US"/>
          </a:p>
        </p:txBody>
      </p:sp>
      <p:sp>
        <p:nvSpPr>
          <p:cNvPr id="3" name="内容占位符 2"/>
          <p:cNvSpPr>
            <a:spLocks noGrp="1"/>
          </p:cNvSpPr>
          <p:nvPr>
            <p:ph sz="half" idx="1" hasCustomPrompt="1"/>
          </p:nvPr>
        </p:nvSpPr>
        <p:spPr>
          <a:xfrm>
            <a:off x="838200" y="1825625"/>
            <a:ext cx="5181600" cy="541794"/>
          </a:xfrm>
          <a:prstGeom prst="rect">
            <a:avLst/>
          </a:prstGeom>
        </p:spPr>
        <p:txBody>
          <a:bodyPr/>
          <a:lstStyle/>
          <a:p>
            <a:pPr lvl="0"/>
            <a:r>
              <a:rPr lang="zh-CN" altLang="en-US"/>
              <a:t>副标题文本样式</a:t>
            </a:r>
            <a:endParaRPr lang="zh-CN" altLang="en-US"/>
          </a:p>
        </p:txBody>
      </p:sp>
      <p:sp>
        <p:nvSpPr>
          <p:cNvPr id="4" name="内容占位符 3"/>
          <p:cNvSpPr>
            <a:spLocks noGrp="1"/>
          </p:cNvSpPr>
          <p:nvPr>
            <p:ph sz="half" idx="2" hasCustomPrompt="1"/>
          </p:nvPr>
        </p:nvSpPr>
        <p:spPr>
          <a:xfrm>
            <a:off x="6172200" y="1825625"/>
            <a:ext cx="5181600" cy="4351338"/>
          </a:xfrm>
          <a:prstGeom prst="rect">
            <a:avLst/>
          </a:prstGeom>
        </p:spPr>
        <p:txBody>
          <a:bodyPr>
            <a:normAutofit/>
          </a:bodyPr>
          <a:lstStyle>
            <a:lvl1pPr>
              <a:lnSpc>
                <a:spcPct val="150000"/>
              </a:lnSpc>
              <a:defRPr lang="zh-CN" altLang="zh-CN" sz="1600" smtClean="0">
                <a:effectLst/>
              </a:defRPr>
            </a:lvl1pPr>
          </a:lstStyle>
          <a:p>
            <a:pPr lvl="0"/>
            <a:r>
              <a:rPr lang="zh-CN" altLang="en-US"/>
              <a:t>正文文本样式</a:t>
            </a:r>
            <a:r>
              <a:rPr lang="en-US" altLang="zh-CN"/>
              <a:t>——</a:t>
            </a:r>
            <a:endParaRPr lang="en-US" altLang="zh-CN"/>
          </a:p>
          <a:p>
            <a:pPr lvl="0"/>
            <a:r>
              <a:rPr lang="zh-CN" altLang="en-US"/>
              <a:t>作为全球领先的智能制造及工业互联网整体解决方案服务商，工业富联始终坚持深耕中国、布局全球的生产和经营策略，业务范围覆盖数据全流程，在全球产业链中构建起国内与国外的桥梁，并基于多年来在精益管理、供应链管理、柔性生产方面的经验，实现国内国外双循环，解决国内制造、原材料、销售在外问题，发挥桥梁纽带作用。</a:t>
            </a:r>
            <a:endParaRPr lang="zh-CN" altLang="zh-CN" sz="1050" kern="100">
              <a:effectLst/>
              <a:latin typeface="等线" panose="02010600030101010101" charset="-122"/>
              <a:ea typeface="等线" panose="02010600030101010101" charset="-122"/>
              <a:cs typeface="Times New Roman" panose="02020603050405020304" pitchFamily="18" charset="0"/>
            </a:endParaRP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1137457" y="2303115"/>
            <a:ext cx="5645728" cy="18948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椭圆 2"/>
          <p:cNvSpPr/>
          <p:nvPr userDrawn="1"/>
        </p:nvSpPr>
        <p:spPr>
          <a:xfrm>
            <a:off x="2658110" y="1480345"/>
            <a:ext cx="6715760" cy="3652728"/>
          </a:xfrm>
          <a:prstGeom prst="ellipse">
            <a:avLst/>
          </a:prstGeom>
          <a:gradFill flip="none" rotWithShape="1">
            <a:gsLst>
              <a:gs pos="100000">
                <a:schemeClr val="accent1">
                  <a:lumMod val="75000"/>
                  <a:alpha val="0"/>
                </a:schemeClr>
              </a:gs>
              <a:gs pos="0">
                <a:schemeClr val="accent1">
                  <a:lumMod val="75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userDrawn="1"/>
        </p:nvSpPr>
        <p:spPr>
          <a:xfrm>
            <a:off x="3009065" y="2518616"/>
            <a:ext cx="5830442" cy="1446550"/>
          </a:xfrm>
          <a:prstGeom prst="rect">
            <a:avLst/>
          </a:prstGeom>
          <a:noFill/>
        </p:spPr>
        <p:txBody>
          <a:bodyPr wrap="square" rtlCol="0">
            <a:spAutoFit/>
          </a:bodyPr>
          <a:lstStyle/>
          <a:p>
            <a:r>
              <a:rPr lang="en-US" altLang="zh-CN"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rPr>
              <a:t>Thank you</a:t>
            </a:r>
            <a:endParaRPr lang="zh-CN" altLang="en-US"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页码">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486738"/>
            <a:ext cx="9389882" cy="908429"/>
          </a:xfrm>
          <a:prstGeom prst="rect">
            <a:avLst/>
          </a:prstGeom>
        </p:spPr>
        <p:txBody>
          <a:bodyPr/>
          <a:lstStyle>
            <a:lvl1pPr>
              <a:defRPr>
                <a:latin typeface="思源黑体 CN Heavy" panose="020B0A00000000000000" pitchFamily="34" charset="-122"/>
                <a:ea typeface="思源黑体 CN Heavy" panose="020B0A00000000000000" pitchFamily="34" charset="-122"/>
              </a:defRPr>
            </a:lvl1pPr>
          </a:lstStyle>
          <a:p>
            <a:pPr>
              <a:defRPr/>
            </a:pPr>
            <a:r>
              <a:rPr kumimoji="1" lang="zh-CN" altLang="en-US" sz="3600" b="1">
                <a:solidFill>
                  <a:srgbClr val="002F75"/>
                </a:solidFill>
                <a:latin typeface="微软雅黑" panose="020B0503020204020204" pitchFamily="34" charset="-122"/>
                <a:ea typeface="微软雅黑" panose="020B0503020204020204" pitchFamily="34" charset="-122"/>
              </a:rPr>
              <a:t>主标题</a:t>
            </a:r>
            <a:r>
              <a:rPr kumimoji="1" lang="en-US" altLang="zh-CN" sz="3600" b="1">
                <a:solidFill>
                  <a:srgbClr val="002F75"/>
                </a:solidFill>
                <a:latin typeface="微软雅黑" panose="020B0503020204020204" pitchFamily="34" charset="-122"/>
                <a:ea typeface="微软雅黑" panose="020B0503020204020204" pitchFamily="34" charset="-122"/>
              </a:rPr>
              <a:t>-</a:t>
            </a:r>
            <a:r>
              <a:rPr kumimoji="1" lang="zh-CN" altLang="en-US" sz="3600" b="1">
                <a:solidFill>
                  <a:srgbClr val="002F75"/>
                </a:solidFill>
                <a:latin typeface="微软雅黑" panose="020B0503020204020204" pitchFamily="34" charset="-122"/>
                <a:ea typeface="微软雅黑" panose="020B0503020204020204" pitchFamily="34" charset="-122"/>
              </a:rPr>
              <a:t>字号</a:t>
            </a:r>
            <a:r>
              <a:rPr kumimoji="1" lang="en-US" altLang="zh-CN" sz="3600" b="1">
                <a:solidFill>
                  <a:srgbClr val="002F75"/>
                </a:solidFill>
                <a:latin typeface="微软雅黑" panose="020B0503020204020204" pitchFamily="34" charset="-122"/>
                <a:ea typeface="微软雅黑" panose="020B0503020204020204" pitchFamily="34" charset="-122"/>
              </a:rPr>
              <a:t>30-36</a:t>
            </a:r>
            <a:endParaRPr kumimoji="1" lang="zh-TW" altLang="en-US" sz="3600" b="1">
              <a:solidFill>
                <a:srgbClr val="002F75"/>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ph idx="1" hasCustomPrompt="1"/>
          </p:nvPr>
        </p:nvSpPr>
        <p:spPr>
          <a:xfrm>
            <a:off x="838200" y="2127243"/>
            <a:ext cx="9389882" cy="4227375"/>
          </a:xfrm>
          <a:prstGeom prst="rect">
            <a:avLst/>
          </a:prstGeom>
        </p:spPr>
        <p:txBody>
          <a:bodyPr>
            <a:normAutofit/>
          </a:bodyPr>
          <a:lstStyle>
            <a:lvl1pPr>
              <a:defRPr sz="1600" b="0">
                <a:latin typeface="思源黑体 CN Normal" panose="020B0400000000000000" pitchFamily="34" charset="-122"/>
                <a:ea typeface="思源黑体 CN Normal" panose="020B0400000000000000" pitchFamily="34" charset="-122"/>
              </a:defRPr>
            </a:lvl1pPr>
            <a:lvl2pPr>
              <a:defRPr sz="1600" b="0"/>
            </a:lvl2pPr>
            <a:lvl3pPr>
              <a:defRPr sz="1600" b="0"/>
            </a:lvl3pPr>
          </a:lstStyle>
          <a:p>
            <a:r>
              <a:rPr kumimoji="1" lang="zh-CN" altLang="en-US" sz="1600">
                <a:latin typeface="+mj-ea"/>
                <a:ea typeface="+mj-ea"/>
                <a:sym typeface="等线" panose="02010600030101010101" charset="-122"/>
              </a:rPr>
              <a:t>正文内容</a:t>
            </a:r>
            <a:r>
              <a:rPr kumimoji="1" lang="en-US" altLang="zh-CN" sz="1600">
                <a:latin typeface="+mj-ea"/>
                <a:ea typeface="+mj-ea"/>
                <a:sym typeface="等线" panose="02010600030101010101" charset="-122"/>
              </a:rPr>
              <a:t>-</a:t>
            </a:r>
            <a:r>
              <a:rPr kumimoji="1" lang="zh-CN" altLang="en-US" sz="1600">
                <a:latin typeface="+mj-ea"/>
                <a:ea typeface="+mj-ea"/>
                <a:sym typeface="等线" panose="02010600030101010101" charset="-122"/>
              </a:rPr>
              <a:t>字号</a:t>
            </a:r>
            <a:r>
              <a:rPr kumimoji="1" lang="en-US" altLang="zh-CN" sz="1600">
                <a:latin typeface="+mj-ea"/>
                <a:ea typeface="+mj-ea"/>
                <a:sym typeface="等线" panose="02010600030101010101" charset="-122"/>
              </a:rPr>
              <a:t>12-18</a:t>
            </a:r>
            <a:endParaRPr lang="zh-CN" altLang="en-US"/>
          </a:p>
        </p:txBody>
      </p:sp>
      <p:sp>
        <p:nvSpPr>
          <p:cNvPr id="4" name="灯片编号占位符 5"/>
          <p:cNvSpPr>
            <a:spLocks noGrp="1"/>
          </p:cNvSpPr>
          <p:nvPr>
            <p:ph type="sldNum" sz="quarter" idx="12"/>
          </p:nvPr>
        </p:nvSpPr>
        <p:spPr>
          <a:xfrm>
            <a:off x="11314045" y="6318435"/>
            <a:ext cx="740300" cy="365125"/>
          </a:xfrm>
          <a:prstGeom prst="rect">
            <a:avLst/>
          </a:prstGeom>
        </p:spPr>
        <p:txBody>
          <a:bodyPr/>
          <a:lstStyle>
            <a:lvl1pPr algn="r">
              <a:defRPr sz="1200">
                <a:latin typeface="思源黑体 CN Regular" panose="020B0500000000000000" pitchFamily="34" charset="-122"/>
                <a:ea typeface="思源黑体 CN Regular" panose="020B0500000000000000" pitchFamily="34" charset="-122"/>
              </a:defRPr>
            </a:lvl1pPr>
          </a:lstStyle>
          <a:p>
            <a:fld id="{E5386DCD-524C-4D6B-849A-07B12901B9AD}" type="slidenum">
              <a:rPr lang="zh-CN" altLang="en-US" smtClean="0"/>
            </a:fld>
            <a:r>
              <a:rPr lang="en-US" altLang="zh-CN"/>
              <a:t>/N</a:t>
            </a:r>
            <a:endParaRPr lang="en-US" altLang="zh-CN"/>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522569" y="2127243"/>
            <a:ext cx="9389882" cy="4227375"/>
          </a:xfrm>
          <a:prstGeom prst="rect">
            <a:avLst/>
          </a:prstGeom>
        </p:spPr>
        <p:txBody>
          <a:bodyPr>
            <a:normAutofit/>
          </a:bodyPr>
          <a:lstStyle>
            <a:lvl1pPr>
              <a:defRPr sz="1600" b="0">
                <a:latin typeface="Arial" panose="020B0604020202020204" pitchFamily="34" charset="0"/>
                <a:cs typeface="Arial" panose="020B0604020202020204" pitchFamily="34" charset="0"/>
              </a:defRPr>
            </a:lvl1pPr>
            <a:lvl2pPr>
              <a:defRPr sz="1600" b="0"/>
            </a:lvl2pPr>
            <a:lvl3pPr>
              <a:defRPr sz="1600" b="0"/>
            </a:lvl3pPr>
          </a:lstStyle>
          <a:p>
            <a:r>
              <a:rPr kumimoji="1" lang="en-US" altLang="zh-CN" sz="1600">
                <a:ea typeface="+mj-ea"/>
                <a:sym typeface="等线" panose="02010600030101010101" charset="-122"/>
              </a:rPr>
              <a:t>Text-font size 12-18</a:t>
            </a:r>
            <a:endParaRPr lang="zh-CN" altLang="en-US"/>
          </a:p>
        </p:txBody>
      </p:sp>
      <p:pic>
        <p:nvPicPr>
          <p:cNvPr id="4" name="图片 3"/>
          <p:cNvPicPr>
            <a:picLocks noChangeAspect="1"/>
          </p:cNvPicPr>
          <p:nvPr userDrawn="1">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sp>
        <p:nvSpPr>
          <p:cNvPr id="6" name="文本框 5"/>
          <p:cNvSpPr txBox="1"/>
          <p:nvPr userDrawn="1"/>
        </p:nvSpPr>
        <p:spPr>
          <a:xfrm>
            <a:off x="11369675" y="6268720"/>
            <a:ext cx="725805" cy="275590"/>
          </a:xfrm>
          <a:prstGeom prst="rect">
            <a:avLst/>
          </a:prstGeom>
          <a:noFill/>
        </p:spPr>
        <p:txBody>
          <a:bodyPr wrap="square" rtlCol="0">
            <a:spAutoFit/>
          </a:bodyPr>
          <a:lstStyle/>
          <a:p>
            <a:fld id="{9A0DB2DC-4C9A-4742-B13C-FB6460FD3503}" type="slidenum">
              <a:rPr lang="en-US" altLang="zh-CN" sz="1200" smtClean="0">
                <a:latin typeface="+mn-ea"/>
              </a:rPr>
            </a:fld>
            <a:r>
              <a:rPr lang="en-US" altLang="zh-CN" sz="1200">
                <a:latin typeface="+mn-ea"/>
              </a:rPr>
              <a:t>/N</a:t>
            </a:r>
            <a:endParaRPr lang="en-US" altLang="zh-CN" sz="1200">
              <a:latin typeface="+mn-ea"/>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64917"/>
            <a:ext cx="7315200" cy="737165"/>
          </a:xfrm>
          <a:prstGeom prst="rect">
            <a:avLst/>
          </a:prstGeom>
        </p:spPr>
        <p:txBody>
          <a:bodyPr/>
          <a:lstStyle/>
          <a:p>
            <a:r>
              <a:rPr lang="zh-CN" altLang="en-US"/>
              <a:t>主标题文本样式</a:t>
            </a:r>
            <a:endParaRPr lang="zh-CN" altLang="en-US"/>
          </a:p>
        </p:txBody>
      </p:sp>
      <p:sp>
        <p:nvSpPr>
          <p:cNvPr id="3" name="内容占位符 2"/>
          <p:cNvSpPr>
            <a:spLocks noGrp="1"/>
          </p:cNvSpPr>
          <p:nvPr>
            <p:ph sz="half" idx="1" hasCustomPrompt="1"/>
          </p:nvPr>
        </p:nvSpPr>
        <p:spPr>
          <a:xfrm>
            <a:off x="838200" y="1825625"/>
            <a:ext cx="5181600" cy="541794"/>
          </a:xfrm>
          <a:prstGeom prst="rect">
            <a:avLst/>
          </a:prstGeom>
        </p:spPr>
        <p:txBody>
          <a:bodyPr/>
          <a:lstStyle/>
          <a:p>
            <a:pPr lvl="0"/>
            <a:r>
              <a:rPr lang="zh-CN" altLang="en-US"/>
              <a:t>副标题文本样式</a:t>
            </a:r>
            <a:endParaRPr lang="zh-CN" altLang="en-US"/>
          </a:p>
        </p:txBody>
      </p:sp>
      <p:sp>
        <p:nvSpPr>
          <p:cNvPr id="4" name="内容占位符 3"/>
          <p:cNvSpPr>
            <a:spLocks noGrp="1"/>
          </p:cNvSpPr>
          <p:nvPr>
            <p:ph sz="half" idx="2" hasCustomPrompt="1"/>
          </p:nvPr>
        </p:nvSpPr>
        <p:spPr>
          <a:xfrm>
            <a:off x="6172200" y="1825625"/>
            <a:ext cx="5181600" cy="4351338"/>
          </a:xfrm>
          <a:prstGeom prst="rect">
            <a:avLst/>
          </a:prstGeom>
        </p:spPr>
        <p:txBody>
          <a:bodyPr>
            <a:normAutofit/>
          </a:bodyPr>
          <a:lstStyle>
            <a:lvl1pPr>
              <a:lnSpc>
                <a:spcPct val="150000"/>
              </a:lnSpc>
              <a:defRPr lang="zh-CN" altLang="zh-CN" sz="1600" smtClean="0">
                <a:effectLst/>
              </a:defRPr>
            </a:lvl1pPr>
          </a:lstStyle>
          <a:p>
            <a:pPr lvl="0"/>
            <a:r>
              <a:rPr lang="zh-CN" altLang="en-US"/>
              <a:t>正文文本样式</a:t>
            </a:r>
            <a:r>
              <a:rPr lang="en-US" altLang="zh-CN"/>
              <a:t>——</a:t>
            </a:r>
            <a:endParaRPr lang="en-US" altLang="zh-CN"/>
          </a:p>
          <a:p>
            <a:pPr lvl="0"/>
            <a:r>
              <a:rPr lang="zh-CN" altLang="en-US"/>
              <a:t>作为全球领先的智能制造及工业互联网整体解决方案服务商，工业富联始终坚持深耕中国、布局全球的生产和经营策略，业务范围覆盖数据全流程，在全球产业链中构建起国内与国外的桥梁，并基于多年来在精益管理、供应链管理、柔性生产方面的经验，实现国内国外双循环，解决国内制造、原材料、销售在外问题，发挥桥梁纽带作用。</a:t>
            </a:r>
            <a:endParaRPr lang="zh-CN" altLang="zh-CN" sz="1050" kern="100">
              <a:effectLst/>
              <a:latin typeface="等线" panose="02010600030101010101" charset="-122"/>
              <a:ea typeface="等线" panose="02010600030101010101" charset="-122"/>
              <a:cs typeface="Times New Roman" panose="02020603050405020304" pitchFamily="18" charset="0"/>
            </a:endParaRP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1137457" y="2303115"/>
            <a:ext cx="5645728" cy="18948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椭圆 2"/>
          <p:cNvSpPr/>
          <p:nvPr userDrawn="1"/>
        </p:nvSpPr>
        <p:spPr>
          <a:xfrm>
            <a:off x="2658110" y="1480345"/>
            <a:ext cx="6715760" cy="3652728"/>
          </a:xfrm>
          <a:prstGeom prst="ellipse">
            <a:avLst/>
          </a:prstGeom>
          <a:gradFill flip="none" rotWithShape="1">
            <a:gsLst>
              <a:gs pos="100000">
                <a:schemeClr val="accent1">
                  <a:lumMod val="75000"/>
                  <a:alpha val="0"/>
                </a:schemeClr>
              </a:gs>
              <a:gs pos="0">
                <a:schemeClr val="accent1">
                  <a:lumMod val="75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userDrawn="1"/>
        </p:nvSpPr>
        <p:spPr>
          <a:xfrm>
            <a:off x="3009065" y="2518616"/>
            <a:ext cx="5830442" cy="1446550"/>
          </a:xfrm>
          <a:prstGeom prst="rect">
            <a:avLst/>
          </a:prstGeom>
          <a:noFill/>
        </p:spPr>
        <p:txBody>
          <a:bodyPr wrap="square" rtlCol="0">
            <a:spAutoFit/>
          </a:bodyPr>
          <a:lstStyle/>
          <a:p>
            <a:r>
              <a:rPr lang="en-US" altLang="zh-CN"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rPr>
              <a:t>Thank you</a:t>
            </a:r>
            <a:endParaRPr lang="zh-CN" altLang="en-US"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页码">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486738"/>
            <a:ext cx="9389882" cy="908429"/>
          </a:xfrm>
          <a:prstGeom prst="rect">
            <a:avLst/>
          </a:prstGeom>
        </p:spPr>
        <p:txBody>
          <a:bodyPr/>
          <a:lstStyle>
            <a:lvl1pPr>
              <a:defRPr>
                <a:latin typeface="思源黑体 CN Heavy" panose="020B0A00000000000000" pitchFamily="34" charset="-122"/>
                <a:ea typeface="思源黑体 CN Heavy" panose="020B0A00000000000000" pitchFamily="34" charset="-122"/>
              </a:defRPr>
            </a:lvl1pPr>
          </a:lstStyle>
          <a:p>
            <a:pPr>
              <a:defRPr/>
            </a:pPr>
            <a:r>
              <a:rPr kumimoji="1" lang="zh-CN" altLang="en-US" sz="3600" b="1">
                <a:solidFill>
                  <a:srgbClr val="002F75"/>
                </a:solidFill>
                <a:latin typeface="微软雅黑" panose="020B0503020204020204" pitchFamily="34" charset="-122"/>
                <a:ea typeface="微软雅黑" panose="020B0503020204020204" pitchFamily="34" charset="-122"/>
              </a:rPr>
              <a:t>主标题</a:t>
            </a:r>
            <a:r>
              <a:rPr kumimoji="1" lang="en-US" altLang="zh-CN" sz="3600" b="1">
                <a:solidFill>
                  <a:srgbClr val="002F75"/>
                </a:solidFill>
                <a:latin typeface="微软雅黑" panose="020B0503020204020204" pitchFamily="34" charset="-122"/>
                <a:ea typeface="微软雅黑" panose="020B0503020204020204" pitchFamily="34" charset="-122"/>
              </a:rPr>
              <a:t>-</a:t>
            </a:r>
            <a:r>
              <a:rPr kumimoji="1" lang="zh-CN" altLang="en-US" sz="3600" b="1">
                <a:solidFill>
                  <a:srgbClr val="002F75"/>
                </a:solidFill>
                <a:latin typeface="微软雅黑" panose="020B0503020204020204" pitchFamily="34" charset="-122"/>
                <a:ea typeface="微软雅黑" panose="020B0503020204020204" pitchFamily="34" charset="-122"/>
              </a:rPr>
              <a:t>字号</a:t>
            </a:r>
            <a:r>
              <a:rPr kumimoji="1" lang="en-US" altLang="zh-CN" sz="3600" b="1">
                <a:solidFill>
                  <a:srgbClr val="002F75"/>
                </a:solidFill>
                <a:latin typeface="微软雅黑" panose="020B0503020204020204" pitchFamily="34" charset="-122"/>
                <a:ea typeface="微软雅黑" panose="020B0503020204020204" pitchFamily="34" charset="-122"/>
              </a:rPr>
              <a:t>30-36</a:t>
            </a:r>
            <a:endParaRPr kumimoji="1" lang="zh-TW" altLang="en-US" sz="3600" b="1">
              <a:solidFill>
                <a:srgbClr val="002F75"/>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ph idx="1" hasCustomPrompt="1"/>
          </p:nvPr>
        </p:nvSpPr>
        <p:spPr>
          <a:xfrm>
            <a:off x="838200" y="2127243"/>
            <a:ext cx="9389882" cy="4227375"/>
          </a:xfrm>
          <a:prstGeom prst="rect">
            <a:avLst/>
          </a:prstGeom>
        </p:spPr>
        <p:txBody>
          <a:bodyPr>
            <a:normAutofit/>
          </a:bodyPr>
          <a:lstStyle>
            <a:lvl1pPr>
              <a:defRPr sz="1600" b="0">
                <a:latin typeface="思源黑体 CN Normal" panose="020B0400000000000000" pitchFamily="34" charset="-122"/>
                <a:ea typeface="思源黑体 CN Normal" panose="020B0400000000000000" pitchFamily="34" charset="-122"/>
              </a:defRPr>
            </a:lvl1pPr>
            <a:lvl2pPr>
              <a:defRPr sz="1600" b="0"/>
            </a:lvl2pPr>
            <a:lvl3pPr>
              <a:defRPr sz="1600" b="0"/>
            </a:lvl3pPr>
          </a:lstStyle>
          <a:p>
            <a:r>
              <a:rPr kumimoji="1" lang="zh-CN" altLang="en-US" sz="1600">
                <a:latin typeface="+mj-ea"/>
                <a:ea typeface="+mj-ea"/>
                <a:sym typeface="等线" panose="02010600030101010101" charset="-122"/>
              </a:rPr>
              <a:t>正文内容</a:t>
            </a:r>
            <a:r>
              <a:rPr kumimoji="1" lang="en-US" altLang="zh-CN" sz="1600">
                <a:latin typeface="+mj-ea"/>
                <a:ea typeface="+mj-ea"/>
                <a:sym typeface="等线" panose="02010600030101010101" charset="-122"/>
              </a:rPr>
              <a:t>-</a:t>
            </a:r>
            <a:r>
              <a:rPr kumimoji="1" lang="zh-CN" altLang="en-US" sz="1600">
                <a:latin typeface="+mj-ea"/>
                <a:ea typeface="+mj-ea"/>
                <a:sym typeface="等线" panose="02010600030101010101" charset="-122"/>
              </a:rPr>
              <a:t>字号</a:t>
            </a:r>
            <a:r>
              <a:rPr kumimoji="1" lang="en-US" altLang="zh-CN" sz="1600">
                <a:latin typeface="+mj-ea"/>
                <a:ea typeface="+mj-ea"/>
                <a:sym typeface="等线" panose="02010600030101010101" charset="-122"/>
              </a:rPr>
              <a:t>12-18</a:t>
            </a:r>
            <a:endParaRPr lang="zh-CN" altLang="en-US"/>
          </a:p>
        </p:txBody>
      </p:sp>
      <p:sp>
        <p:nvSpPr>
          <p:cNvPr id="4" name="灯片编号占位符 5"/>
          <p:cNvSpPr>
            <a:spLocks noGrp="1"/>
          </p:cNvSpPr>
          <p:nvPr>
            <p:ph type="sldNum" sz="quarter" idx="12"/>
          </p:nvPr>
        </p:nvSpPr>
        <p:spPr>
          <a:xfrm>
            <a:off x="11314045" y="6318435"/>
            <a:ext cx="740300" cy="365125"/>
          </a:xfrm>
          <a:prstGeom prst="rect">
            <a:avLst/>
          </a:prstGeom>
        </p:spPr>
        <p:txBody>
          <a:bodyPr/>
          <a:lstStyle>
            <a:lvl1pPr algn="r">
              <a:defRPr sz="1200">
                <a:latin typeface="思源黑体 CN Regular" panose="020B0500000000000000" pitchFamily="34" charset="-122"/>
                <a:ea typeface="思源黑体 CN Regular" panose="020B0500000000000000" pitchFamily="34" charset="-122"/>
              </a:defRPr>
            </a:lvl1pPr>
          </a:lstStyle>
          <a:p>
            <a:fld id="{E5386DCD-524C-4D6B-849A-07B12901B9AD}" type="slidenum">
              <a:rPr lang="zh-CN" altLang="en-US" smtClean="0"/>
            </a:fld>
            <a:r>
              <a:rPr lang="en-US" altLang="zh-CN"/>
              <a:t>/N</a:t>
            </a:r>
            <a:endParaRPr lang="en-US" altLang="zh-CN"/>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522569" y="2127243"/>
            <a:ext cx="9389882" cy="4227375"/>
          </a:xfrm>
          <a:prstGeom prst="rect">
            <a:avLst/>
          </a:prstGeom>
        </p:spPr>
        <p:txBody>
          <a:bodyPr>
            <a:normAutofit/>
          </a:bodyPr>
          <a:lstStyle>
            <a:lvl1pPr>
              <a:defRPr sz="1600" b="0">
                <a:latin typeface="Arial" panose="020B0604020202020204" pitchFamily="34" charset="0"/>
                <a:cs typeface="Arial" panose="020B0604020202020204" pitchFamily="34" charset="0"/>
              </a:defRPr>
            </a:lvl1pPr>
            <a:lvl2pPr>
              <a:defRPr sz="1600" b="0"/>
            </a:lvl2pPr>
            <a:lvl3pPr>
              <a:defRPr sz="1600" b="0"/>
            </a:lvl3pPr>
          </a:lstStyle>
          <a:p>
            <a:r>
              <a:rPr kumimoji="1" lang="en-US" altLang="zh-CN" sz="1600">
                <a:ea typeface="+mj-ea"/>
                <a:sym typeface="等线" panose="02010600030101010101" charset="-122"/>
              </a:rPr>
              <a:t>Text-font size 12-18</a:t>
            </a:r>
            <a:endParaRPr lang="zh-CN" altLang="en-US"/>
          </a:p>
        </p:txBody>
      </p:sp>
      <p:pic>
        <p:nvPicPr>
          <p:cNvPr id="4" name="图片 3"/>
          <p:cNvPicPr>
            <a:picLocks noChangeAspect="1"/>
          </p:cNvPicPr>
          <p:nvPr userDrawn="1">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sp>
        <p:nvSpPr>
          <p:cNvPr id="6" name="文本框 5"/>
          <p:cNvSpPr txBox="1"/>
          <p:nvPr userDrawn="1"/>
        </p:nvSpPr>
        <p:spPr>
          <a:xfrm>
            <a:off x="11369675" y="6268720"/>
            <a:ext cx="725805" cy="275590"/>
          </a:xfrm>
          <a:prstGeom prst="rect">
            <a:avLst/>
          </a:prstGeom>
          <a:noFill/>
        </p:spPr>
        <p:txBody>
          <a:bodyPr wrap="square" rtlCol="0">
            <a:spAutoFit/>
          </a:bodyPr>
          <a:lstStyle/>
          <a:p>
            <a:fld id="{9A0DB2DC-4C9A-4742-B13C-FB6460FD3503}" type="slidenum">
              <a:rPr lang="en-US" altLang="zh-CN" sz="1200" smtClean="0">
                <a:latin typeface="+mn-ea"/>
              </a:rPr>
            </a:fld>
            <a:r>
              <a:rPr lang="en-US" altLang="zh-CN" sz="1200">
                <a:latin typeface="+mn-ea"/>
              </a:rPr>
              <a:t>/N</a:t>
            </a:r>
            <a:endParaRPr lang="en-US" altLang="zh-CN" sz="1200">
              <a:latin typeface="+mn-ea"/>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64917"/>
            <a:ext cx="7315200" cy="737165"/>
          </a:xfrm>
          <a:prstGeom prst="rect">
            <a:avLst/>
          </a:prstGeom>
        </p:spPr>
        <p:txBody>
          <a:bodyPr/>
          <a:lstStyle/>
          <a:p>
            <a:r>
              <a:rPr lang="zh-CN" altLang="en-US"/>
              <a:t>主标题文本样式</a:t>
            </a:r>
            <a:endParaRPr lang="zh-CN" altLang="en-US"/>
          </a:p>
        </p:txBody>
      </p:sp>
      <p:sp>
        <p:nvSpPr>
          <p:cNvPr id="3" name="内容占位符 2"/>
          <p:cNvSpPr>
            <a:spLocks noGrp="1"/>
          </p:cNvSpPr>
          <p:nvPr>
            <p:ph sz="half" idx="1" hasCustomPrompt="1"/>
          </p:nvPr>
        </p:nvSpPr>
        <p:spPr>
          <a:xfrm>
            <a:off x="838200" y="1825625"/>
            <a:ext cx="5181600" cy="541794"/>
          </a:xfrm>
          <a:prstGeom prst="rect">
            <a:avLst/>
          </a:prstGeom>
        </p:spPr>
        <p:txBody>
          <a:bodyPr/>
          <a:lstStyle/>
          <a:p>
            <a:pPr lvl="0"/>
            <a:r>
              <a:rPr lang="zh-CN" altLang="en-US"/>
              <a:t>副标题文本样式</a:t>
            </a:r>
            <a:endParaRPr lang="zh-CN" altLang="en-US"/>
          </a:p>
        </p:txBody>
      </p:sp>
      <p:sp>
        <p:nvSpPr>
          <p:cNvPr id="4" name="内容占位符 3"/>
          <p:cNvSpPr>
            <a:spLocks noGrp="1"/>
          </p:cNvSpPr>
          <p:nvPr>
            <p:ph sz="half" idx="2" hasCustomPrompt="1"/>
          </p:nvPr>
        </p:nvSpPr>
        <p:spPr>
          <a:xfrm>
            <a:off x="6172200" y="1825625"/>
            <a:ext cx="5181600" cy="4351338"/>
          </a:xfrm>
          <a:prstGeom prst="rect">
            <a:avLst/>
          </a:prstGeom>
        </p:spPr>
        <p:txBody>
          <a:bodyPr>
            <a:normAutofit/>
          </a:bodyPr>
          <a:lstStyle>
            <a:lvl1pPr>
              <a:lnSpc>
                <a:spcPct val="150000"/>
              </a:lnSpc>
              <a:defRPr lang="zh-CN" altLang="zh-CN" sz="1600" smtClean="0">
                <a:effectLst/>
              </a:defRPr>
            </a:lvl1pPr>
          </a:lstStyle>
          <a:p>
            <a:pPr lvl="0"/>
            <a:r>
              <a:rPr lang="zh-CN" altLang="en-US"/>
              <a:t>正文文本样式</a:t>
            </a:r>
            <a:r>
              <a:rPr lang="en-US" altLang="zh-CN"/>
              <a:t>——</a:t>
            </a:r>
            <a:endParaRPr lang="en-US" altLang="zh-CN"/>
          </a:p>
          <a:p>
            <a:pPr lvl="0"/>
            <a:r>
              <a:rPr lang="zh-CN" altLang="en-US"/>
              <a:t>作为全球领先的智能制造及工业互联网整体解决方案服务商，工业富联始终坚持深耕中国、布局全球的生产和经营策略，业务范围覆盖数据全流程，在全球产业链中构建起国内与国外的桥梁，并基于多年来在精益管理、供应链管理、柔性生产方面的经验，实现国内国外双循环，解决国内制造、原材料、销售在外问题，发挥桥梁纽带作用。</a:t>
            </a:r>
            <a:endParaRPr lang="zh-CN" altLang="zh-CN" sz="1050" kern="100">
              <a:effectLst/>
              <a:latin typeface="等线" panose="02010600030101010101" charset="-122"/>
              <a:ea typeface="等线" panose="02010600030101010101" charset="-122"/>
              <a:cs typeface="Times New Roman" panose="02020603050405020304" pitchFamily="18" charset="0"/>
            </a:endParaRP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1137457" y="2303115"/>
            <a:ext cx="5645728" cy="18948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椭圆 2"/>
          <p:cNvSpPr/>
          <p:nvPr userDrawn="1"/>
        </p:nvSpPr>
        <p:spPr>
          <a:xfrm>
            <a:off x="2658110" y="1480345"/>
            <a:ext cx="6715760" cy="3652728"/>
          </a:xfrm>
          <a:prstGeom prst="ellipse">
            <a:avLst/>
          </a:prstGeom>
          <a:gradFill flip="none" rotWithShape="1">
            <a:gsLst>
              <a:gs pos="100000">
                <a:schemeClr val="accent1">
                  <a:lumMod val="75000"/>
                  <a:alpha val="0"/>
                </a:schemeClr>
              </a:gs>
              <a:gs pos="0">
                <a:schemeClr val="accent1">
                  <a:lumMod val="75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userDrawn="1"/>
        </p:nvSpPr>
        <p:spPr>
          <a:xfrm>
            <a:off x="3009065" y="2518616"/>
            <a:ext cx="5830442" cy="1446550"/>
          </a:xfrm>
          <a:prstGeom prst="rect">
            <a:avLst/>
          </a:prstGeom>
          <a:noFill/>
        </p:spPr>
        <p:txBody>
          <a:bodyPr wrap="square" rtlCol="0">
            <a:spAutoFit/>
          </a:bodyPr>
          <a:lstStyle/>
          <a:p>
            <a:r>
              <a:rPr lang="en-US" altLang="zh-CN"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rPr>
              <a:t>Thank you</a:t>
            </a:r>
            <a:endParaRPr lang="zh-CN" altLang="en-US"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页码">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486738"/>
            <a:ext cx="9389882" cy="908429"/>
          </a:xfrm>
          <a:prstGeom prst="rect">
            <a:avLst/>
          </a:prstGeom>
        </p:spPr>
        <p:txBody>
          <a:bodyPr/>
          <a:lstStyle>
            <a:lvl1pPr>
              <a:defRPr>
                <a:latin typeface="思源黑体 CN Heavy" panose="020B0A00000000000000" pitchFamily="34" charset="-122"/>
                <a:ea typeface="思源黑体 CN Heavy" panose="020B0A00000000000000" pitchFamily="34" charset="-122"/>
              </a:defRPr>
            </a:lvl1pPr>
          </a:lstStyle>
          <a:p>
            <a:pPr>
              <a:defRPr/>
            </a:pPr>
            <a:r>
              <a:rPr kumimoji="1" lang="zh-CN" altLang="en-US" sz="3600" b="1">
                <a:solidFill>
                  <a:srgbClr val="002F75"/>
                </a:solidFill>
                <a:latin typeface="微软雅黑" panose="020B0503020204020204" pitchFamily="34" charset="-122"/>
                <a:ea typeface="微软雅黑" panose="020B0503020204020204" pitchFamily="34" charset="-122"/>
              </a:rPr>
              <a:t>主标题</a:t>
            </a:r>
            <a:r>
              <a:rPr kumimoji="1" lang="en-US" altLang="zh-CN" sz="3600" b="1">
                <a:solidFill>
                  <a:srgbClr val="002F75"/>
                </a:solidFill>
                <a:latin typeface="微软雅黑" panose="020B0503020204020204" pitchFamily="34" charset="-122"/>
                <a:ea typeface="微软雅黑" panose="020B0503020204020204" pitchFamily="34" charset="-122"/>
              </a:rPr>
              <a:t>-</a:t>
            </a:r>
            <a:r>
              <a:rPr kumimoji="1" lang="zh-CN" altLang="en-US" sz="3600" b="1">
                <a:solidFill>
                  <a:srgbClr val="002F75"/>
                </a:solidFill>
                <a:latin typeface="微软雅黑" panose="020B0503020204020204" pitchFamily="34" charset="-122"/>
                <a:ea typeface="微软雅黑" panose="020B0503020204020204" pitchFamily="34" charset="-122"/>
              </a:rPr>
              <a:t>字号</a:t>
            </a:r>
            <a:r>
              <a:rPr kumimoji="1" lang="en-US" altLang="zh-CN" sz="3600" b="1">
                <a:solidFill>
                  <a:srgbClr val="002F75"/>
                </a:solidFill>
                <a:latin typeface="微软雅黑" panose="020B0503020204020204" pitchFamily="34" charset="-122"/>
                <a:ea typeface="微软雅黑" panose="020B0503020204020204" pitchFamily="34" charset="-122"/>
              </a:rPr>
              <a:t>30-36</a:t>
            </a:r>
            <a:endParaRPr kumimoji="1" lang="zh-TW" altLang="en-US" sz="3600" b="1">
              <a:solidFill>
                <a:srgbClr val="002F75"/>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ph idx="1" hasCustomPrompt="1"/>
          </p:nvPr>
        </p:nvSpPr>
        <p:spPr>
          <a:xfrm>
            <a:off x="838200" y="2127243"/>
            <a:ext cx="9389882" cy="4227375"/>
          </a:xfrm>
          <a:prstGeom prst="rect">
            <a:avLst/>
          </a:prstGeom>
        </p:spPr>
        <p:txBody>
          <a:bodyPr>
            <a:normAutofit/>
          </a:bodyPr>
          <a:lstStyle>
            <a:lvl1pPr>
              <a:defRPr sz="1600" b="0">
                <a:latin typeface="思源黑体 CN Normal" panose="020B0400000000000000" pitchFamily="34" charset="-122"/>
                <a:ea typeface="思源黑体 CN Normal" panose="020B0400000000000000" pitchFamily="34" charset="-122"/>
              </a:defRPr>
            </a:lvl1pPr>
            <a:lvl2pPr>
              <a:defRPr sz="1600" b="0"/>
            </a:lvl2pPr>
            <a:lvl3pPr>
              <a:defRPr sz="1600" b="0"/>
            </a:lvl3pPr>
          </a:lstStyle>
          <a:p>
            <a:r>
              <a:rPr kumimoji="1" lang="zh-CN" altLang="en-US" sz="1600">
                <a:latin typeface="+mj-ea"/>
                <a:ea typeface="+mj-ea"/>
                <a:sym typeface="等线" panose="02010600030101010101" charset="-122"/>
              </a:rPr>
              <a:t>正文内容</a:t>
            </a:r>
            <a:r>
              <a:rPr kumimoji="1" lang="en-US" altLang="zh-CN" sz="1600">
                <a:latin typeface="+mj-ea"/>
                <a:ea typeface="+mj-ea"/>
                <a:sym typeface="等线" panose="02010600030101010101" charset="-122"/>
              </a:rPr>
              <a:t>-</a:t>
            </a:r>
            <a:r>
              <a:rPr kumimoji="1" lang="zh-CN" altLang="en-US" sz="1600">
                <a:latin typeface="+mj-ea"/>
                <a:ea typeface="+mj-ea"/>
                <a:sym typeface="等线" panose="02010600030101010101" charset="-122"/>
              </a:rPr>
              <a:t>字号</a:t>
            </a:r>
            <a:r>
              <a:rPr kumimoji="1" lang="en-US" altLang="zh-CN" sz="1600">
                <a:latin typeface="+mj-ea"/>
                <a:ea typeface="+mj-ea"/>
                <a:sym typeface="等线" panose="02010600030101010101" charset="-122"/>
              </a:rPr>
              <a:t>12-18</a:t>
            </a:r>
            <a:endParaRPr lang="zh-CN" altLang="en-US"/>
          </a:p>
        </p:txBody>
      </p:sp>
      <p:sp>
        <p:nvSpPr>
          <p:cNvPr id="4" name="灯片编号占位符 5"/>
          <p:cNvSpPr>
            <a:spLocks noGrp="1"/>
          </p:cNvSpPr>
          <p:nvPr>
            <p:ph type="sldNum" sz="quarter" idx="12"/>
          </p:nvPr>
        </p:nvSpPr>
        <p:spPr>
          <a:xfrm>
            <a:off x="11314045" y="6318435"/>
            <a:ext cx="740300" cy="365125"/>
          </a:xfrm>
          <a:prstGeom prst="rect">
            <a:avLst/>
          </a:prstGeom>
        </p:spPr>
        <p:txBody>
          <a:bodyPr/>
          <a:lstStyle>
            <a:lvl1pPr algn="r">
              <a:defRPr sz="1200">
                <a:latin typeface="思源黑体 CN Regular" panose="020B0500000000000000" pitchFamily="34" charset="-122"/>
                <a:ea typeface="思源黑体 CN Regular" panose="020B0500000000000000" pitchFamily="34" charset="-122"/>
              </a:defRPr>
            </a:lvl1pPr>
          </a:lstStyle>
          <a:p>
            <a:fld id="{E5386DCD-524C-4D6B-849A-07B12901B9AD}" type="slidenum">
              <a:rPr lang="zh-CN" altLang="en-US" smtClean="0"/>
            </a:fld>
            <a:r>
              <a:rPr lang="en-US" altLang="zh-CN"/>
              <a:t>/N</a:t>
            </a:r>
            <a:endParaRPr lang="en-US" altLang="zh-CN"/>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522569" y="2127243"/>
            <a:ext cx="9389882" cy="4227375"/>
          </a:xfrm>
          <a:prstGeom prst="rect">
            <a:avLst/>
          </a:prstGeom>
        </p:spPr>
        <p:txBody>
          <a:bodyPr>
            <a:normAutofit/>
          </a:bodyPr>
          <a:lstStyle>
            <a:lvl1pPr>
              <a:defRPr sz="1600" b="0">
                <a:latin typeface="Arial" panose="020B0604020202020204" pitchFamily="34" charset="0"/>
                <a:cs typeface="Arial" panose="020B0604020202020204" pitchFamily="34" charset="0"/>
              </a:defRPr>
            </a:lvl1pPr>
            <a:lvl2pPr>
              <a:defRPr sz="1600" b="0"/>
            </a:lvl2pPr>
            <a:lvl3pPr>
              <a:defRPr sz="1600" b="0"/>
            </a:lvl3pPr>
          </a:lstStyle>
          <a:p>
            <a:r>
              <a:rPr kumimoji="1" lang="en-US" altLang="zh-CN" sz="1600">
                <a:ea typeface="+mj-ea"/>
                <a:sym typeface="等线" panose="02010600030101010101" charset="-122"/>
              </a:rPr>
              <a:t>Text-font size 12-18</a:t>
            </a:r>
            <a:endParaRPr lang="zh-CN" altLang="en-US"/>
          </a:p>
        </p:txBody>
      </p:sp>
      <p:pic>
        <p:nvPicPr>
          <p:cNvPr id="4" name="图片 3"/>
          <p:cNvPicPr>
            <a:picLocks noChangeAspect="1"/>
          </p:cNvPicPr>
          <p:nvPr userDrawn="1">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sp>
        <p:nvSpPr>
          <p:cNvPr id="6" name="文本框 5"/>
          <p:cNvSpPr txBox="1"/>
          <p:nvPr userDrawn="1"/>
        </p:nvSpPr>
        <p:spPr>
          <a:xfrm>
            <a:off x="11369675" y="6268720"/>
            <a:ext cx="725805" cy="275590"/>
          </a:xfrm>
          <a:prstGeom prst="rect">
            <a:avLst/>
          </a:prstGeom>
          <a:noFill/>
        </p:spPr>
        <p:txBody>
          <a:bodyPr wrap="square" rtlCol="0">
            <a:spAutoFit/>
          </a:bodyPr>
          <a:lstStyle/>
          <a:p>
            <a:fld id="{9A0DB2DC-4C9A-4742-B13C-FB6460FD3503}" type="slidenum">
              <a:rPr lang="en-US" altLang="zh-CN" sz="1200" smtClean="0">
                <a:latin typeface="+mn-ea"/>
              </a:rPr>
            </a:fld>
            <a:r>
              <a:rPr lang="en-US" altLang="zh-CN" sz="1200">
                <a:latin typeface="+mn-ea"/>
              </a:rPr>
              <a:t>/N</a:t>
            </a:r>
            <a:endParaRPr lang="en-US" altLang="zh-CN" sz="1200">
              <a:latin typeface="+mn-ea"/>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64917"/>
            <a:ext cx="7315200" cy="737165"/>
          </a:xfrm>
          <a:prstGeom prst="rect">
            <a:avLst/>
          </a:prstGeom>
        </p:spPr>
        <p:txBody>
          <a:bodyPr/>
          <a:lstStyle/>
          <a:p>
            <a:r>
              <a:rPr lang="zh-CN" altLang="en-US"/>
              <a:t>主标题文本样式</a:t>
            </a:r>
            <a:endParaRPr lang="zh-CN" altLang="en-US"/>
          </a:p>
        </p:txBody>
      </p:sp>
      <p:sp>
        <p:nvSpPr>
          <p:cNvPr id="3" name="内容占位符 2"/>
          <p:cNvSpPr>
            <a:spLocks noGrp="1"/>
          </p:cNvSpPr>
          <p:nvPr>
            <p:ph sz="half" idx="1" hasCustomPrompt="1"/>
          </p:nvPr>
        </p:nvSpPr>
        <p:spPr>
          <a:xfrm>
            <a:off x="838200" y="1825625"/>
            <a:ext cx="5181600" cy="541794"/>
          </a:xfrm>
          <a:prstGeom prst="rect">
            <a:avLst/>
          </a:prstGeom>
        </p:spPr>
        <p:txBody>
          <a:bodyPr/>
          <a:lstStyle/>
          <a:p>
            <a:pPr lvl="0"/>
            <a:r>
              <a:rPr lang="zh-CN" altLang="en-US"/>
              <a:t>副标题文本样式</a:t>
            </a:r>
            <a:endParaRPr lang="zh-CN" altLang="en-US"/>
          </a:p>
        </p:txBody>
      </p:sp>
      <p:sp>
        <p:nvSpPr>
          <p:cNvPr id="4" name="内容占位符 3"/>
          <p:cNvSpPr>
            <a:spLocks noGrp="1"/>
          </p:cNvSpPr>
          <p:nvPr>
            <p:ph sz="half" idx="2" hasCustomPrompt="1"/>
          </p:nvPr>
        </p:nvSpPr>
        <p:spPr>
          <a:xfrm>
            <a:off x="6172200" y="1825625"/>
            <a:ext cx="5181600" cy="4351338"/>
          </a:xfrm>
          <a:prstGeom prst="rect">
            <a:avLst/>
          </a:prstGeom>
        </p:spPr>
        <p:txBody>
          <a:bodyPr>
            <a:normAutofit/>
          </a:bodyPr>
          <a:lstStyle>
            <a:lvl1pPr>
              <a:lnSpc>
                <a:spcPct val="150000"/>
              </a:lnSpc>
              <a:defRPr lang="zh-CN" altLang="zh-CN" sz="1600" smtClean="0">
                <a:effectLst/>
              </a:defRPr>
            </a:lvl1pPr>
          </a:lstStyle>
          <a:p>
            <a:pPr lvl="0"/>
            <a:r>
              <a:rPr lang="zh-CN" altLang="en-US"/>
              <a:t>正文文本样式</a:t>
            </a:r>
            <a:r>
              <a:rPr lang="en-US" altLang="zh-CN"/>
              <a:t>——</a:t>
            </a:r>
            <a:endParaRPr lang="en-US" altLang="zh-CN"/>
          </a:p>
          <a:p>
            <a:pPr lvl="0"/>
            <a:r>
              <a:rPr lang="zh-CN" altLang="en-US"/>
              <a:t>作为全球领先的智能制造及工业互联网整体解决方案服务商，工业富联始终坚持深耕中国、布局全球的生产和经营策略，业务范围覆盖数据全流程，在全球产业链中构建起国内与国外的桥梁，并基于多年来在精益管理、供应链管理、柔性生产方面的经验，实现国内国外双循环，解决国内制造、原材料、销售在外问题，发挥桥梁纽带作用。</a:t>
            </a:r>
            <a:endParaRPr lang="zh-CN" altLang="zh-CN" sz="1050" kern="100">
              <a:effectLst/>
              <a:latin typeface="等线" panose="02010600030101010101" charset="-122"/>
              <a:ea typeface="等线" panose="02010600030101010101" charset="-122"/>
              <a:cs typeface="Times New Roman" panose="02020603050405020304" pitchFamily="18" charset="0"/>
            </a:endParaRP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1137457" y="2303115"/>
            <a:ext cx="5645728" cy="18948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椭圆 2"/>
          <p:cNvSpPr/>
          <p:nvPr userDrawn="1"/>
        </p:nvSpPr>
        <p:spPr>
          <a:xfrm>
            <a:off x="2658110" y="1480345"/>
            <a:ext cx="6715760" cy="3652728"/>
          </a:xfrm>
          <a:prstGeom prst="ellipse">
            <a:avLst/>
          </a:prstGeom>
          <a:gradFill flip="none" rotWithShape="1">
            <a:gsLst>
              <a:gs pos="100000">
                <a:schemeClr val="accent1">
                  <a:lumMod val="75000"/>
                  <a:alpha val="0"/>
                </a:schemeClr>
              </a:gs>
              <a:gs pos="0">
                <a:schemeClr val="accent1">
                  <a:lumMod val="75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userDrawn="1"/>
        </p:nvSpPr>
        <p:spPr>
          <a:xfrm>
            <a:off x="3009065" y="2518616"/>
            <a:ext cx="5830442" cy="1446550"/>
          </a:xfrm>
          <a:prstGeom prst="rect">
            <a:avLst/>
          </a:prstGeom>
          <a:noFill/>
        </p:spPr>
        <p:txBody>
          <a:bodyPr wrap="square" rtlCol="0">
            <a:spAutoFit/>
          </a:bodyPr>
          <a:lstStyle/>
          <a:p>
            <a:r>
              <a:rPr lang="en-US" altLang="zh-CN"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rPr>
              <a:t>Thank you</a:t>
            </a:r>
            <a:endParaRPr lang="zh-CN" altLang="en-US"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userDrawn="1">
  <p:cSld name="页码">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486738"/>
            <a:ext cx="9389882" cy="908429"/>
          </a:xfrm>
          <a:prstGeom prst="rect">
            <a:avLst/>
          </a:prstGeom>
        </p:spPr>
        <p:txBody>
          <a:bodyPr/>
          <a:lstStyle>
            <a:lvl1pPr>
              <a:defRPr>
                <a:latin typeface="思源黑体 CN Heavy" panose="020B0A00000000000000" pitchFamily="34" charset="-122"/>
                <a:ea typeface="思源黑体 CN Heavy" panose="020B0A00000000000000" pitchFamily="34" charset="-122"/>
              </a:defRPr>
            </a:lvl1pPr>
          </a:lstStyle>
          <a:p>
            <a:pPr>
              <a:defRPr/>
            </a:pPr>
            <a:r>
              <a:rPr kumimoji="1" lang="zh-CN" altLang="en-US" sz="3600" b="1">
                <a:solidFill>
                  <a:srgbClr val="002F75"/>
                </a:solidFill>
                <a:latin typeface="微软雅黑" panose="020B0503020204020204" pitchFamily="34" charset="-122"/>
                <a:ea typeface="微软雅黑" panose="020B0503020204020204" pitchFamily="34" charset="-122"/>
              </a:rPr>
              <a:t>主标题</a:t>
            </a:r>
            <a:r>
              <a:rPr kumimoji="1" lang="en-US" altLang="zh-CN" sz="3600" b="1">
                <a:solidFill>
                  <a:srgbClr val="002F75"/>
                </a:solidFill>
                <a:latin typeface="微软雅黑" panose="020B0503020204020204" pitchFamily="34" charset="-122"/>
                <a:ea typeface="微软雅黑" panose="020B0503020204020204" pitchFamily="34" charset="-122"/>
              </a:rPr>
              <a:t>-</a:t>
            </a:r>
            <a:r>
              <a:rPr kumimoji="1" lang="zh-CN" altLang="en-US" sz="3600" b="1">
                <a:solidFill>
                  <a:srgbClr val="002F75"/>
                </a:solidFill>
                <a:latin typeface="微软雅黑" panose="020B0503020204020204" pitchFamily="34" charset="-122"/>
                <a:ea typeface="微软雅黑" panose="020B0503020204020204" pitchFamily="34" charset="-122"/>
              </a:rPr>
              <a:t>字号</a:t>
            </a:r>
            <a:r>
              <a:rPr kumimoji="1" lang="en-US" altLang="zh-CN" sz="3600" b="1">
                <a:solidFill>
                  <a:srgbClr val="002F75"/>
                </a:solidFill>
                <a:latin typeface="微软雅黑" panose="020B0503020204020204" pitchFamily="34" charset="-122"/>
                <a:ea typeface="微软雅黑" panose="020B0503020204020204" pitchFamily="34" charset="-122"/>
              </a:rPr>
              <a:t>30-36</a:t>
            </a:r>
            <a:endParaRPr kumimoji="1" lang="zh-TW" altLang="en-US" sz="3600" b="1">
              <a:solidFill>
                <a:srgbClr val="002F75"/>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ph idx="1" hasCustomPrompt="1"/>
          </p:nvPr>
        </p:nvSpPr>
        <p:spPr>
          <a:xfrm>
            <a:off x="838200" y="2127243"/>
            <a:ext cx="9389882" cy="4227375"/>
          </a:xfrm>
          <a:prstGeom prst="rect">
            <a:avLst/>
          </a:prstGeom>
        </p:spPr>
        <p:txBody>
          <a:bodyPr>
            <a:normAutofit/>
          </a:bodyPr>
          <a:lstStyle>
            <a:lvl1pPr>
              <a:defRPr sz="1600" b="0">
                <a:latin typeface="思源黑体 CN Normal" panose="020B0400000000000000" pitchFamily="34" charset="-122"/>
                <a:ea typeface="思源黑体 CN Normal" panose="020B0400000000000000" pitchFamily="34" charset="-122"/>
              </a:defRPr>
            </a:lvl1pPr>
            <a:lvl2pPr>
              <a:defRPr sz="1600" b="0"/>
            </a:lvl2pPr>
            <a:lvl3pPr>
              <a:defRPr sz="1600" b="0"/>
            </a:lvl3pPr>
          </a:lstStyle>
          <a:p>
            <a:r>
              <a:rPr kumimoji="1" lang="zh-CN" altLang="en-US" sz="1600">
                <a:latin typeface="+mj-ea"/>
                <a:ea typeface="+mj-ea"/>
                <a:sym typeface="等线" panose="02010600030101010101" charset="-122"/>
              </a:rPr>
              <a:t>正文内容</a:t>
            </a:r>
            <a:r>
              <a:rPr kumimoji="1" lang="en-US" altLang="zh-CN" sz="1600">
                <a:latin typeface="+mj-ea"/>
                <a:ea typeface="+mj-ea"/>
                <a:sym typeface="等线" panose="02010600030101010101" charset="-122"/>
              </a:rPr>
              <a:t>-</a:t>
            </a:r>
            <a:r>
              <a:rPr kumimoji="1" lang="zh-CN" altLang="en-US" sz="1600">
                <a:latin typeface="+mj-ea"/>
                <a:ea typeface="+mj-ea"/>
                <a:sym typeface="等线" panose="02010600030101010101" charset="-122"/>
              </a:rPr>
              <a:t>字号</a:t>
            </a:r>
            <a:r>
              <a:rPr kumimoji="1" lang="en-US" altLang="zh-CN" sz="1600">
                <a:latin typeface="+mj-ea"/>
                <a:ea typeface="+mj-ea"/>
                <a:sym typeface="等线" panose="02010600030101010101" charset="-122"/>
              </a:rPr>
              <a:t>12-18</a:t>
            </a:r>
            <a:endParaRPr lang="zh-CN" altLang="en-US"/>
          </a:p>
        </p:txBody>
      </p:sp>
      <p:sp>
        <p:nvSpPr>
          <p:cNvPr id="4" name="灯片编号占位符 5"/>
          <p:cNvSpPr>
            <a:spLocks noGrp="1"/>
          </p:cNvSpPr>
          <p:nvPr>
            <p:ph type="sldNum" sz="quarter" idx="12"/>
          </p:nvPr>
        </p:nvSpPr>
        <p:spPr>
          <a:xfrm>
            <a:off x="11314045" y="6318435"/>
            <a:ext cx="740300" cy="365125"/>
          </a:xfrm>
          <a:prstGeom prst="rect">
            <a:avLst/>
          </a:prstGeom>
        </p:spPr>
        <p:txBody>
          <a:bodyPr/>
          <a:lstStyle>
            <a:lvl1pPr algn="r">
              <a:defRPr sz="1200">
                <a:latin typeface="思源黑体 CN Regular" panose="020B0500000000000000" pitchFamily="34" charset="-122"/>
                <a:ea typeface="思源黑体 CN Regular" panose="020B0500000000000000" pitchFamily="34" charset="-122"/>
              </a:defRPr>
            </a:lvl1pPr>
          </a:lstStyle>
          <a:p>
            <a:fld id="{E5386DCD-524C-4D6B-849A-07B12901B9AD}" type="slidenum">
              <a:rPr lang="zh-CN" altLang="en-US" smtClean="0"/>
            </a:fld>
            <a:r>
              <a:rPr lang="en-US" altLang="zh-CN"/>
              <a:t>/N</a:t>
            </a:r>
            <a:endParaRPr lang="en-US" altLang="zh-CN"/>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522569" y="2127243"/>
            <a:ext cx="9389882" cy="4227375"/>
          </a:xfrm>
          <a:prstGeom prst="rect">
            <a:avLst/>
          </a:prstGeom>
        </p:spPr>
        <p:txBody>
          <a:bodyPr>
            <a:normAutofit/>
          </a:bodyPr>
          <a:lstStyle>
            <a:lvl1pPr>
              <a:defRPr sz="1600" b="0">
                <a:latin typeface="Arial" panose="020B0604020202020204" pitchFamily="34" charset="0"/>
                <a:cs typeface="Arial" panose="020B0604020202020204" pitchFamily="34" charset="0"/>
              </a:defRPr>
            </a:lvl1pPr>
            <a:lvl2pPr>
              <a:defRPr sz="1600" b="0"/>
            </a:lvl2pPr>
            <a:lvl3pPr>
              <a:defRPr sz="1600" b="0"/>
            </a:lvl3pPr>
          </a:lstStyle>
          <a:p>
            <a:r>
              <a:rPr kumimoji="1" lang="en-US" altLang="zh-CN" sz="1600">
                <a:ea typeface="+mj-ea"/>
                <a:sym typeface="等线" panose="02010600030101010101" charset="-122"/>
              </a:rPr>
              <a:t>Text-font size 12-18</a:t>
            </a:r>
            <a:endParaRPr lang="zh-CN" altLang="en-US"/>
          </a:p>
        </p:txBody>
      </p:sp>
      <p:pic>
        <p:nvPicPr>
          <p:cNvPr id="4" name="图片 3"/>
          <p:cNvPicPr>
            <a:picLocks noChangeAspect="1"/>
          </p:cNvPicPr>
          <p:nvPr userDrawn="1">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sp>
        <p:nvSpPr>
          <p:cNvPr id="6" name="文本框 5"/>
          <p:cNvSpPr txBox="1"/>
          <p:nvPr userDrawn="1"/>
        </p:nvSpPr>
        <p:spPr>
          <a:xfrm>
            <a:off x="11369675" y="6268720"/>
            <a:ext cx="725805" cy="275590"/>
          </a:xfrm>
          <a:prstGeom prst="rect">
            <a:avLst/>
          </a:prstGeom>
          <a:noFill/>
        </p:spPr>
        <p:txBody>
          <a:bodyPr wrap="square" rtlCol="0">
            <a:spAutoFit/>
          </a:bodyPr>
          <a:lstStyle/>
          <a:p>
            <a:fld id="{9A0DB2DC-4C9A-4742-B13C-FB6460FD3503}" type="slidenum">
              <a:rPr lang="en-US" altLang="zh-CN" sz="1200" smtClean="0">
                <a:latin typeface="+mn-ea"/>
              </a:rPr>
            </a:fld>
            <a:r>
              <a:rPr lang="en-US" altLang="zh-CN" sz="1200">
                <a:latin typeface="+mn-ea"/>
              </a:rPr>
              <a:t>/N</a:t>
            </a:r>
            <a:endParaRPr lang="en-US" altLang="zh-CN" sz="1200">
              <a:latin typeface="+mn-ea"/>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64917"/>
            <a:ext cx="7315200" cy="737165"/>
          </a:xfrm>
          <a:prstGeom prst="rect">
            <a:avLst/>
          </a:prstGeom>
        </p:spPr>
        <p:txBody>
          <a:bodyPr/>
          <a:lstStyle/>
          <a:p>
            <a:r>
              <a:rPr lang="zh-CN" altLang="en-US"/>
              <a:t>主标题文本样式</a:t>
            </a:r>
            <a:endParaRPr lang="zh-CN" altLang="en-US"/>
          </a:p>
        </p:txBody>
      </p:sp>
      <p:sp>
        <p:nvSpPr>
          <p:cNvPr id="3" name="内容占位符 2"/>
          <p:cNvSpPr>
            <a:spLocks noGrp="1"/>
          </p:cNvSpPr>
          <p:nvPr>
            <p:ph sz="half" idx="1" hasCustomPrompt="1"/>
          </p:nvPr>
        </p:nvSpPr>
        <p:spPr>
          <a:xfrm>
            <a:off x="838200" y="1825625"/>
            <a:ext cx="5181600" cy="541794"/>
          </a:xfrm>
          <a:prstGeom prst="rect">
            <a:avLst/>
          </a:prstGeom>
        </p:spPr>
        <p:txBody>
          <a:bodyPr/>
          <a:lstStyle/>
          <a:p>
            <a:pPr lvl="0"/>
            <a:r>
              <a:rPr lang="zh-CN" altLang="en-US"/>
              <a:t>副标题文本样式</a:t>
            </a:r>
            <a:endParaRPr lang="zh-CN" altLang="en-US"/>
          </a:p>
        </p:txBody>
      </p:sp>
      <p:sp>
        <p:nvSpPr>
          <p:cNvPr id="4" name="内容占位符 3"/>
          <p:cNvSpPr>
            <a:spLocks noGrp="1"/>
          </p:cNvSpPr>
          <p:nvPr>
            <p:ph sz="half" idx="2" hasCustomPrompt="1"/>
          </p:nvPr>
        </p:nvSpPr>
        <p:spPr>
          <a:xfrm>
            <a:off x="6172200" y="1825625"/>
            <a:ext cx="5181600" cy="4351338"/>
          </a:xfrm>
          <a:prstGeom prst="rect">
            <a:avLst/>
          </a:prstGeom>
        </p:spPr>
        <p:txBody>
          <a:bodyPr>
            <a:normAutofit/>
          </a:bodyPr>
          <a:lstStyle>
            <a:lvl1pPr>
              <a:lnSpc>
                <a:spcPct val="150000"/>
              </a:lnSpc>
              <a:defRPr lang="zh-CN" altLang="zh-CN" sz="1600" smtClean="0">
                <a:effectLst/>
              </a:defRPr>
            </a:lvl1pPr>
          </a:lstStyle>
          <a:p>
            <a:pPr lvl="0"/>
            <a:r>
              <a:rPr lang="zh-CN" altLang="en-US"/>
              <a:t>正文文本样式</a:t>
            </a:r>
            <a:r>
              <a:rPr lang="en-US" altLang="zh-CN"/>
              <a:t>——</a:t>
            </a:r>
            <a:endParaRPr lang="en-US" altLang="zh-CN"/>
          </a:p>
          <a:p>
            <a:pPr lvl="0"/>
            <a:r>
              <a:rPr lang="zh-CN" altLang="en-US"/>
              <a:t>作为全球领先的智能制造及工业互联网整体解决方案服务商，工业富联始终坚持深耕中国、布局全球的生产和经营策略，业务范围覆盖数据全流程，在全球产业链中构建起国内与国外的桥梁，并基于多年来在精益管理、供应链管理、柔性生产方面的经验，实现国内国外双循环，解决国内制造、原材料、销售在外问题，发挥桥梁纽带作用。</a:t>
            </a:r>
            <a:endParaRPr lang="zh-CN" altLang="zh-CN" sz="1050" kern="100">
              <a:effectLst/>
              <a:latin typeface="等线" panose="02010600030101010101" charset="-122"/>
              <a:ea typeface="等线" panose="02010600030101010101" charset="-122"/>
              <a:cs typeface="Times New Roman" panose="02020603050405020304" pitchFamily="18" charset="0"/>
            </a:endParaRP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1137457" y="2303115"/>
            <a:ext cx="5645728" cy="18948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椭圆 2"/>
          <p:cNvSpPr/>
          <p:nvPr userDrawn="1"/>
        </p:nvSpPr>
        <p:spPr>
          <a:xfrm>
            <a:off x="2658110" y="1480345"/>
            <a:ext cx="6715760" cy="3652728"/>
          </a:xfrm>
          <a:prstGeom prst="ellipse">
            <a:avLst/>
          </a:prstGeom>
          <a:gradFill flip="none" rotWithShape="1">
            <a:gsLst>
              <a:gs pos="100000">
                <a:schemeClr val="accent1">
                  <a:lumMod val="75000"/>
                  <a:alpha val="0"/>
                </a:schemeClr>
              </a:gs>
              <a:gs pos="0">
                <a:schemeClr val="accent1">
                  <a:lumMod val="75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userDrawn="1"/>
        </p:nvSpPr>
        <p:spPr>
          <a:xfrm>
            <a:off x="3009065" y="2518616"/>
            <a:ext cx="5830442" cy="1446550"/>
          </a:xfrm>
          <a:prstGeom prst="rect">
            <a:avLst/>
          </a:prstGeom>
          <a:noFill/>
        </p:spPr>
        <p:txBody>
          <a:bodyPr wrap="square" rtlCol="0">
            <a:spAutoFit/>
          </a:bodyPr>
          <a:lstStyle/>
          <a:p>
            <a:r>
              <a:rPr lang="en-US" altLang="zh-CN"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rPr>
              <a:t>Thank you</a:t>
            </a:r>
            <a:endParaRPr lang="zh-CN" altLang="en-US"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userDrawn="1">
  <p:cSld name="页码">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486738"/>
            <a:ext cx="9389882" cy="908429"/>
          </a:xfrm>
          <a:prstGeom prst="rect">
            <a:avLst/>
          </a:prstGeom>
        </p:spPr>
        <p:txBody>
          <a:bodyPr/>
          <a:lstStyle>
            <a:lvl1pPr>
              <a:defRPr>
                <a:latin typeface="思源黑体 CN Heavy" panose="020B0A00000000000000" pitchFamily="34" charset="-122"/>
                <a:ea typeface="思源黑体 CN Heavy" panose="020B0A00000000000000" pitchFamily="34" charset="-122"/>
              </a:defRPr>
            </a:lvl1pPr>
          </a:lstStyle>
          <a:p>
            <a:pPr>
              <a:defRPr/>
            </a:pPr>
            <a:r>
              <a:rPr kumimoji="1" lang="zh-CN" altLang="en-US" sz="3600" b="1">
                <a:solidFill>
                  <a:srgbClr val="002F75"/>
                </a:solidFill>
                <a:latin typeface="微软雅黑" panose="020B0503020204020204" pitchFamily="34" charset="-122"/>
                <a:ea typeface="微软雅黑" panose="020B0503020204020204" pitchFamily="34" charset="-122"/>
              </a:rPr>
              <a:t>主标题</a:t>
            </a:r>
            <a:r>
              <a:rPr kumimoji="1" lang="en-US" altLang="zh-CN" sz="3600" b="1">
                <a:solidFill>
                  <a:srgbClr val="002F75"/>
                </a:solidFill>
                <a:latin typeface="微软雅黑" panose="020B0503020204020204" pitchFamily="34" charset="-122"/>
                <a:ea typeface="微软雅黑" panose="020B0503020204020204" pitchFamily="34" charset="-122"/>
              </a:rPr>
              <a:t>-</a:t>
            </a:r>
            <a:r>
              <a:rPr kumimoji="1" lang="zh-CN" altLang="en-US" sz="3600" b="1">
                <a:solidFill>
                  <a:srgbClr val="002F75"/>
                </a:solidFill>
                <a:latin typeface="微软雅黑" panose="020B0503020204020204" pitchFamily="34" charset="-122"/>
                <a:ea typeface="微软雅黑" panose="020B0503020204020204" pitchFamily="34" charset="-122"/>
              </a:rPr>
              <a:t>字号</a:t>
            </a:r>
            <a:r>
              <a:rPr kumimoji="1" lang="en-US" altLang="zh-CN" sz="3600" b="1">
                <a:solidFill>
                  <a:srgbClr val="002F75"/>
                </a:solidFill>
                <a:latin typeface="微软雅黑" panose="020B0503020204020204" pitchFamily="34" charset="-122"/>
                <a:ea typeface="微软雅黑" panose="020B0503020204020204" pitchFamily="34" charset="-122"/>
              </a:rPr>
              <a:t>30-36</a:t>
            </a:r>
            <a:endParaRPr kumimoji="1" lang="zh-TW" altLang="en-US" sz="3600" b="1">
              <a:solidFill>
                <a:srgbClr val="002F75"/>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ph idx="1" hasCustomPrompt="1"/>
          </p:nvPr>
        </p:nvSpPr>
        <p:spPr>
          <a:xfrm>
            <a:off x="838200" y="2127243"/>
            <a:ext cx="9389882" cy="4227375"/>
          </a:xfrm>
          <a:prstGeom prst="rect">
            <a:avLst/>
          </a:prstGeom>
        </p:spPr>
        <p:txBody>
          <a:bodyPr>
            <a:normAutofit/>
          </a:bodyPr>
          <a:lstStyle>
            <a:lvl1pPr>
              <a:defRPr sz="1600" b="0">
                <a:latin typeface="思源黑体 CN Normal" panose="020B0400000000000000" pitchFamily="34" charset="-122"/>
                <a:ea typeface="思源黑体 CN Normal" panose="020B0400000000000000" pitchFamily="34" charset="-122"/>
              </a:defRPr>
            </a:lvl1pPr>
            <a:lvl2pPr>
              <a:defRPr sz="1600" b="0"/>
            </a:lvl2pPr>
            <a:lvl3pPr>
              <a:defRPr sz="1600" b="0"/>
            </a:lvl3pPr>
          </a:lstStyle>
          <a:p>
            <a:r>
              <a:rPr kumimoji="1" lang="zh-CN" altLang="en-US" sz="1600">
                <a:latin typeface="+mj-ea"/>
                <a:ea typeface="+mj-ea"/>
                <a:sym typeface="等线" panose="02010600030101010101" charset="-122"/>
              </a:rPr>
              <a:t>正文内容</a:t>
            </a:r>
            <a:r>
              <a:rPr kumimoji="1" lang="en-US" altLang="zh-CN" sz="1600">
                <a:latin typeface="+mj-ea"/>
                <a:ea typeface="+mj-ea"/>
                <a:sym typeface="等线" panose="02010600030101010101" charset="-122"/>
              </a:rPr>
              <a:t>-</a:t>
            </a:r>
            <a:r>
              <a:rPr kumimoji="1" lang="zh-CN" altLang="en-US" sz="1600">
                <a:latin typeface="+mj-ea"/>
                <a:ea typeface="+mj-ea"/>
                <a:sym typeface="等线" panose="02010600030101010101" charset="-122"/>
              </a:rPr>
              <a:t>字号</a:t>
            </a:r>
            <a:r>
              <a:rPr kumimoji="1" lang="en-US" altLang="zh-CN" sz="1600">
                <a:latin typeface="+mj-ea"/>
                <a:ea typeface="+mj-ea"/>
                <a:sym typeface="等线" panose="02010600030101010101" charset="-122"/>
              </a:rPr>
              <a:t>12-18</a:t>
            </a:r>
            <a:endParaRPr lang="zh-CN" altLang="en-US"/>
          </a:p>
        </p:txBody>
      </p:sp>
      <p:sp>
        <p:nvSpPr>
          <p:cNvPr id="4" name="灯片编号占位符 5"/>
          <p:cNvSpPr>
            <a:spLocks noGrp="1"/>
          </p:cNvSpPr>
          <p:nvPr>
            <p:ph type="sldNum" sz="quarter" idx="12"/>
          </p:nvPr>
        </p:nvSpPr>
        <p:spPr>
          <a:xfrm>
            <a:off x="11314045" y="6318435"/>
            <a:ext cx="740300" cy="365125"/>
          </a:xfrm>
          <a:prstGeom prst="rect">
            <a:avLst/>
          </a:prstGeom>
        </p:spPr>
        <p:txBody>
          <a:bodyPr/>
          <a:lstStyle>
            <a:lvl1pPr algn="r">
              <a:defRPr sz="1200">
                <a:latin typeface="思源黑体 CN Regular" panose="020B0500000000000000" pitchFamily="34" charset="-122"/>
                <a:ea typeface="思源黑体 CN Regular" panose="020B0500000000000000" pitchFamily="34" charset="-122"/>
              </a:defRPr>
            </a:lvl1pPr>
          </a:lstStyle>
          <a:p>
            <a:fld id="{E5386DCD-524C-4D6B-849A-07B12901B9AD}" type="slidenum">
              <a:rPr lang="zh-CN" altLang="en-US" smtClean="0"/>
            </a:fld>
            <a:r>
              <a:rPr lang="en-US" altLang="zh-CN"/>
              <a:t>/N</a:t>
            </a:r>
            <a:endParaRPr lang="en-US" altLang="zh-CN"/>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522569" y="2127243"/>
            <a:ext cx="9389882" cy="4227375"/>
          </a:xfrm>
          <a:prstGeom prst="rect">
            <a:avLst/>
          </a:prstGeom>
        </p:spPr>
        <p:txBody>
          <a:bodyPr>
            <a:normAutofit/>
          </a:bodyPr>
          <a:lstStyle>
            <a:lvl1pPr>
              <a:defRPr sz="1600" b="0">
                <a:latin typeface="Arial" panose="020B0604020202020204" pitchFamily="34" charset="0"/>
                <a:cs typeface="Arial" panose="020B0604020202020204" pitchFamily="34" charset="0"/>
              </a:defRPr>
            </a:lvl1pPr>
            <a:lvl2pPr>
              <a:defRPr sz="1600" b="0"/>
            </a:lvl2pPr>
            <a:lvl3pPr>
              <a:defRPr sz="1600" b="0"/>
            </a:lvl3pPr>
          </a:lstStyle>
          <a:p>
            <a:r>
              <a:rPr kumimoji="1" lang="en-US" altLang="zh-CN" sz="1600">
                <a:ea typeface="+mj-ea"/>
                <a:sym typeface="等线" panose="02010600030101010101" charset="-122"/>
              </a:rPr>
              <a:t>Text-font size 12-18</a:t>
            </a:r>
            <a:endParaRPr lang="zh-CN" altLang="en-US"/>
          </a:p>
        </p:txBody>
      </p:sp>
      <p:pic>
        <p:nvPicPr>
          <p:cNvPr id="4" name="图片 3"/>
          <p:cNvPicPr>
            <a:picLocks noChangeAspect="1"/>
          </p:cNvPicPr>
          <p:nvPr userDrawn="1">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sp>
        <p:nvSpPr>
          <p:cNvPr id="6" name="文本框 5"/>
          <p:cNvSpPr txBox="1"/>
          <p:nvPr userDrawn="1"/>
        </p:nvSpPr>
        <p:spPr>
          <a:xfrm>
            <a:off x="11369675" y="6268720"/>
            <a:ext cx="725805" cy="275590"/>
          </a:xfrm>
          <a:prstGeom prst="rect">
            <a:avLst/>
          </a:prstGeom>
          <a:noFill/>
        </p:spPr>
        <p:txBody>
          <a:bodyPr wrap="square" rtlCol="0">
            <a:spAutoFit/>
          </a:bodyPr>
          <a:lstStyle/>
          <a:p>
            <a:fld id="{9A0DB2DC-4C9A-4742-B13C-FB6460FD3503}" type="slidenum">
              <a:rPr lang="en-US" altLang="zh-CN" sz="1200" smtClean="0">
                <a:latin typeface="+mn-ea"/>
              </a:rPr>
            </a:fld>
            <a:r>
              <a:rPr lang="en-US" altLang="zh-CN" sz="1200">
                <a:latin typeface="+mn-ea"/>
              </a:rPr>
              <a:t>/N</a:t>
            </a:r>
            <a:endParaRPr lang="en-US" altLang="zh-CN" sz="1200">
              <a:latin typeface="+mn-ea"/>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64917"/>
            <a:ext cx="7315200" cy="737165"/>
          </a:xfrm>
          <a:prstGeom prst="rect">
            <a:avLst/>
          </a:prstGeom>
        </p:spPr>
        <p:txBody>
          <a:bodyPr/>
          <a:lstStyle/>
          <a:p>
            <a:r>
              <a:rPr lang="zh-CN" altLang="en-US"/>
              <a:t>主标题文本样式</a:t>
            </a:r>
            <a:endParaRPr lang="zh-CN" altLang="en-US"/>
          </a:p>
        </p:txBody>
      </p:sp>
      <p:sp>
        <p:nvSpPr>
          <p:cNvPr id="3" name="内容占位符 2"/>
          <p:cNvSpPr>
            <a:spLocks noGrp="1"/>
          </p:cNvSpPr>
          <p:nvPr>
            <p:ph sz="half" idx="1" hasCustomPrompt="1"/>
          </p:nvPr>
        </p:nvSpPr>
        <p:spPr>
          <a:xfrm>
            <a:off x="838200" y="1825625"/>
            <a:ext cx="5181600" cy="541794"/>
          </a:xfrm>
          <a:prstGeom prst="rect">
            <a:avLst/>
          </a:prstGeom>
        </p:spPr>
        <p:txBody>
          <a:bodyPr/>
          <a:lstStyle/>
          <a:p>
            <a:pPr lvl="0"/>
            <a:r>
              <a:rPr lang="zh-CN" altLang="en-US"/>
              <a:t>副标题文本样式</a:t>
            </a:r>
            <a:endParaRPr lang="zh-CN" altLang="en-US"/>
          </a:p>
        </p:txBody>
      </p:sp>
      <p:sp>
        <p:nvSpPr>
          <p:cNvPr id="4" name="内容占位符 3"/>
          <p:cNvSpPr>
            <a:spLocks noGrp="1"/>
          </p:cNvSpPr>
          <p:nvPr>
            <p:ph sz="half" idx="2" hasCustomPrompt="1"/>
          </p:nvPr>
        </p:nvSpPr>
        <p:spPr>
          <a:xfrm>
            <a:off x="6172200" y="1825625"/>
            <a:ext cx="5181600" cy="4351338"/>
          </a:xfrm>
          <a:prstGeom prst="rect">
            <a:avLst/>
          </a:prstGeom>
        </p:spPr>
        <p:txBody>
          <a:bodyPr>
            <a:normAutofit/>
          </a:bodyPr>
          <a:lstStyle>
            <a:lvl1pPr>
              <a:lnSpc>
                <a:spcPct val="150000"/>
              </a:lnSpc>
              <a:defRPr lang="zh-CN" altLang="zh-CN" sz="1600" smtClean="0">
                <a:effectLst/>
              </a:defRPr>
            </a:lvl1pPr>
          </a:lstStyle>
          <a:p>
            <a:pPr lvl="0"/>
            <a:r>
              <a:rPr lang="zh-CN" altLang="en-US"/>
              <a:t>正文文本样式</a:t>
            </a:r>
            <a:r>
              <a:rPr lang="en-US" altLang="zh-CN"/>
              <a:t>——</a:t>
            </a:r>
            <a:endParaRPr lang="en-US" altLang="zh-CN"/>
          </a:p>
          <a:p>
            <a:pPr lvl="0"/>
            <a:r>
              <a:rPr lang="zh-CN" altLang="en-US"/>
              <a:t>作为全球领先的智能制造及工业互联网整体解决方案服务商，工业富联始终坚持深耕中国、布局全球的生产和经营策略，业务范围覆盖数据全流程，在全球产业链中构建起国内与国外的桥梁，并基于多年来在精益管理、供应链管理、柔性生产方面的经验，实现国内国外双循环，解决国内制造、原材料、销售在外问题，发挥桥梁纽带作用。</a:t>
            </a:r>
            <a:endParaRPr lang="zh-CN" altLang="zh-CN" sz="1050" kern="100">
              <a:effectLst/>
              <a:latin typeface="等线" panose="02010600030101010101" charset="-122"/>
              <a:ea typeface="等线" panose="02010600030101010101" charset="-122"/>
              <a:cs typeface="Times New Roman" panose="02020603050405020304" pitchFamily="18" charset="0"/>
            </a:endParaRP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1137457" y="2303115"/>
            <a:ext cx="5645728" cy="18948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椭圆 2"/>
          <p:cNvSpPr/>
          <p:nvPr userDrawn="1"/>
        </p:nvSpPr>
        <p:spPr>
          <a:xfrm>
            <a:off x="2658110" y="1480345"/>
            <a:ext cx="6715760" cy="3652728"/>
          </a:xfrm>
          <a:prstGeom prst="ellipse">
            <a:avLst/>
          </a:prstGeom>
          <a:gradFill flip="none" rotWithShape="1">
            <a:gsLst>
              <a:gs pos="100000">
                <a:schemeClr val="accent1">
                  <a:lumMod val="75000"/>
                  <a:alpha val="0"/>
                </a:schemeClr>
              </a:gs>
              <a:gs pos="0">
                <a:schemeClr val="accent1">
                  <a:lumMod val="75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userDrawn="1"/>
        </p:nvSpPr>
        <p:spPr>
          <a:xfrm>
            <a:off x="3009065" y="2518616"/>
            <a:ext cx="5830442" cy="1446550"/>
          </a:xfrm>
          <a:prstGeom prst="rect">
            <a:avLst/>
          </a:prstGeom>
          <a:noFill/>
        </p:spPr>
        <p:txBody>
          <a:bodyPr wrap="square" rtlCol="0">
            <a:spAutoFit/>
          </a:bodyPr>
          <a:lstStyle/>
          <a:p>
            <a:r>
              <a:rPr lang="en-US" altLang="zh-CN"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rPr>
              <a:t>Thank you</a:t>
            </a:r>
            <a:endParaRPr lang="zh-CN" altLang="en-US"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userDrawn="1">
  <p:cSld name="页码">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486738"/>
            <a:ext cx="9389882" cy="908429"/>
          </a:xfrm>
          <a:prstGeom prst="rect">
            <a:avLst/>
          </a:prstGeom>
        </p:spPr>
        <p:txBody>
          <a:bodyPr/>
          <a:lstStyle>
            <a:lvl1pPr>
              <a:defRPr>
                <a:latin typeface="思源黑体 CN Heavy" panose="020B0A00000000000000" pitchFamily="34" charset="-122"/>
                <a:ea typeface="思源黑体 CN Heavy" panose="020B0A00000000000000" pitchFamily="34" charset="-122"/>
              </a:defRPr>
            </a:lvl1pPr>
          </a:lstStyle>
          <a:p>
            <a:pPr>
              <a:defRPr/>
            </a:pPr>
            <a:r>
              <a:rPr kumimoji="1" lang="zh-CN" altLang="en-US" sz="3600" b="1">
                <a:solidFill>
                  <a:srgbClr val="002F75"/>
                </a:solidFill>
                <a:latin typeface="微软雅黑" panose="020B0503020204020204" pitchFamily="34" charset="-122"/>
                <a:ea typeface="微软雅黑" panose="020B0503020204020204" pitchFamily="34" charset="-122"/>
              </a:rPr>
              <a:t>主标题</a:t>
            </a:r>
            <a:r>
              <a:rPr kumimoji="1" lang="en-US" altLang="zh-CN" sz="3600" b="1">
                <a:solidFill>
                  <a:srgbClr val="002F75"/>
                </a:solidFill>
                <a:latin typeface="微软雅黑" panose="020B0503020204020204" pitchFamily="34" charset="-122"/>
                <a:ea typeface="微软雅黑" panose="020B0503020204020204" pitchFamily="34" charset="-122"/>
              </a:rPr>
              <a:t>-</a:t>
            </a:r>
            <a:r>
              <a:rPr kumimoji="1" lang="zh-CN" altLang="en-US" sz="3600" b="1">
                <a:solidFill>
                  <a:srgbClr val="002F75"/>
                </a:solidFill>
                <a:latin typeface="微软雅黑" panose="020B0503020204020204" pitchFamily="34" charset="-122"/>
                <a:ea typeface="微软雅黑" panose="020B0503020204020204" pitchFamily="34" charset="-122"/>
              </a:rPr>
              <a:t>字号</a:t>
            </a:r>
            <a:r>
              <a:rPr kumimoji="1" lang="en-US" altLang="zh-CN" sz="3600" b="1">
                <a:solidFill>
                  <a:srgbClr val="002F75"/>
                </a:solidFill>
                <a:latin typeface="微软雅黑" panose="020B0503020204020204" pitchFamily="34" charset="-122"/>
                <a:ea typeface="微软雅黑" panose="020B0503020204020204" pitchFamily="34" charset="-122"/>
              </a:rPr>
              <a:t>30-36</a:t>
            </a:r>
            <a:endParaRPr kumimoji="1" lang="zh-TW" altLang="en-US" sz="3600" b="1">
              <a:solidFill>
                <a:srgbClr val="002F75"/>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ph idx="1" hasCustomPrompt="1"/>
          </p:nvPr>
        </p:nvSpPr>
        <p:spPr>
          <a:xfrm>
            <a:off x="838200" y="2127243"/>
            <a:ext cx="9389882" cy="4227375"/>
          </a:xfrm>
          <a:prstGeom prst="rect">
            <a:avLst/>
          </a:prstGeom>
        </p:spPr>
        <p:txBody>
          <a:bodyPr>
            <a:normAutofit/>
          </a:bodyPr>
          <a:lstStyle>
            <a:lvl1pPr>
              <a:defRPr sz="1600" b="0">
                <a:latin typeface="思源黑体 CN Normal" panose="020B0400000000000000" pitchFamily="34" charset="-122"/>
                <a:ea typeface="思源黑体 CN Normal" panose="020B0400000000000000" pitchFamily="34" charset="-122"/>
              </a:defRPr>
            </a:lvl1pPr>
            <a:lvl2pPr>
              <a:defRPr sz="1600" b="0"/>
            </a:lvl2pPr>
            <a:lvl3pPr>
              <a:defRPr sz="1600" b="0"/>
            </a:lvl3pPr>
          </a:lstStyle>
          <a:p>
            <a:r>
              <a:rPr kumimoji="1" lang="zh-CN" altLang="en-US" sz="1600">
                <a:latin typeface="+mj-ea"/>
                <a:ea typeface="+mj-ea"/>
                <a:sym typeface="等线" panose="02010600030101010101" charset="-122"/>
              </a:rPr>
              <a:t>正文内容</a:t>
            </a:r>
            <a:r>
              <a:rPr kumimoji="1" lang="en-US" altLang="zh-CN" sz="1600">
                <a:latin typeface="+mj-ea"/>
                <a:ea typeface="+mj-ea"/>
                <a:sym typeface="等线" panose="02010600030101010101" charset="-122"/>
              </a:rPr>
              <a:t>-</a:t>
            </a:r>
            <a:r>
              <a:rPr kumimoji="1" lang="zh-CN" altLang="en-US" sz="1600">
                <a:latin typeface="+mj-ea"/>
                <a:ea typeface="+mj-ea"/>
                <a:sym typeface="等线" panose="02010600030101010101" charset="-122"/>
              </a:rPr>
              <a:t>字号</a:t>
            </a:r>
            <a:r>
              <a:rPr kumimoji="1" lang="en-US" altLang="zh-CN" sz="1600">
                <a:latin typeface="+mj-ea"/>
                <a:ea typeface="+mj-ea"/>
                <a:sym typeface="等线" panose="02010600030101010101" charset="-122"/>
              </a:rPr>
              <a:t>12-18</a:t>
            </a:r>
            <a:endParaRPr lang="zh-CN" altLang="en-US"/>
          </a:p>
        </p:txBody>
      </p:sp>
      <p:sp>
        <p:nvSpPr>
          <p:cNvPr id="4" name="灯片编号占位符 5"/>
          <p:cNvSpPr>
            <a:spLocks noGrp="1"/>
          </p:cNvSpPr>
          <p:nvPr>
            <p:ph type="sldNum" sz="quarter" idx="12"/>
          </p:nvPr>
        </p:nvSpPr>
        <p:spPr>
          <a:xfrm>
            <a:off x="11314045" y="6318435"/>
            <a:ext cx="740300" cy="365125"/>
          </a:xfrm>
          <a:prstGeom prst="rect">
            <a:avLst/>
          </a:prstGeom>
        </p:spPr>
        <p:txBody>
          <a:bodyPr/>
          <a:lstStyle>
            <a:lvl1pPr algn="r">
              <a:defRPr sz="1200">
                <a:latin typeface="思源黑体 CN Regular" panose="020B0500000000000000" pitchFamily="34" charset="-122"/>
                <a:ea typeface="思源黑体 CN Regular" panose="020B0500000000000000" pitchFamily="34" charset="-122"/>
              </a:defRPr>
            </a:lvl1pPr>
          </a:lstStyle>
          <a:p>
            <a:fld id="{E5386DCD-524C-4D6B-849A-07B12901B9AD}" type="slidenum">
              <a:rPr lang="zh-CN" altLang="en-US" smtClean="0"/>
            </a:fld>
            <a:r>
              <a:rPr lang="en-US" altLang="zh-CN"/>
              <a:t>/N</a:t>
            </a:r>
            <a:endParaRPr lang="en-US" altLang="zh-CN"/>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522569" y="2127243"/>
            <a:ext cx="9389882" cy="4227375"/>
          </a:xfrm>
          <a:prstGeom prst="rect">
            <a:avLst/>
          </a:prstGeom>
        </p:spPr>
        <p:txBody>
          <a:bodyPr>
            <a:normAutofit/>
          </a:bodyPr>
          <a:lstStyle>
            <a:lvl1pPr>
              <a:defRPr sz="1600" b="0">
                <a:latin typeface="Arial" panose="020B0604020202020204" pitchFamily="34" charset="0"/>
                <a:cs typeface="Arial" panose="020B0604020202020204" pitchFamily="34" charset="0"/>
              </a:defRPr>
            </a:lvl1pPr>
            <a:lvl2pPr>
              <a:defRPr sz="1600" b="0"/>
            </a:lvl2pPr>
            <a:lvl3pPr>
              <a:defRPr sz="1600" b="0"/>
            </a:lvl3pPr>
          </a:lstStyle>
          <a:p>
            <a:r>
              <a:rPr kumimoji="1" lang="en-US" altLang="zh-CN" sz="1600">
                <a:ea typeface="+mj-ea"/>
                <a:sym typeface="等线" panose="02010600030101010101" charset="-122"/>
              </a:rPr>
              <a:t>Text-font size 12-18</a:t>
            </a:r>
            <a:endParaRPr lang="zh-CN" altLang="en-US"/>
          </a:p>
        </p:txBody>
      </p:sp>
      <p:pic>
        <p:nvPicPr>
          <p:cNvPr id="4" name="图片 3"/>
          <p:cNvPicPr>
            <a:picLocks noChangeAspect="1"/>
          </p:cNvPicPr>
          <p:nvPr userDrawn="1">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sp>
        <p:nvSpPr>
          <p:cNvPr id="6" name="文本框 5"/>
          <p:cNvSpPr txBox="1"/>
          <p:nvPr userDrawn="1"/>
        </p:nvSpPr>
        <p:spPr>
          <a:xfrm>
            <a:off x="11369675" y="6268720"/>
            <a:ext cx="725805" cy="275590"/>
          </a:xfrm>
          <a:prstGeom prst="rect">
            <a:avLst/>
          </a:prstGeom>
          <a:noFill/>
        </p:spPr>
        <p:txBody>
          <a:bodyPr wrap="square" rtlCol="0">
            <a:spAutoFit/>
          </a:bodyPr>
          <a:lstStyle/>
          <a:p>
            <a:fld id="{9A0DB2DC-4C9A-4742-B13C-FB6460FD3503}" type="slidenum">
              <a:rPr lang="en-US" altLang="zh-CN" sz="1200" smtClean="0">
                <a:latin typeface="+mn-ea"/>
              </a:rPr>
            </a:fld>
            <a:r>
              <a:rPr lang="en-US" altLang="zh-CN" sz="1200">
                <a:latin typeface="+mn-ea"/>
              </a:rPr>
              <a:t>/N</a:t>
            </a:r>
            <a:endParaRPr lang="en-US" altLang="zh-CN" sz="1200">
              <a:latin typeface="+mn-ea"/>
            </a:endParaRPr>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64917"/>
            <a:ext cx="7315200" cy="737165"/>
          </a:xfrm>
          <a:prstGeom prst="rect">
            <a:avLst/>
          </a:prstGeom>
        </p:spPr>
        <p:txBody>
          <a:bodyPr/>
          <a:lstStyle/>
          <a:p>
            <a:r>
              <a:rPr lang="zh-CN" altLang="en-US"/>
              <a:t>主标题文本样式</a:t>
            </a:r>
            <a:endParaRPr lang="zh-CN" altLang="en-US"/>
          </a:p>
        </p:txBody>
      </p:sp>
      <p:sp>
        <p:nvSpPr>
          <p:cNvPr id="3" name="内容占位符 2"/>
          <p:cNvSpPr>
            <a:spLocks noGrp="1"/>
          </p:cNvSpPr>
          <p:nvPr>
            <p:ph sz="half" idx="1" hasCustomPrompt="1"/>
          </p:nvPr>
        </p:nvSpPr>
        <p:spPr>
          <a:xfrm>
            <a:off x="838200" y="1825625"/>
            <a:ext cx="5181600" cy="541794"/>
          </a:xfrm>
          <a:prstGeom prst="rect">
            <a:avLst/>
          </a:prstGeom>
        </p:spPr>
        <p:txBody>
          <a:bodyPr/>
          <a:lstStyle/>
          <a:p>
            <a:pPr lvl="0"/>
            <a:r>
              <a:rPr lang="zh-CN" altLang="en-US"/>
              <a:t>副标题文本样式</a:t>
            </a:r>
            <a:endParaRPr lang="zh-CN" altLang="en-US"/>
          </a:p>
        </p:txBody>
      </p:sp>
      <p:sp>
        <p:nvSpPr>
          <p:cNvPr id="4" name="内容占位符 3"/>
          <p:cNvSpPr>
            <a:spLocks noGrp="1"/>
          </p:cNvSpPr>
          <p:nvPr>
            <p:ph sz="half" idx="2" hasCustomPrompt="1"/>
          </p:nvPr>
        </p:nvSpPr>
        <p:spPr>
          <a:xfrm>
            <a:off x="6172200" y="1825625"/>
            <a:ext cx="5181600" cy="4351338"/>
          </a:xfrm>
          <a:prstGeom prst="rect">
            <a:avLst/>
          </a:prstGeom>
        </p:spPr>
        <p:txBody>
          <a:bodyPr>
            <a:normAutofit/>
          </a:bodyPr>
          <a:lstStyle>
            <a:lvl1pPr>
              <a:lnSpc>
                <a:spcPct val="150000"/>
              </a:lnSpc>
              <a:defRPr lang="zh-CN" altLang="zh-CN" sz="1600" smtClean="0">
                <a:effectLst/>
              </a:defRPr>
            </a:lvl1pPr>
          </a:lstStyle>
          <a:p>
            <a:pPr lvl="0"/>
            <a:r>
              <a:rPr lang="zh-CN" altLang="en-US"/>
              <a:t>正文文本样式</a:t>
            </a:r>
            <a:r>
              <a:rPr lang="en-US" altLang="zh-CN"/>
              <a:t>——</a:t>
            </a:r>
            <a:endParaRPr lang="en-US" altLang="zh-CN"/>
          </a:p>
          <a:p>
            <a:pPr lvl="0"/>
            <a:r>
              <a:rPr lang="zh-CN" altLang="en-US"/>
              <a:t>作为全球领先的智能制造及工业互联网整体解决方案服务商，工业富联始终坚持深耕中国、布局全球的生产和经营策略，业务范围覆盖数据全流程，在全球产业链中构建起国内与国外的桥梁，并基于多年来在精益管理、供应链管理、柔性生产方面的经验，实现国内国外双循环，解决国内制造、原材料、销售在外问题，发挥桥梁纽带作用。</a:t>
            </a:r>
            <a:endParaRPr lang="zh-CN" altLang="zh-CN" sz="1050" kern="100">
              <a:effectLst/>
              <a:latin typeface="等线" panose="02010600030101010101" charset="-122"/>
              <a:ea typeface="等线" panose="02010600030101010101" charset="-122"/>
              <a:cs typeface="Times New Roman" panose="02020603050405020304" pitchFamily="18" charset="0"/>
            </a:endParaRP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1137457" y="2303115"/>
            <a:ext cx="5645728" cy="18948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椭圆 2"/>
          <p:cNvSpPr/>
          <p:nvPr userDrawn="1"/>
        </p:nvSpPr>
        <p:spPr>
          <a:xfrm>
            <a:off x="2658110" y="1480345"/>
            <a:ext cx="6715760" cy="3652728"/>
          </a:xfrm>
          <a:prstGeom prst="ellipse">
            <a:avLst/>
          </a:prstGeom>
          <a:gradFill flip="none" rotWithShape="1">
            <a:gsLst>
              <a:gs pos="100000">
                <a:schemeClr val="accent1">
                  <a:lumMod val="75000"/>
                  <a:alpha val="0"/>
                </a:schemeClr>
              </a:gs>
              <a:gs pos="0">
                <a:schemeClr val="accent1">
                  <a:lumMod val="75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userDrawn="1"/>
        </p:nvSpPr>
        <p:spPr>
          <a:xfrm>
            <a:off x="3009065" y="2518616"/>
            <a:ext cx="5830442" cy="1446550"/>
          </a:xfrm>
          <a:prstGeom prst="rect">
            <a:avLst/>
          </a:prstGeom>
          <a:noFill/>
        </p:spPr>
        <p:txBody>
          <a:bodyPr wrap="square" rtlCol="0">
            <a:spAutoFit/>
          </a:bodyPr>
          <a:lstStyle/>
          <a:p>
            <a:r>
              <a:rPr lang="en-US" altLang="zh-CN"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rPr>
              <a:t>Thank you</a:t>
            </a:r>
            <a:endParaRPr lang="zh-CN" altLang="en-US"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endParaRPr>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userDrawn="1">
  <p:cSld name="页码">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486738"/>
            <a:ext cx="9389882" cy="908429"/>
          </a:xfrm>
          <a:prstGeom prst="rect">
            <a:avLst/>
          </a:prstGeom>
        </p:spPr>
        <p:txBody>
          <a:bodyPr/>
          <a:lstStyle>
            <a:lvl1pPr>
              <a:defRPr>
                <a:latin typeface="思源黑体 CN Heavy" panose="020B0A00000000000000" pitchFamily="34" charset="-122"/>
                <a:ea typeface="思源黑体 CN Heavy" panose="020B0A00000000000000" pitchFamily="34" charset="-122"/>
              </a:defRPr>
            </a:lvl1pPr>
          </a:lstStyle>
          <a:p>
            <a:pPr>
              <a:defRPr/>
            </a:pPr>
            <a:r>
              <a:rPr kumimoji="1" lang="zh-CN" altLang="en-US" sz="3600" b="1">
                <a:solidFill>
                  <a:srgbClr val="002F75"/>
                </a:solidFill>
                <a:latin typeface="微软雅黑" panose="020B0503020204020204" pitchFamily="34" charset="-122"/>
                <a:ea typeface="微软雅黑" panose="020B0503020204020204" pitchFamily="34" charset="-122"/>
              </a:rPr>
              <a:t>主标题</a:t>
            </a:r>
            <a:r>
              <a:rPr kumimoji="1" lang="en-US" altLang="zh-CN" sz="3600" b="1">
                <a:solidFill>
                  <a:srgbClr val="002F75"/>
                </a:solidFill>
                <a:latin typeface="微软雅黑" panose="020B0503020204020204" pitchFamily="34" charset="-122"/>
                <a:ea typeface="微软雅黑" panose="020B0503020204020204" pitchFamily="34" charset="-122"/>
              </a:rPr>
              <a:t>-</a:t>
            </a:r>
            <a:r>
              <a:rPr kumimoji="1" lang="zh-CN" altLang="en-US" sz="3600" b="1">
                <a:solidFill>
                  <a:srgbClr val="002F75"/>
                </a:solidFill>
                <a:latin typeface="微软雅黑" panose="020B0503020204020204" pitchFamily="34" charset="-122"/>
                <a:ea typeface="微软雅黑" panose="020B0503020204020204" pitchFamily="34" charset="-122"/>
              </a:rPr>
              <a:t>字号</a:t>
            </a:r>
            <a:r>
              <a:rPr kumimoji="1" lang="en-US" altLang="zh-CN" sz="3600" b="1">
                <a:solidFill>
                  <a:srgbClr val="002F75"/>
                </a:solidFill>
                <a:latin typeface="微软雅黑" panose="020B0503020204020204" pitchFamily="34" charset="-122"/>
                <a:ea typeface="微软雅黑" panose="020B0503020204020204" pitchFamily="34" charset="-122"/>
              </a:rPr>
              <a:t>30-36</a:t>
            </a:r>
            <a:endParaRPr kumimoji="1" lang="zh-TW" altLang="en-US" sz="3600" b="1">
              <a:solidFill>
                <a:srgbClr val="002F75"/>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ph idx="1" hasCustomPrompt="1"/>
          </p:nvPr>
        </p:nvSpPr>
        <p:spPr>
          <a:xfrm>
            <a:off x="838200" y="2127243"/>
            <a:ext cx="9389882" cy="4227375"/>
          </a:xfrm>
          <a:prstGeom prst="rect">
            <a:avLst/>
          </a:prstGeom>
        </p:spPr>
        <p:txBody>
          <a:bodyPr>
            <a:normAutofit/>
          </a:bodyPr>
          <a:lstStyle>
            <a:lvl1pPr>
              <a:defRPr sz="1600" b="0">
                <a:latin typeface="思源黑体 CN Normal" panose="020B0400000000000000" pitchFamily="34" charset="-122"/>
                <a:ea typeface="思源黑体 CN Normal" panose="020B0400000000000000" pitchFamily="34" charset="-122"/>
              </a:defRPr>
            </a:lvl1pPr>
            <a:lvl2pPr>
              <a:defRPr sz="1600" b="0"/>
            </a:lvl2pPr>
            <a:lvl3pPr>
              <a:defRPr sz="1600" b="0"/>
            </a:lvl3pPr>
          </a:lstStyle>
          <a:p>
            <a:r>
              <a:rPr kumimoji="1" lang="zh-CN" altLang="en-US" sz="1600">
                <a:latin typeface="+mj-ea"/>
                <a:ea typeface="+mj-ea"/>
                <a:sym typeface="等线" panose="02010600030101010101" charset="-122"/>
              </a:rPr>
              <a:t>正文内容</a:t>
            </a:r>
            <a:r>
              <a:rPr kumimoji="1" lang="en-US" altLang="zh-CN" sz="1600">
                <a:latin typeface="+mj-ea"/>
                <a:ea typeface="+mj-ea"/>
                <a:sym typeface="等线" panose="02010600030101010101" charset="-122"/>
              </a:rPr>
              <a:t>-</a:t>
            </a:r>
            <a:r>
              <a:rPr kumimoji="1" lang="zh-CN" altLang="en-US" sz="1600">
                <a:latin typeface="+mj-ea"/>
                <a:ea typeface="+mj-ea"/>
                <a:sym typeface="等线" panose="02010600030101010101" charset="-122"/>
              </a:rPr>
              <a:t>字号</a:t>
            </a:r>
            <a:r>
              <a:rPr kumimoji="1" lang="en-US" altLang="zh-CN" sz="1600">
                <a:latin typeface="+mj-ea"/>
                <a:ea typeface="+mj-ea"/>
                <a:sym typeface="等线" panose="02010600030101010101" charset="-122"/>
              </a:rPr>
              <a:t>12-18</a:t>
            </a:r>
            <a:endParaRPr lang="zh-CN" altLang="en-US"/>
          </a:p>
        </p:txBody>
      </p:sp>
      <p:sp>
        <p:nvSpPr>
          <p:cNvPr id="4" name="灯片编号占位符 5"/>
          <p:cNvSpPr>
            <a:spLocks noGrp="1"/>
          </p:cNvSpPr>
          <p:nvPr>
            <p:ph type="sldNum" sz="quarter" idx="12"/>
          </p:nvPr>
        </p:nvSpPr>
        <p:spPr>
          <a:xfrm>
            <a:off x="11314045" y="6318435"/>
            <a:ext cx="740300" cy="365125"/>
          </a:xfrm>
          <a:prstGeom prst="rect">
            <a:avLst/>
          </a:prstGeom>
        </p:spPr>
        <p:txBody>
          <a:bodyPr/>
          <a:lstStyle>
            <a:lvl1pPr algn="r">
              <a:defRPr sz="1200">
                <a:latin typeface="思源黑体 CN Regular" panose="020B0500000000000000" pitchFamily="34" charset="-122"/>
                <a:ea typeface="思源黑体 CN Regular" panose="020B0500000000000000" pitchFamily="34" charset="-122"/>
              </a:defRPr>
            </a:lvl1pPr>
          </a:lstStyle>
          <a:p>
            <a:fld id="{E5386DCD-524C-4D6B-849A-07B12901B9AD}" type="slidenum">
              <a:rPr lang="zh-CN" altLang="en-US" smtClean="0"/>
            </a:fld>
            <a:r>
              <a:rPr lang="en-US" altLang="zh-CN"/>
              <a:t>/N</a:t>
            </a:r>
            <a:endParaRPr lang="en-US" altLang="zh-CN"/>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522569" y="2127243"/>
            <a:ext cx="9389882" cy="4227375"/>
          </a:xfrm>
          <a:prstGeom prst="rect">
            <a:avLst/>
          </a:prstGeom>
        </p:spPr>
        <p:txBody>
          <a:bodyPr>
            <a:normAutofit/>
          </a:bodyPr>
          <a:lstStyle>
            <a:lvl1pPr>
              <a:defRPr sz="1600" b="0">
                <a:latin typeface="Arial" panose="020B0604020202020204" pitchFamily="34" charset="0"/>
                <a:cs typeface="Arial" panose="020B0604020202020204" pitchFamily="34" charset="0"/>
              </a:defRPr>
            </a:lvl1pPr>
            <a:lvl2pPr>
              <a:defRPr sz="1600" b="0"/>
            </a:lvl2pPr>
            <a:lvl3pPr>
              <a:defRPr sz="1600" b="0"/>
            </a:lvl3pPr>
          </a:lstStyle>
          <a:p>
            <a:r>
              <a:rPr kumimoji="1" lang="en-US" altLang="zh-CN" sz="1600">
                <a:ea typeface="+mj-ea"/>
                <a:sym typeface="等线" panose="02010600030101010101" charset="-122"/>
              </a:rPr>
              <a:t>Text-font size 12-18</a:t>
            </a:r>
            <a:endParaRPr lang="zh-CN" altLang="en-US"/>
          </a:p>
        </p:txBody>
      </p:sp>
      <p:pic>
        <p:nvPicPr>
          <p:cNvPr id="4" name="图片 3"/>
          <p:cNvPicPr>
            <a:picLocks noChangeAspect="1"/>
          </p:cNvPicPr>
          <p:nvPr userDrawn="1">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sp>
        <p:nvSpPr>
          <p:cNvPr id="6" name="文本框 5"/>
          <p:cNvSpPr txBox="1"/>
          <p:nvPr userDrawn="1"/>
        </p:nvSpPr>
        <p:spPr>
          <a:xfrm>
            <a:off x="11369675" y="6268720"/>
            <a:ext cx="725805" cy="275590"/>
          </a:xfrm>
          <a:prstGeom prst="rect">
            <a:avLst/>
          </a:prstGeom>
          <a:noFill/>
        </p:spPr>
        <p:txBody>
          <a:bodyPr wrap="square" rtlCol="0">
            <a:spAutoFit/>
          </a:bodyPr>
          <a:lstStyle/>
          <a:p>
            <a:fld id="{9A0DB2DC-4C9A-4742-B13C-FB6460FD3503}" type="slidenum">
              <a:rPr lang="en-US" altLang="zh-CN" sz="1200" smtClean="0">
                <a:latin typeface="+mn-ea"/>
              </a:rPr>
            </a:fld>
            <a:r>
              <a:rPr lang="en-US" altLang="zh-CN" sz="1200">
                <a:latin typeface="+mn-ea"/>
              </a:rPr>
              <a:t>/N</a:t>
            </a:r>
            <a:endParaRPr lang="en-US" altLang="zh-CN" sz="1200">
              <a:latin typeface="+mn-ea"/>
            </a:endParaRPr>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64917"/>
            <a:ext cx="7315200" cy="737165"/>
          </a:xfrm>
          <a:prstGeom prst="rect">
            <a:avLst/>
          </a:prstGeom>
        </p:spPr>
        <p:txBody>
          <a:bodyPr/>
          <a:lstStyle/>
          <a:p>
            <a:r>
              <a:rPr lang="zh-CN" altLang="en-US"/>
              <a:t>主标题文本样式</a:t>
            </a:r>
            <a:endParaRPr lang="zh-CN" altLang="en-US"/>
          </a:p>
        </p:txBody>
      </p:sp>
      <p:sp>
        <p:nvSpPr>
          <p:cNvPr id="3" name="内容占位符 2"/>
          <p:cNvSpPr>
            <a:spLocks noGrp="1"/>
          </p:cNvSpPr>
          <p:nvPr>
            <p:ph sz="half" idx="1" hasCustomPrompt="1"/>
          </p:nvPr>
        </p:nvSpPr>
        <p:spPr>
          <a:xfrm>
            <a:off x="838200" y="1825625"/>
            <a:ext cx="5181600" cy="541794"/>
          </a:xfrm>
          <a:prstGeom prst="rect">
            <a:avLst/>
          </a:prstGeom>
        </p:spPr>
        <p:txBody>
          <a:bodyPr/>
          <a:lstStyle/>
          <a:p>
            <a:pPr lvl="0"/>
            <a:r>
              <a:rPr lang="zh-CN" altLang="en-US"/>
              <a:t>副标题文本样式</a:t>
            </a:r>
            <a:endParaRPr lang="zh-CN" altLang="en-US"/>
          </a:p>
        </p:txBody>
      </p:sp>
      <p:sp>
        <p:nvSpPr>
          <p:cNvPr id="4" name="内容占位符 3"/>
          <p:cNvSpPr>
            <a:spLocks noGrp="1"/>
          </p:cNvSpPr>
          <p:nvPr>
            <p:ph sz="half" idx="2" hasCustomPrompt="1"/>
          </p:nvPr>
        </p:nvSpPr>
        <p:spPr>
          <a:xfrm>
            <a:off x="6172200" y="1825625"/>
            <a:ext cx="5181600" cy="4351338"/>
          </a:xfrm>
          <a:prstGeom prst="rect">
            <a:avLst/>
          </a:prstGeom>
        </p:spPr>
        <p:txBody>
          <a:bodyPr>
            <a:normAutofit/>
          </a:bodyPr>
          <a:lstStyle>
            <a:lvl1pPr>
              <a:lnSpc>
                <a:spcPct val="150000"/>
              </a:lnSpc>
              <a:defRPr lang="zh-CN" altLang="zh-CN" sz="1600" smtClean="0">
                <a:effectLst/>
              </a:defRPr>
            </a:lvl1pPr>
          </a:lstStyle>
          <a:p>
            <a:pPr lvl="0"/>
            <a:r>
              <a:rPr lang="zh-CN" altLang="en-US"/>
              <a:t>正文文本样式</a:t>
            </a:r>
            <a:r>
              <a:rPr lang="en-US" altLang="zh-CN"/>
              <a:t>——</a:t>
            </a:r>
            <a:endParaRPr lang="en-US" altLang="zh-CN"/>
          </a:p>
          <a:p>
            <a:pPr lvl="0"/>
            <a:r>
              <a:rPr lang="zh-CN" altLang="en-US"/>
              <a:t>作为全球领先的智能制造及工业互联网整体解决方案服务商，工业富联始终坚持深耕中国、布局全球的生产和经营策略，业务范围覆盖数据全流程，在全球产业链中构建起国内与国外的桥梁，并基于多年来在精益管理、供应链管理、柔性生产方面的经验，实现国内国外双循环，解决国内制造、原材料、销售在外问题，发挥桥梁纽带作用。</a:t>
            </a:r>
            <a:endParaRPr lang="zh-CN" altLang="zh-CN" sz="1050" kern="100">
              <a:effectLst/>
              <a:latin typeface="等线" panose="02010600030101010101" charset="-122"/>
              <a:ea typeface="等线" panose="02010600030101010101" charset="-122"/>
              <a:cs typeface="Times New Roman" panose="02020603050405020304" pitchFamily="18" charset="0"/>
            </a:endParaRP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1137457" y="2303115"/>
            <a:ext cx="5645728" cy="18948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椭圆 2"/>
          <p:cNvSpPr/>
          <p:nvPr userDrawn="1"/>
        </p:nvSpPr>
        <p:spPr>
          <a:xfrm>
            <a:off x="2658110" y="1480345"/>
            <a:ext cx="6715760" cy="3652728"/>
          </a:xfrm>
          <a:prstGeom prst="ellipse">
            <a:avLst/>
          </a:prstGeom>
          <a:gradFill flip="none" rotWithShape="1">
            <a:gsLst>
              <a:gs pos="100000">
                <a:schemeClr val="accent1">
                  <a:lumMod val="75000"/>
                  <a:alpha val="0"/>
                </a:schemeClr>
              </a:gs>
              <a:gs pos="0">
                <a:schemeClr val="accent1">
                  <a:lumMod val="75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userDrawn="1"/>
        </p:nvSpPr>
        <p:spPr>
          <a:xfrm>
            <a:off x="3009065" y="2518616"/>
            <a:ext cx="5830442" cy="1446550"/>
          </a:xfrm>
          <a:prstGeom prst="rect">
            <a:avLst/>
          </a:prstGeom>
          <a:noFill/>
        </p:spPr>
        <p:txBody>
          <a:bodyPr wrap="square" rtlCol="0">
            <a:spAutoFit/>
          </a:bodyPr>
          <a:lstStyle/>
          <a:p>
            <a:r>
              <a:rPr lang="en-US" altLang="zh-CN"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rPr>
              <a:t>Thank you</a:t>
            </a:r>
            <a:endParaRPr lang="zh-CN" altLang="en-US"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endParaRPr>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userDrawn="1">
  <p:cSld name="页码">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486738"/>
            <a:ext cx="9389882" cy="908429"/>
          </a:xfrm>
          <a:prstGeom prst="rect">
            <a:avLst/>
          </a:prstGeom>
        </p:spPr>
        <p:txBody>
          <a:bodyPr/>
          <a:lstStyle>
            <a:lvl1pPr>
              <a:defRPr>
                <a:latin typeface="思源黑体 CN Heavy" panose="020B0A00000000000000" pitchFamily="34" charset="-122"/>
                <a:ea typeface="思源黑体 CN Heavy" panose="020B0A00000000000000" pitchFamily="34" charset="-122"/>
              </a:defRPr>
            </a:lvl1pPr>
          </a:lstStyle>
          <a:p>
            <a:pPr>
              <a:defRPr/>
            </a:pPr>
            <a:r>
              <a:rPr kumimoji="1" lang="zh-CN" altLang="en-US" sz="3600" b="1">
                <a:solidFill>
                  <a:srgbClr val="002F75"/>
                </a:solidFill>
                <a:latin typeface="微软雅黑" panose="020B0503020204020204" pitchFamily="34" charset="-122"/>
                <a:ea typeface="微软雅黑" panose="020B0503020204020204" pitchFamily="34" charset="-122"/>
              </a:rPr>
              <a:t>主标题</a:t>
            </a:r>
            <a:r>
              <a:rPr kumimoji="1" lang="en-US" altLang="zh-CN" sz="3600" b="1">
                <a:solidFill>
                  <a:srgbClr val="002F75"/>
                </a:solidFill>
                <a:latin typeface="微软雅黑" panose="020B0503020204020204" pitchFamily="34" charset="-122"/>
                <a:ea typeface="微软雅黑" panose="020B0503020204020204" pitchFamily="34" charset="-122"/>
              </a:rPr>
              <a:t>-</a:t>
            </a:r>
            <a:r>
              <a:rPr kumimoji="1" lang="zh-CN" altLang="en-US" sz="3600" b="1">
                <a:solidFill>
                  <a:srgbClr val="002F75"/>
                </a:solidFill>
                <a:latin typeface="微软雅黑" panose="020B0503020204020204" pitchFamily="34" charset="-122"/>
                <a:ea typeface="微软雅黑" panose="020B0503020204020204" pitchFamily="34" charset="-122"/>
              </a:rPr>
              <a:t>字号</a:t>
            </a:r>
            <a:r>
              <a:rPr kumimoji="1" lang="en-US" altLang="zh-CN" sz="3600" b="1">
                <a:solidFill>
                  <a:srgbClr val="002F75"/>
                </a:solidFill>
                <a:latin typeface="微软雅黑" panose="020B0503020204020204" pitchFamily="34" charset="-122"/>
                <a:ea typeface="微软雅黑" panose="020B0503020204020204" pitchFamily="34" charset="-122"/>
              </a:rPr>
              <a:t>30-36</a:t>
            </a:r>
            <a:endParaRPr kumimoji="1" lang="zh-TW" altLang="en-US" sz="3600" b="1">
              <a:solidFill>
                <a:srgbClr val="002F75"/>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ph idx="1" hasCustomPrompt="1"/>
          </p:nvPr>
        </p:nvSpPr>
        <p:spPr>
          <a:xfrm>
            <a:off x="838200" y="2127243"/>
            <a:ext cx="9389882" cy="4227375"/>
          </a:xfrm>
          <a:prstGeom prst="rect">
            <a:avLst/>
          </a:prstGeom>
        </p:spPr>
        <p:txBody>
          <a:bodyPr>
            <a:normAutofit/>
          </a:bodyPr>
          <a:lstStyle>
            <a:lvl1pPr>
              <a:defRPr sz="1600" b="0">
                <a:latin typeface="思源黑体 CN Normal" panose="020B0400000000000000" pitchFamily="34" charset="-122"/>
                <a:ea typeface="思源黑体 CN Normal" panose="020B0400000000000000" pitchFamily="34" charset="-122"/>
              </a:defRPr>
            </a:lvl1pPr>
            <a:lvl2pPr>
              <a:defRPr sz="1600" b="0"/>
            </a:lvl2pPr>
            <a:lvl3pPr>
              <a:defRPr sz="1600" b="0"/>
            </a:lvl3pPr>
          </a:lstStyle>
          <a:p>
            <a:r>
              <a:rPr kumimoji="1" lang="zh-CN" altLang="en-US" sz="1600">
                <a:latin typeface="+mj-ea"/>
                <a:ea typeface="+mj-ea"/>
                <a:sym typeface="等线" panose="02010600030101010101" charset="-122"/>
              </a:rPr>
              <a:t>正文内容</a:t>
            </a:r>
            <a:r>
              <a:rPr kumimoji="1" lang="en-US" altLang="zh-CN" sz="1600">
                <a:latin typeface="+mj-ea"/>
                <a:ea typeface="+mj-ea"/>
                <a:sym typeface="等线" panose="02010600030101010101" charset="-122"/>
              </a:rPr>
              <a:t>-</a:t>
            </a:r>
            <a:r>
              <a:rPr kumimoji="1" lang="zh-CN" altLang="en-US" sz="1600">
                <a:latin typeface="+mj-ea"/>
                <a:ea typeface="+mj-ea"/>
                <a:sym typeface="等线" panose="02010600030101010101" charset="-122"/>
              </a:rPr>
              <a:t>字号</a:t>
            </a:r>
            <a:r>
              <a:rPr kumimoji="1" lang="en-US" altLang="zh-CN" sz="1600">
                <a:latin typeface="+mj-ea"/>
                <a:ea typeface="+mj-ea"/>
                <a:sym typeface="等线" panose="02010600030101010101" charset="-122"/>
              </a:rPr>
              <a:t>12-18</a:t>
            </a:r>
            <a:endParaRPr lang="zh-CN" altLang="en-US"/>
          </a:p>
        </p:txBody>
      </p:sp>
      <p:sp>
        <p:nvSpPr>
          <p:cNvPr id="4" name="灯片编号占位符 5"/>
          <p:cNvSpPr>
            <a:spLocks noGrp="1"/>
          </p:cNvSpPr>
          <p:nvPr>
            <p:ph type="sldNum" sz="quarter" idx="12"/>
          </p:nvPr>
        </p:nvSpPr>
        <p:spPr>
          <a:xfrm>
            <a:off x="11314045" y="6318435"/>
            <a:ext cx="740300" cy="365125"/>
          </a:xfrm>
          <a:prstGeom prst="rect">
            <a:avLst/>
          </a:prstGeom>
        </p:spPr>
        <p:txBody>
          <a:bodyPr/>
          <a:lstStyle>
            <a:lvl1pPr algn="r">
              <a:defRPr sz="1200">
                <a:latin typeface="思源黑体 CN Regular" panose="020B0500000000000000" pitchFamily="34" charset="-122"/>
                <a:ea typeface="思源黑体 CN Regular" panose="020B0500000000000000" pitchFamily="34" charset="-122"/>
              </a:defRPr>
            </a:lvl1pPr>
          </a:lstStyle>
          <a:p>
            <a:fld id="{E5386DCD-524C-4D6B-849A-07B12901B9AD}" type="slidenum">
              <a:rPr lang="zh-CN" altLang="en-US" smtClean="0"/>
            </a:fld>
            <a:r>
              <a:rPr lang="en-US" altLang="zh-CN"/>
              <a:t>/N</a:t>
            </a:r>
            <a:endParaRPr lang="en-US" altLang="zh-CN"/>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522569" y="2127243"/>
            <a:ext cx="9389882" cy="4227375"/>
          </a:xfrm>
          <a:prstGeom prst="rect">
            <a:avLst/>
          </a:prstGeom>
        </p:spPr>
        <p:txBody>
          <a:bodyPr>
            <a:normAutofit/>
          </a:bodyPr>
          <a:lstStyle>
            <a:lvl1pPr>
              <a:defRPr sz="1600" b="0">
                <a:latin typeface="Arial" panose="020B0604020202020204" pitchFamily="34" charset="0"/>
                <a:cs typeface="Arial" panose="020B0604020202020204" pitchFamily="34" charset="0"/>
              </a:defRPr>
            </a:lvl1pPr>
            <a:lvl2pPr>
              <a:defRPr sz="1600" b="0"/>
            </a:lvl2pPr>
            <a:lvl3pPr>
              <a:defRPr sz="1600" b="0"/>
            </a:lvl3pPr>
          </a:lstStyle>
          <a:p>
            <a:r>
              <a:rPr kumimoji="1" lang="en-US" altLang="zh-CN" sz="1600">
                <a:ea typeface="+mj-ea"/>
                <a:sym typeface="等线" panose="02010600030101010101" charset="-122"/>
              </a:rPr>
              <a:t>Text-font size 12-18</a:t>
            </a:r>
            <a:endParaRPr lang="zh-CN" altLang="en-US"/>
          </a:p>
        </p:txBody>
      </p:sp>
      <p:pic>
        <p:nvPicPr>
          <p:cNvPr id="4" name="图片 3"/>
          <p:cNvPicPr>
            <a:picLocks noChangeAspect="1"/>
          </p:cNvPicPr>
          <p:nvPr userDrawn="1">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sp>
        <p:nvSpPr>
          <p:cNvPr id="6" name="文本框 5"/>
          <p:cNvSpPr txBox="1"/>
          <p:nvPr userDrawn="1"/>
        </p:nvSpPr>
        <p:spPr>
          <a:xfrm>
            <a:off x="11369675" y="6268720"/>
            <a:ext cx="725805" cy="275590"/>
          </a:xfrm>
          <a:prstGeom prst="rect">
            <a:avLst/>
          </a:prstGeom>
          <a:noFill/>
        </p:spPr>
        <p:txBody>
          <a:bodyPr wrap="square" rtlCol="0">
            <a:spAutoFit/>
          </a:bodyPr>
          <a:lstStyle/>
          <a:p>
            <a:fld id="{9A0DB2DC-4C9A-4742-B13C-FB6460FD3503}" type="slidenum">
              <a:rPr lang="en-US" altLang="zh-CN" sz="1200" smtClean="0">
                <a:latin typeface="+mn-ea"/>
              </a:rPr>
            </a:fld>
            <a:r>
              <a:rPr lang="en-US" altLang="zh-CN" sz="1200">
                <a:latin typeface="+mn-ea"/>
              </a:rPr>
              <a:t>/N</a:t>
            </a:r>
            <a:endParaRPr lang="en-US" altLang="zh-CN" sz="1200">
              <a:latin typeface="+mn-ea"/>
            </a:endParaRPr>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64917"/>
            <a:ext cx="7315200" cy="737165"/>
          </a:xfrm>
          <a:prstGeom prst="rect">
            <a:avLst/>
          </a:prstGeom>
        </p:spPr>
        <p:txBody>
          <a:bodyPr/>
          <a:lstStyle/>
          <a:p>
            <a:r>
              <a:rPr lang="zh-CN" altLang="en-US"/>
              <a:t>主标题文本样式</a:t>
            </a:r>
            <a:endParaRPr lang="zh-CN" altLang="en-US"/>
          </a:p>
        </p:txBody>
      </p:sp>
      <p:sp>
        <p:nvSpPr>
          <p:cNvPr id="3" name="内容占位符 2"/>
          <p:cNvSpPr>
            <a:spLocks noGrp="1"/>
          </p:cNvSpPr>
          <p:nvPr>
            <p:ph sz="half" idx="1" hasCustomPrompt="1"/>
          </p:nvPr>
        </p:nvSpPr>
        <p:spPr>
          <a:xfrm>
            <a:off x="838200" y="1825625"/>
            <a:ext cx="5181600" cy="541794"/>
          </a:xfrm>
          <a:prstGeom prst="rect">
            <a:avLst/>
          </a:prstGeom>
        </p:spPr>
        <p:txBody>
          <a:bodyPr/>
          <a:lstStyle/>
          <a:p>
            <a:pPr lvl="0"/>
            <a:r>
              <a:rPr lang="zh-CN" altLang="en-US"/>
              <a:t>副标题文本样式</a:t>
            </a:r>
            <a:endParaRPr lang="zh-CN" altLang="en-US"/>
          </a:p>
        </p:txBody>
      </p:sp>
      <p:sp>
        <p:nvSpPr>
          <p:cNvPr id="4" name="内容占位符 3"/>
          <p:cNvSpPr>
            <a:spLocks noGrp="1"/>
          </p:cNvSpPr>
          <p:nvPr>
            <p:ph sz="half" idx="2" hasCustomPrompt="1"/>
          </p:nvPr>
        </p:nvSpPr>
        <p:spPr>
          <a:xfrm>
            <a:off x="6172200" y="1825625"/>
            <a:ext cx="5181600" cy="4351338"/>
          </a:xfrm>
          <a:prstGeom prst="rect">
            <a:avLst/>
          </a:prstGeom>
        </p:spPr>
        <p:txBody>
          <a:bodyPr>
            <a:normAutofit/>
          </a:bodyPr>
          <a:lstStyle>
            <a:lvl1pPr>
              <a:lnSpc>
                <a:spcPct val="150000"/>
              </a:lnSpc>
              <a:defRPr lang="zh-CN" altLang="zh-CN" sz="1600" smtClean="0">
                <a:effectLst/>
              </a:defRPr>
            </a:lvl1pPr>
          </a:lstStyle>
          <a:p>
            <a:pPr lvl="0"/>
            <a:r>
              <a:rPr lang="zh-CN" altLang="en-US"/>
              <a:t>正文文本样式</a:t>
            </a:r>
            <a:r>
              <a:rPr lang="en-US" altLang="zh-CN"/>
              <a:t>——</a:t>
            </a:r>
            <a:endParaRPr lang="en-US" altLang="zh-CN"/>
          </a:p>
          <a:p>
            <a:pPr lvl="0"/>
            <a:r>
              <a:rPr lang="zh-CN" altLang="en-US"/>
              <a:t>作为全球领先的智能制造及工业互联网整体解决方案服务商，工业富联始终坚持深耕中国、布局全球的生产和经营策略，业务范围覆盖数据全流程，在全球产业链中构建起国内与国外的桥梁，并基于多年来在精益管理、供应链管理、柔性生产方面的经验，实现国内国外双循环，解决国内制造、原材料、销售在外问题，发挥桥梁纽带作用。</a:t>
            </a:r>
            <a:endParaRPr lang="zh-CN" altLang="zh-CN" sz="1050" kern="100">
              <a:effectLst/>
              <a:latin typeface="等线" panose="02010600030101010101" charset="-122"/>
              <a:ea typeface="等线" panose="02010600030101010101" charset="-122"/>
              <a:cs typeface="Times New Roman" panose="02020603050405020304" pitchFamily="18" charset="0"/>
            </a:endParaRP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1137457" y="2303115"/>
            <a:ext cx="5645728" cy="18948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椭圆 2"/>
          <p:cNvSpPr/>
          <p:nvPr userDrawn="1"/>
        </p:nvSpPr>
        <p:spPr>
          <a:xfrm>
            <a:off x="2658110" y="1480345"/>
            <a:ext cx="6715760" cy="3652728"/>
          </a:xfrm>
          <a:prstGeom prst="ellipse">
            <a:avLst/>
          </a:prstGeom>
          <a:gradFill flip="none" rotWithShape="1">
            <a:gsLst>
              <a:gs pos="100000">
                <a:schemeClr val="accent1">
                  <a:lumMod val="75000"/>
                  <a:alpha val="0"/>
                </a:schemeClr>
              </a:gs>
              <a:gs pos="0">
                <a:schemeClr val="accent1">
                  <a:lumMod val="75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userDrawn="1"/>
        </p:nvSpPr>
        <p:spPr>
          <a:xfrm>
            <a:off x="3009065" y="2518616"/>
            <a:ext cx="5830442" cy="1446550"/>
          </a:xfrm>
          <a:prstGeom prst="rect">
            <a:avLst/>
          </a:prstGeom>
          <a:noFill/>
        </p:spPr>
        <p:txBody>
          <a:bodyPr wrap="square" rtlCol="0">
            <a:spAutoFit/>
          </a:bodyPr>
          <a:lstStyle/>
          <a:p>
            <a:r>
              <a:rPr lang="en-US" altLang="zh-CN"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rPr>
              <a:t>Thank you</a:t>
            </a:r>
            <a:endParaRPr lang="zh-CN" altLang="en-US"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endParaRPr>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userDrawn="1">
  <p:cSld name="页码">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486738"/>
            <a:ext cx="9389882" cy="908429"/>
          </a:xfrm>
          <a:prstGeom prst="rect">
            <a:avLst/>
          </a:prstGeom>
        </p:spPr>
        <p:txBody>
          <a:bodyPr/>
          <a:lstStyle>
            <a:lvl1pPr>
              <a:defRPr>
                <a:latin typeface="思源黑体 CN Heavy" panose="020B0A00000000000000" pitchFamily="34" charset="-122"/>
                <a:ea typeface="思源黑体 CN Heavy" panose="020B0A00000000000000" pitchFamily="34" charset="-122"/>
              </a:defRPr>
            </a:lvl1pPr>
          </a:lstStyle>
          <a:p>
            <a:pPr>
              <a:defRPr/>
            </a:pPr>
            <a:r>
              <a:rPr kumimoji="1" lang="zh-CN" altLang="en-US" sz="3600" b="1">
                <a:solidFill>
                  <a:srgbClr val="002F75"/>
                </a:solidFill>
                <a:latin typeface="微软雅黑" panose="020B0503020204020204" pitchFamily="34" charset="-122"/>
                <a:ea typeface="微软雅黑" panose="020B0503020204020204" pitchFamily="34" charset="-122"/>
              </a:rPr>
              <a:t>主标题</a:t>
            </a:r>
            <a:r>
              <a:rPr kumimoji="1" lang="en-US" altLang="zh-CN" sz="3600" b="1">
                <a:solidFill>
                  <a:srgbClr val="002F75"/>
                </a:solidFill>
                <a:latin typeface="微软雅黑" panose="020B0503020204020204" pitchFamily="34" charset="-122"/>
                <a:ea typeface="微软雅黑" panose="020B0503020204020204" pitchFamily="34" charset="-122"/>
              </a:rPr>
              <a:t>-</a:t>
            </a:r>
            <a:r>
              <a:rPr kumimoji="1" lang="zh-CN" altLang="en-US" sz="3600" b="1">
                <a:solidFill>
                  <a:srgbClr val="002F75"/>
                </a:solidFill>
                <a:latin typeface="微软雅黑" panose="020B0503020204020204" pitchFamily="34" charset="-122"/>
                <a:ea typeface="微软雅黑" panose="020B0503020204020204" pitchFamily="34" charset="-122"/>
              </a:rPr>
              <a:t>字号</a:t>
            </a:r>
            <a:r>
              <a:rPr kumimoji="1" lang="en-US" altLang="zh-CN" sz="3600" b="1">
                <a:solidFill>
                  <a:srgbClr val="002F75"/>
                </a:solidFill>
                <a:latin typeface="微软雅黑" panose="020B0503020204020204" pitchFamily="34" charset="-122"/>
                <a:ea typeface="微软雅黑" panose="020B0503020204020204" pitchFamily="34" charset="-122"/>
              </a:rPr>
              <a:t>30-36</a:t>
            </a:r>
            <a:endParaRPr kumimoji="1" lang="zh-TW" altLang="en-US" sz="3600" b="1">
              <a:solidFill>
                <a:srgbClr val="002F75"/>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ph idx="1" hasCustomPrompt="1"/>
          </p:nvPr>
        </p:nvSpPr>
        <p:spPr>
          <a:xfrm>
            <a:off x="838200" y="2127243"/>
            <a:ext cx="9389882" cy="4227375"/>
          </a:xfrm>
          <a:prstGeom prst="rect">
            <a:avLst/>
          </a:prstGeom>
        </p:spPr>
        <p:txBody>
          <a:bodyPr>
            <a:normAutofit/>
          </a:bodyPr>
          <a:lstStyle>
            <a:lvl1pPr>
              <a:defRPr sz="1600" b="0">
                <a:latin typeface="思源黑体 CN Normal" panose="020B0400000000000000" pitchFamily="34" charset="-122"/>
                <a:ea typeface="思源黑体 CN Normal" panose="020B0400000000000000" pitchFamily="34" charset="-122"/>
              </a:defRPr>
            </a:lvl1pPr>
            <a:lvl2pPr>
              <a:defRPr sz="1600" b="0"/>
            </a:lvl2pPr>
            <a:lvl3pPr>
              <a:defRPr sz="1600" b="0"/>
            </a:lvl3pPr>
          </a:lstStyle>
          <a:p>
            <a:r>
              <a:rPr kumimoji="1" lang="zh-CN" altLang="en-US" sz="1600">
                <a:latin typeface="+mj-ea"/>
                <a:ea typeface="+mj-ea"/>
                <a:sym typeface="等线" panose="02010600030101010101" charset="-122"/>
              </a:rPr>
              <a:t>正文内容</a:t>
            </a:r>
            <a:r>
              <a:rPr kumimoji="1" lang="en-US" altLang="zh-CN" sz="1600">
                <a:latin typeface="+mj-ea"/>
                <a:ea typeface="+mj-ea"/>
                <a:sym typeface="等线" panose="02010600030101010101" charset="-122"/>
              </a:rPr>
              <a:t>-</a:t>
            </a:r>
            <a:r>
              <a:rPr kumimoji="1" lang="zh-CN" altLang="en-US" sz="1600">
                <a:latin typeface="+mj-ea"/>
                <a:ea typeface="+mj-ea"/>
                <a:sym typeface="等线" panose="02010600030101010101" charset="-122"/>
              </a:rPr>
              <a:t>字号</a:t>
            </a:r>
            <a:r>
              <a:rPr kumimoji="1" lang="en-US" altLang="zh-CN" sz="1600">
                <a:latin typeface="+mj-ea"/>
                <a:ea typeface="+mj-ea"/>
                <a:sym typeface="等线" panose="02010600030101010101" charset="-122"/>
              </a:rPr>
              <a:t>12-18</a:t>
            </a:r>
            <a:endParaRPr lang="zh-CN" altLang="en-US"/>
          </a:p>
        </p:txBody>
      </p:sp>
      <p:sp>
        <p:nvSpPr>
          <p:cNvPr id="4" name="灯片编号占位符 5"/>
          <p:cNvSpPr>
            <a:spLocks noGrp="1"/>
          </p:cNvSpPr>
          <p:nvPr>
            <p:ph type="sldNum" sz="quarter" idx="12"/>
          </p:nvPr>
        </p:nvSpPr>
        <p:spPr>
          <a:xfrm>
            <a:off x="11314045" y="6318435"/>
            <a:ext cx="740300" cy="365125"/>
          </a:xfrm>
          <a:prstGeom prst="rect">
            <a:avLst/>
          </a:prstGeom>
        </p:spPr>
        <p:txBody>
          <a:bodyPr/>
          <a:lstStyle>
            <a:lvl1pPr algn="r">
              <a:defRPr sz="1200">
                <a:latin typeface="思源黑体 CN Regular" panose="020B0500000000000000" pitchFamily="34" charset="-122"/>
                <a:ea typeface="思源黑体 CN Regular" panose="020B0500000000000000" pitchFamily="34" charset="-122"/>
              </a:defRPr>
            </a:lvl1pPr>
          </a:lstStyle>
          <a:p>
            <a:fld id="{E5386DCD-524C-4D6B-849A-07B12901B9AD}" type="slidenum">
              <a:rPr lang="zh-CN" altLang="en-US" smtClean="0"/>
            </a:fld>
            <a:r>
              <a:rPr lang="en-US" altLang="zh-CN"/>
              <a:t>/N</a:t>
            </a:r>
            <a:endParaRPr lang="en-US" altLang="zh-CN"/>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522569" y="2127243"/>
            <a:ext cx="9389882" cy="4227375"/>
          </a:xfrm>
          <a:prstGeom prst="rect">
            <a:avLst/>
          </a:prstGeom>
        </p:spPr>
        <p:txBody>
          <a:bodyPr>
            <a:normAutofit/>
          </a:bodyPr>
          <a:lstStyle>
            <a:lvl1pPr>
              <a:defRPr sz="1600" b="0">
                <a:latin typeface="Arial" panose="020B0604020202020204" pitchFamily="34" charset="0"/>
                <a:cs typeface="Arial" panose="020B0604020202020204" pitchFamily="34" charset="0"/>
              </a:defRPr>
            </a:lvl1pPr>
            <a:lvl2pPr>
              <a:defRPr sz="1600" b="0"/>
            </a:lvl2pPr>
            <a:lvl3pPr>
              <a:defRPr sz="1600" b="0"/>
            </a:lvl3pPr>
          </a:lstStyle>
          <a:p>
            <a:r>
              <a:rPr kumimoji="1" lang="en-US" altLang="zh-CN" sz="1600">
                <a:ea typeface="+mj-ea"/>
                <a:sym typeface="等线" panose="02010600030101010101" charset="-122"/>
              </a:rPr>
              <a:t>Text-font size 12-18</a:t>
            </a:r>
            <a:endParaRPr lang="zh-CN" altLang="en-US"/>
          </a:p>
        </p:txBody>
      </p:sp>
      <p:pic>
        <p:nvPicPr>
          <p:cNvPr id="4" name="图片 3"/>
          <p:cNvPicPr>
            <a:picLocks noChangeAspect="1"/>
          </p:cNvPicPr>
          <p:nvPr userDrawn="1">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sp>
        <p:nvSpPr>
          <p:cNvPr id="6" name="文本框 5"/>
          <p:cNvSpPr txBox="1"/>
          <p:nvPr userDrawn="1"/>
        </p:nvSpPr>
        <p:spPr>
          <a:xfrm>
            <a:off x="11369675" y="6268720"/>
            <a:ext cx="725805" cy="275590"/>
          </a:xfrm>
          <a:prstGeom prst="rect">
            <a:avLst/>
          </a:prstGeom>
          <a:noFill/>
        </p:spPr>
        <p:txBody>
          <a:bodyPr wrap="square" rtlCol="0">
            <a:spAutoFit/>
          </a:bodyPr>
          <a:lstStyle/>
          <a:p>
            <a:fld id="{9A0DB2DC-4C9A-4742-B13C-FB6460FD3503}" type="slidenum">
              <a:rPr lang="en-US" altLang="zh-CN" sz="1200" smtClean="0">
                <a:latin typeface="+mn-ea"/>
              </a:rPr>
            </a:fld>
            <a:r>
              <a:rPr lang="en-US" altLang="zh-CN" sz="1200">
                <a:latin typeface="+mn-ea"/>
              </a:rPr>
              <a:t>/N</a:t>
            </a:r>
            <a:endParaRPr lang="en-US" altLang="zh-CN" sz="1200">
              <a:latin typeface="+mn-ea"/>
            </a:endParaRPr>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64917"/>
            <a:ext cx="7315200" cy="737165"/>
          </a:xfrm>
          <a:prstGeom prst="rect">
            <a:avLst/>
          </a:prstGeom>
        </p:spPr>
        <p:txBody>
          <a:bodyPr/>
          <a:lstStyle/>
          <a:p>
            <a:r>
              <a:rPr lang="zh-CN" altLang="en-US"/>
              <a:t>主标题文本样式</a:t>
            </a:r>
            <a:endParaRPr lang="zh-CN" altLang="en-US"/>
          </a:p>
        </p:txBody>
      </p:sp>
      <p:sp>
        <p:nvSpPr>
          <p:cNvPr id="3" name="内容占位符 2"/>
          <p:cNvSpPr>
            <a:spLocks noGrp="1"/>
          </p:cNvSpPr>
          <p:nvPr>
            <p:ph sz="half" idx="1" hasCustomPrompt="1"/>
          </p:nvPr>
        </p:nvSpPr>
        <p:spPr>
          <a:xfrm>
            <a:off x="838200" y="1825625"/>
            <a:ext cx="5181600" cy="541794"/>
          </a:xfrm>
          <a:prstGeom prst="rect">
            <a:avLst/>
          </a:prstGeom>
        </p:spPr>
        <p:txBody>
          <a:bodyPr/>
          <a:lstStyle/>
          <a:p>
            <a:pPr lvl="0"/>
            <a:r>
              <a:rPr lang="zh-CN" altLang="en-US"/>
              <a:t>副标题文本样式</a:t>
            </a:r>
            <a:endParaRPr lang="zh-CN" altLang="en-US"/>
          </a:p>
        </p:txBody>
      </p:sp>
      <p:sp>
        <p:nvSpPr>
          <p:cNvPr id="4" name="内容占位符 3"/>
          <p:cNvSpPr>
            <a:spLocks noGrp="1"/>
          </p:cNvSpPr>
          <p:nvPr>
            <p:ph sz="half" idx="2" hasCustomPrompt="1"/>
          </p:nvPr>
        </p:nvSpPr>
        <p:spPr>
          <a:xfrm>
            <a:off x="6172200" y="1825625"/>
            <a:ext cx="5181600" cy="4351338"/>
          </a:xfrm>
          <a:prstGeom prst="rect">
            <a:avLst/>
          </a:prstGeom>
        </p:spPr>
        <p:txBody>
          <a:bodyPr>
            <a:normAutofit/>
          </a:bodyPr>
          <a:lstStyle>
            <a:lvl1pPr>
              <a:lnSpc>
                <a:spcPct val="150000"/>
              </a:lnSpc>
              <a:defRPr lang="zh-CN" altLang="zh-CN" sz="1600" smtClean="0">
                <a:effectLst/>
              </a:defRPr>
            </a:lvl1pPr>
          </a:lstStyle>
          <a:p>
            <a:pPr lvl="0"/>
            <a:r>
              <a:rPr lang="zh-CN" altLang="en-US"/>
              <a:t>正文文本样式</a:t>
            </a:r>
            <a:r>
              <a:rPr lang="en-US" altLang="zh-CN"/>
              <a:t>——</a:t>
            </a:r>
            <a:endParaRPr lang="en-US" altLang="zh-CN"/>
          </a:p>
          <a:p>
            <a:pPr lvl="0"/>
            <a:r>
              <a:rPr lang="zh-CN" altLang="en-US"/>
              <a:t>作为全球领先的智能制造及工业互联网整体解决方案服务商，工业富联始终坚持深耕中国、布局全球的生产和经营策略，业务范围覆盖数据全流程，在全球产业链中构建起国内与国外的桥梁，并基于多年来在精益管理、供应链管理、柔性生产方面的经验，实现国内国外双循环，解决国内制造、原材料、销售在外问题，发挥桥梁纽带作用。</a:t>
            </a:r>
            <a:endParaRPr lang="zh-CN" altLang="zh-CN" sz="1050" kern="100">
              <a:effectLst/>
              <a:latin typeface="等线" panose="02010600030101010101" charset="-122"/>
              <a:ea typeface="等线" panose="02010600030101010101" charset="-122"/>
              <a:cs typeface="Times New Roman" panose="02020603050405020304" pitchFamily="18" charset="0"/>
            </a:endParaRP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1137457" y="2303115"/>
            <a:ext cx="5645728" cy="18948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椭圆 2"/>
          <p:cNvSpPr/>
          <p:nvPr userDrawn="1"/>
        </p:nvSpPr>
        <p:spPr>
          <a:xfrm>
            <a:off x="2658110" y="1480345"/>
            <a:ext cx="6715760" cy="3652728"/>
          </a:xfrm>
          <a:prstGeom prst="ellipse">
            <a:avLst/>
          </a:prstGeom>
          <a:gradFill flip="none" rotWithShape="1">
            <a:gsLst>
              <a:gs pos="100000">
                <a:schemeClr val="accent1">
                  <a:lumMod val="75000"/>
                  <a:alpha val="0"/>
                </a:schemeClr>
              </a:gs>
              <a:gs pos="0">
                <a:schemeClr val="accent1">
                  <a:lumMod val="75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userDrawn="1"/>
        </p:nvSpPr>
        <p:spPr>
          <a:xfrm>
            <a:off x="3009065" y="2518616"/>
            <a:ext cx="5830442" cy="1446550"/>
          </a:xfrm>
          <a:prstGeom prst="rect">
            <a:avLst/>
          </a:prstGeom>
          <a:noFill/>
        </p:spPr>
        <p:txBody>
          <a:bodyPr wrap="square" rtlCol="0">
            <a:spAutoFit/>
          </a:bodyPr>
          <a:lstStyle/>
          <a:p>
            <a:r>
              <a:rPr lang="en-US" altLang="zh-CN"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rPr>
              <a:t>Thank you</a:t>
            </a:r>
            <a:endParaRPr lang="zh-CN" altLang="en-US"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endParaRPr>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userDrawn="1">
  <p:cSld name="页码">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486738"/>
            <a:ext cx="9389882" cy="908429"/>
          </a:xfrm>
          <a:prstGeom prst="rect">
            <a:avLst/>
          </a:prstGeom>
        </p:spPr>
        <p:txBody>
          <a:bodyPr/>
          <a:lstStyle>
            <a:lvl1pPr>
              <a:defRPr>
                <a:latin typeface="思源黑体 CN Heavy" panose="020B0A00000000000000" pitchFamily="34" charset="-122"/>
                <a:ea typeface="思源黑体 CN Heavy" panose="020B0A00000000000000" pitchFamily="34" charset="-122"/>
              </a:defRPr>
            </a:lvl1pPr>
          </a:lstStyle>
          <a:p>
            <a:pPr>
              <a:defRPr/>
            </a:pPr>
            <a:r>
              <a:rPr kumimoji="1" lang="zh-CN" altLang="en-US" sz="3600" b="1">
                <a:solidFill>
                  <a:srgbClr val="002F75"/>
                </a:solidFill>
                <a:latin typeface="微软雅黑" panose="020B0503020204020204" pitchFamily="34" charset="-122"/>
                <a:ea typeface="微软雅黑" panose="020B0503020204020204" pitchFamily="34" charset="-122"/>
              </a:rPr>
              <a:t>主标题</a:t>
            </a:r>
            <a:r>
              <a:rPr kumimoji="1" lang="en-US" altLang="zh-CN" sz="3600" b="1">
                <a:solidFill>
                  <a:srgbClr val="002F75"/>
                </a:solidFill>
                <a:latin typeface="微软雅黑" panose="020B0503020204020204" pitchFamily="34" charset="-122"/>
                <a:ea typeface="微软雅黑" panose="020B0503020204020204" pitchFamily="34" charset="-122"/>
              </a:rPr>
              <a:t>-</a:t>
            </a:r>
            <a:r>
              <a:rPr kumimoji="1" lang="zh-CN" altLang="en-US" sz="3600" b="1">
                <a:solidFill>
                  <a:srgbClr val="002F75"/>
                </a:solidFill>
                <a:latin typeface="微软雅黑" panose="020B0503020204020204" pitchFamily="34" charset="-122"/>
                <a:ea typeface="微软雅黑" panose="020B0503020204020204" pitchFamily="34" charset="-122"/>
              </a:rPr>
              <a:t>字号</a:t>
            </a:r>
            <a:r>
              <a:rPr kumimoji="1" lang="en-US" altLang="zh-CN" sz="3600" b="1">
                <a:solidFill>
                  <a:srgbClr val="002F75"/>
                </a:solidFill>
                <a:latin typeface="微软雅黑" panose="020B0503020204020204" pitchFamily="34" charset="-122"/>
                <a:ea typeface="微软雅黑" panose="020B0503020204020204" pitchFamily="34" charset="-122"/>
              </a:rPr>
              <a:t>30-36</a:t>
            </a:r>
            <a:endParaRPr kumimoji="1" lang="zh-TW" altLang="en-US" sz="3600" b="1">
              <a:solidFill>
                <a:srgbClr val="002F75"/>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ph idx="1" hasCustomPrompt="1"/>
          </p:nvPr>
        </p:nvSpPr>
        <p:spPr>
          <a:xfrm>
            <a:off x="838200" y="2127243"/>
            <a:ext cx="9389882" cy="4227375"/>
          </a:xfrm>
          <a:prstGeom prst="rect">
            <a:avLst/>
          </a:prstGeom>
        </p:spPr>
        <p:txBody>
          <a:bodyPr>
            <a:normAutofit/>
          </a:bodyPr>
          <a:lstStyle>
            <a:lvl1pPr>
              <a:defRPr sz="1600" b="0">
                <a:latin typeface="思源黑体 CN Normal" panose="020B0400000000000000" pitchFamily="34" charset="-122"/>
                <a:ea typeface="思源黑体 CN Normal" panose="020B0400000000000000" pitchFamily="34" charset="-122"/>
              </a:defRPr>
            </a:lvl1pPr>
            <a:lvl2pPr>
              <a:defRPr sz="1600" b="0"/>
            </a:lvl2pPr>
            <a:lvl3pPr>
              <a:defRPr sz="1600" b="0"/>
            </a:lvl3pPr>
          </a:lstStyle>
          <a:p>
            <a:r>
              <a:rPr kumimoji="1" lang="zh-CN" altLang="en-US" sz="1600">
                <a:latin typeface="+mj-ea"/>
                <a:ea typeface="+mj-ea"/>
                <a:sym typeface="等线" panose="02010600030101010101" charset="-122"/>
              </a:rPr>
              <a:t>正文内容</a:t>
            </a:r>
            <a:r>
              <a:rPr kumimoji="1" lang="en-US" altLang="zh-CN" sz="1600">
                <a:latin typeface="+mj-ea"/>
                <a:ea typeface="+mj-ea"/>
                <a:sym typeface="等线" panose="02010600030101010101" charset="-122"/>
              </a:rPr>
              <a:t>-</a:t>
            </a:r>
            <a:r>
              <a:rPr kumimoji="1" lang="zh-CN" altLang="en-US" sz="1600">
                <a:latin typeface="+mj-ea"/>
                <a:ea typeface="+mj-ea"/>
                <a:sym typeface="等线" panose="02010600030101010101" charset="-122"/>
              </a:rPr>
              <a:t>字号</a:t>
            </a:r>
            <a:r>
              <a:rPr kumimoji="1" lang="en-US" altLang="zh-CN" sz="1600">
                <a:latin typeface="+mj-ea"/>
                <a:ea typeface="+mj-ea"/>
                <a:sym typeface="等线" panose="02010600030101010101" charset="-122"/>
              </a:rPr>
              <a:t>12-18</a:t>
            </a:r>
            <a:endParaRPr lang="zh-CN" altLang="en-US"/>
          </a:p>
        </p:txBody>
      </p:sp>
      <p:sp>
        <p:nvSpPr>
          <p:cNvPr id="4" name="灯片编号占位符 5"/>
          <p:cNvSpPr>
            <a:spLocks noGrp="1"/>
          </p:cNvSpPr>
          <p:nvPr>
            <p:ph type="sldNum" sz="quarter" idx="12"/>
          </p:nvPr>
        </p:nvSpPr>
        <p:spPr>
          <a:xfrm>
            <a:off x="11314045" y="6318435"/>
            <a:ext cx="740300" cy="365125"/>
          </a:xfrm>
          <a:prstGeom prst="rect">
            <a:avLst/>
          </a:prstGeom>
        </p:spPr>
        <p:txBody>
          <a:bodyPr/>
          <a:lstStyle>
            <a:lvl1pPr algn="r">
              <a:defRPr sz="1200">
                <a:latin typeface="思源黑体 CN Regular" panose="020B0500000000000000" pitchFamily="34" charset="-122"/>
                <a:ea typeface="思源黑体 CN Regular" panose="020B0500000000000000" pitchFamily="34" charset="-122"/>
              </a:defRPr>
            </a:lvl1pPr>
          </a:lstStyle>
          <a:p>
            <a:fld id="{E5386DCD-524C-4D6B-849A-07B12901B9AD}" type="slidenum">
              <a:rPr lang="zh-CN" altLang="en-US" smtClean="0"/>
            </a:fld>
            <a:r>
              <a:rPr lang="en-US" altLang="zh-CN"/>
              <a:t>/N</a:t>
            </a:r>
            <a:endParaRPr lang="en-US" altLang="zh-CN"/>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522569" y="2127243"/>
            <a:ext cx="9389882" cy="4227375"/>
          </a:xfrm>
          <a:prstGeom prst="rect">
            <a:avLst/>
          </a:prstGeom>
        </p:spPr>
        <p:txBody>
          <a:bodyPr>
            <a:normAutofit/>
          </a:bodyPr>
          <a:lstStyle>
            <a:lvl1pPr>
              <a:defRPr sz="1600" b="0">
                <a:latin typeface="Arial" panose="020B0604020202020204" pitchFamily="34" charset="0"/>
                <a:cs typeface="Arial" panose="020B0604020202020204" pitchFamily="34" charset="0"/>
              </a:defRPr>
            </a:lvl1pPr>
            <a:lvl2pPr>
              <a:defRPr sz="1600" b="0"/>
            </a:lvl2pPr>
            <a:lvl3pPr>
              <a:defRPr sz="1600" b="0"/>
            </a:lvl3pPr>
          </a:lstStyle>
          <a:p>
            <a:r>
              <a:rPr kumimoji="1" lang="en-US" altLang="zh-CN" sz="1600">
                <a:ea typeface="+mj-ea"/>
                <a:sym typeface="等线" panose="02010600030101010101" charset="-122"/>
              </a:rPr>
              <a:t>Text-font size 12-18</a:t>
            </a:r>
            <a:endParaRPr lang="zh-CN" altLang="en-US"/>
          </a:p>
        </p:txBody>
      </p:sp>
      <p:pic>
        <p:nvPicPr>
          <p:cNvPr id="4" name="图片 3"/>
          <p:cNvPicPr>
            <a:picLocks noChangeAspect="1"/>
          </p:cNvPicPr>
          <p:nvPr userDrawn="1">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sp>
        <p:nvSpPr>
          <p:cNvPr id="6" name="文本框 5"/>
          <p:cNvSpPr txBox="1"/>
          <p:nvPr userDrawn="1"/>
        </p:nvSpPr>
        <p:spPr>
          <a:xfrm>
            <a:off x="11369675" y="6268720"/>
            <a:ext cx="725805" cy="275590"/>
          </a:xfrm>
          <a:prstGeom prst="rect">
            <a:avLst/>
          </a:prstGeom>
          <a:noFill/>
        </p:spPr>
        <p:txBody>
          <a:bodyPr wrap="square" rtlCol="0">
            <a:spAutoFit/>
          </a:bodyPr>
          <a:lstStyle/>
          <a:p>
            <a:fld id="{9A0DB2DC-4C9A-4742-B13C-FB6460FD3503}" type="slidenum">
              <a:rPr lang="en-US" altLang="zh-CN" sz="1200" smtClean="0">
                <a:latin typeface="+mn-ea"/>
              </a:rPr>
            </a:fld>
            <a:r>
              <a:rPr lang="en-US" altLang="zh-CN" sz="1200">
                <a:latin typeface="+mn-ea"/>
              </a:rPr>
              <a:t>/N</a:t>
            </a:r>
            <a:endParaRPr lang="en-US" altLang="zh-CN" sz="1200">
              <a:latin typeface="+mn-ea"/>
            </a:endParaRPr>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64917"/>
            <a:ext cx="7315200" cy="737165"/>
          </a:xfrm>
          <a:prstGeom prst="rect">
            <a:avLst/>
          </a:prstGeom>
        </p:spPr>
        <p:txBody>
          <a:bodyPr/>
          <a:lstStyle/>
          <a:p>
            <a:r>
              <a:rPr lang="zh-CN" altLang="en-US"/>
              <a:t>主标题文本样式</a:t>
            </a:r>
            <a:endParaRPr lang="zh-CN" altLang="en-US"/>
          </a:p>
        </p:txBody>
      </p:sp>
      <p:sp>
        <p:nvSpPr>
          <p:cNvPr id="3" name="内容占位符 2"/>
          <p:cNvSpPr>
            <a:spLocks noGrp="1"/>
          </p:cNvSpPr>
          <p:nvPr>
            <p:ph sz="half" idx="1" hasCustomPrompt="1"/>
          </p:nvPr>
        </p:nvSpPr>
        <p:spPr>
          <a:xfrm>
            <a:off x="838200" y="1825625"/>
            <a:ext cx="5181600" cy="541794"/>
          </a:xfrm>
          <a:prstGeom prst="rect">
            <a:avLst/>
          </a:prstGeom>
        </p:spPr>
        <p:txBody>
          <a:bodyPr/>
          <a:lstStyle/>
          <a:p>
            <a:pPr lvl="0"/>
            <a:r>
              <a:rPr lang="zh-CN" altLang="en-US"/>
              <a:t>副标题文本样式</a:t>
            </a:r>
            <a:endParaRPr lang="zh-CN" altLang="en-US"/>
          </a:p>
        </p:txBody>
      </p:sp>
      <p:sp>
        <p:nvSpPr>
          <p:cNvPr id="4" name="内容占位符 3"/>
          <p:cNvSpPr>
            <a:spLocks noGrp="1"/>
          </p:cNvSpPr>
          <p:nvPr>
            <p:ph sz="half" idx="2" hasCustomPrompt="1"/>
          </p:nvPr>
        </p:nvSpPr>
        <p:spPr>
          <a:xfrm>
            <a:off x="6172200" y="1825625"/>
            <a:ext cx="5181600" cy="4351338"/>
          </a:xfrm>
          <a:prstGeom prst="rect">
            <a:avLst/>
          </a:prstGeom>
        </p:spPr>
        <p:txBody>
          <a:bodyPr>
            <a:normAutofit/>
          </a:bodyPr>
          <a:lstStyle>
            <a:lvl1pPr>
              <a:lnSpc>
                <a:spcPct val="150000"/>
              </a:lnSpc>
              <a:defRPr lang="zh-CN" altLang="zh-CN" sz="1600" smtClean="0">
                <a:effectLst/>
              </a:defRPr>
            </a:lvl1pPr>
          </a:lstStyle>
          <a:p>
            <a:pPr lvl="0"/>
            <a:r>
              <a:rPr lang="zh-CN" altLang="en-US"/>
              <a:t>正文文本样式</a:t>
            </a:r>
            <a:r>
              <a:rPr lang="en-US" altLang="zh-CN"/>
              <a:t>——</a:t>
            </a:r>
            <a:endParaRPr lang="en-US" altLang="zh-CN"/>
          </a:p>
          <a:p>
            <a:pPr lvl="0"/>
            <a:r>
              <a:rPr lang="zh-CN" altLang="en-US"/>
              <a:t>作为全球领先的智能制造及工业互联网整体解决方案服务商，工业富联始终坚持深耕中国、布局全球的生产和经营策略，业务范围覆盖数据全流程，在全球产业链中构建起国内与国外的桥梁，并基于多年来在精益管理、供应链管理、柔性生产方面的经验，实现国内国外双循环，解决国内制造、原材料、销售在外问题，发挥桥梁纽带作用。</a:t>
            </a:r>
            <a:endParaRPr lang="zh-CN" altLang="zh-CN" sz="1050" kern="100">
              <a:effectLst/>
              <a:latin typeface="等线" panose="02010600030101010101" charset="-122"/>
              <a:ea typeface="等线" panose="02010600030101010101" charset="-122"/>
              <a:cs typeface="Times New Roman" panose="02020603050405020304" pitchFamily="18" charset="0"/>
            </a:endParaRP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1137457" y="2303115"/>
            <a:ext cx="5645728" cy="18948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椭圆 2"/>
          <p:cNvSpPr/>
          <p:nvPr userDrawn="1"/>
        </p:nvSpPr>
        <p:spPr>
          <a:xfrm>
            <a:off x="2658110" y="1480345"/>
            <a:ext cx="6715760" cy="3652728"/>
          </a:xfrm>
          <a:prstGeom prst="ellipse">
            <a:avLst/>
          </a:prstGeom>
          <a:gradFill flip="none" rotWithShape="1">
            <a:gsLst>
              <a:gs pos="100000">
                <a:schemeClr val="accent1">
                  <a:lumMod val="75000"/>
                  <a:alpha val="0"/>
                </a:schemeClr>
              </a:gs>
              <a:gs pos="0">
                <a:schemeClr val="accent1">
                  <a:lumMod val="75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userDrawn="1"/>
        </p:nvSpPr>
        <p:spPr>
          <a:xfrm>
            <a:off x="3009065" y="2518616"/>
            <a:ext cx="5830442" cy="1446550"/>
          </a:xfrm>
          <a:prstGeom prst="rect">
            <a:avLst/>
          </a:prstGeom>
          <a:noFill/>
        </p:spPr>
        <p:txBody>
          <a:bodyPr wrap="square" rtlCol="0">
            <a:spAutoFit/>
          </a:bodyPr>
          <a:lstStyle/>
          <a:p>
            <a:r>
              <a:rPr lang="en-US" altLang="zh-CN"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rPr>
              <a:t>Thank you</a:t>
            </a:r>
            <a:endParaRPr lang="zh-CN" altLang="en-US"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endParaRPr>
          </a:p>
        </p:txBody>
      </p:sp>
    </p:spTree>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userDrawn="1">
  <p:cSld name="页码">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486738"/>
            <a:ext cx="9389882" cy="908429"/>
          </a:xfrm>
          <a:prstGeom prst="rect">
            <a:avLst/>
          </a:prstGeom>
        </p:spPr>
        <p:txBody>
          <a:bodyPr/>
          <a:lstStyle>
            <a:lvl1pPr>
              <a:defRPr>
                <a:latin typeface="思源黑体 CN Heavy" panose="020B0A00000000000000" pitchFamily="34" charset="-122"/>
                <a:ea typeface="思源黑体 CN Heavy" panose="020B0A00000000000000" pitchFamily="34" charset="-122"/>
              </a:defRPr>
            </a:lvl1pPr>
          </a:lstStyle>
          <a:p>
            <a:pPr>
              <a:defRPr/>
            </a:pPr>
            <a:r>
              <a:rPr kumimoji="1" lang="zh-CN" altLang="en-US" sz="3600" b="1">
                <a:solidFill>
                  <a:srgbClr val="002F75"/>
                </a:solidFill>
                <a:latin typeface="微软雅黑" panose="020B0503020204020204" pitchFamily="34" charset="-122"/>
                <a:ea typeface="微软雅黑" panose="020B0503020204020204" pitchFamily="34" charset="-122"/>
              </a:rPr>
              <a:t>主标题</a:t>
            </a:r>
            <a:r>
              <a:rPr kumimoji="1" lang="en-US" altLang="zh-CN" sz="3600" b="1">
                <a:solidFill>
                  <a:srgbClr val="002F75"/>
                </a:solidFill>
                <a:latin typeface="微软雅黑" panose="020B0503020204020204" pitchFamily="34" charset="-122"/>
                <a:ea typeface="微软雅黑" panose="020B0503020204020204" pitchFamily="34" charset="-122"/>
              </a:rPr>
              <a:t>-</a:t>
            </a:r>
            <a:r>
              <a:rPr kumimoji="1" lang="zh-CN" altLang="en-US" sz="3600" b="1">
                <a:solidFill>
                  <a:srgbClr val="002F75"/>
                </a:solidFill>
                <a:latin typeface="微软雅黑" panose="020B0503020204020204" pitchFamily="34" charset="-122"/>
                <a:ea typeface="微软雅黑" panose="020B0503020204020204" pitchFamily="34" charset="-122"/>
              </a:rPr>
              <a:t>字号</a:t>
            </a:r>
            <a:r>
              <a:rPr kumimoji="1" lang="en-US" altLang="zh-CN" sz="3600" b="1">
                <a:solidFill>
                  <a:srgbClr val="002F75"/>
                </a:solidFill>
                <a:latin typeface="微软雅黑" panose="020B0503020204020204" pitchFamily="34" charset="-122"/>
                <a:ea typeface="微软雅黑" panose="020B0503020204020204" pitchFamily="34" charset="-122"/>
              </a:rPr>
              <a:t>30-36</a:t>
            </a:r>
            <a:endParaRPr kumimoji="1" lang="zh-TW" altLang="en-US" sz="3600" b="1">
              <a:solidFill>
                <a:srgbClr val="002F75"/>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ph idx="1" hasCustomPrompt="1"/>
          </p:nvPr>
        </p:nvSpPr>
        <p:spPr>
          <a:xfrm>
            <a:off x="838200" y="2127243"/>
            <a:ext cx="9389882" cy="4227375"/>
          </a:xfrm>
          <a:prstGeom prst="rect">
            <a:avLst/>
          </a:prstGeom>
        </p:spPr>
        <p:txBody>
          <a:bodyPr>
            <a:normAutofit/>
          </a:bodyPr>
          <a:lstStyle>
            <a:lvl1pPr>
              <a:defRPr sz="1600" b="0">
                <a:latin typeface="思源黑体 CN Normal" panose="020B0400000000000000" pitchFamily="34" charset="-122"/>
                <a:ea typeface="思源黑体 CN Normal" panose="020B0400000000000000" pitchFamily="34" charset="-122"/>
              </a:defRPr>
            </a:lvl1pPr>
            <a:lvl2pPr>
              <a:defRPr sz="1600" b="0"/>
            </a:lvl2pPr>
            <a:lvl3pPr>
              <a:defRPr sz="1600" b="0"/>
            </a:lvl3pPr>
          </a:lstStyle>
          <a:p>
            <a:r>
              <a:rPr kumimoji="1" lang="zh-CN" altLang="en-US" sz="1600">
                <a:latin typeface="+mj-ea"/>
                <a:ea typeface="+mj-ea"/>
                <a:sym typeface="等线" panose="02010600030101010101" charset="-122"/>
              </a:rPr>
              <a:t>正文内容</a:t>
            </a:r>
            <a:r>
              <a:rPr kumimoji="1" lang="en-US" altLang="zh-CN" sz="1600">
                <a:latin typeface="+mj-ea"/>
                <a:ea typeface="+mj-ea"/>
                <a:sym typeface="等线" panose="02010600030101010101" charset="-122"/>
              </a:rPr>
              <a:t>-</a:t>
            </a:r>
            <a:r>
              <a:rPr kumimoji="1" lang="zh-CN" altLang="en-US" sz="1600">
                <a:latin typeface="+mj-ea"/>
                <a:ea typeface="+mj-ea"/>
                <a:sym typeface="等线" panose="02010600030101010101" charset="-122"/>
              </a:rPr>
              <a:t>字号</a:t>
            </a:r>
            <a:r>
              <a:rPr kumimoji="1" lang="en-US" altLang="zh-CN" sz="1600">
                <a:latin typeface="+mj-ea"/>
                <a:ea typeface="+mj-ea"/>
                <a:sym typeface="等线" panose="02010600030101010101" charset="-122"/>
              </a:rPr>
              <a:t>12-18</a:t>
            </a:r>
            <a:endParaRPr lang="zh-CN" altLang="en-US"/>
          </a:p>
        </p:txBody>
      </p:sp>
      <p:sp>
        <p:nvSpPr>
          <p:cNvPr id="4" name="灯片编号占位符 5"/>
          <p:cNvSpPr>
            <a:spLocks noGrp="1"/>
          </p:cNvSpPr>
          <p:nvPr>
            <p:ph type="sldNum" sz="quarter" idx="12"/>
          </p:nvPr>
        </p:nvSpPr>
        <p:spPr>
          <a:xfrm>
            <a:off x="11314045" y="6318435"/>
            <a:ext cx="740300" cy="365125"/>
          </a:xfrm>
          <a:prstGeom prst="rect">
            <a:avLst/>
          </a:prstGeom>
        </p:spPr>
        <p:txBody>
          <a:bodyPr/>
          <a:lstStyle>
            <a:lvl1pPr algn="r">
              <a:defRPr sz="1200">
                <a:latin typeface="思源黑体 CN Regular" panose="020B0500000000000000" pitchFamily="34" charset="-122"/>
                <a:ea typeface="思源黑体 CN Regular" panose="020B0500000000000000" pitchFamily="34" charset="-122"/>
              </a:defRPr>
            </a:lvl1pPr>
          </a:lstStyle>
          <a:p>
            <a:fld id="{E5386DCD-524C-4D6B-849A-07B12901B9AD}" type="slidenum">
              <a:rPr lang="zh-CN" altLang="en-US" smtClean="0"/>
            </a:fld>
            <a:r>
              <a:rPr lang="en-US" altLang="zh-CN"/>
              <a:t>/N</a:t>
            </a:r>
            <a:endParaRPr lang="en-US" altLang="zh-CN"/>
          </a:p>
        </p:txBody>
      </p:sp>
    </p:spTree>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522569" y="2127243"/>
            <a:ext cx="9389882" cy="4227375"/>
          </a:xfrm>
          <a:prstGeom prst="rect">
            <a:avLst/>
          </a:prstGeom>
        </p:spPr>
        <p:txBody>
          <a:bodyPr>
            <a:normAutofit/>
          </a:bodyPr>
          <a:lstStyle>
            <a:lvl1pPr>
              <a:defRPr sz="1600" b="0">
                <a:latin typeface="Arial" panose="020B0604020202020204" pitchFamily="34" charset="0"/>
                <a:cs typeface="Arial" panose="020B0604020202020204" pitchFamily="34" charset="0"/>
              </a:defRPr>
            </a:lvl1pPr>
            <a:lvl2pPr>
              <a:defRPr sz="1600" b="0"/>
            </a:lvl2pPr>
            <a:lvl3pPr>
              <a:defRPr sz="1600" b="0"/>
            </a:lvl3pPr>
          </a:lstStyle>
          <a:p>
            <a:r>
              <a:rPr kumimoji="1" lang="en-US" altLang="zh-CN" sz="1600">
                <a:ea typeface="+mj-ea"/>
                <a:sym typeface="等线" panose="02010600030101010101" charset="-122"/>
              </a:rPr>
              <a:t>Text-font size 12-18</a:t>
            </a:r>
            <a:endParaRPr lang="zh-CN" altLang="en-US"/>
          </a:p>
        </p:txBody>
      </p:sp>
      <p:pic>
        <p:nvPicPr>
          <p:cNvPr id="4" name="图片 3"/>
          <p:cNvPicPr>
            <a:picLocks noChangeAspect="1"/>
          </p:cNvPicPr>
          <p:nvPr userDrawn="1">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sp>
        <p:nvSpPr>
          <p:cNvPr id="6" name="文本框 5"/>
          <p:cNvSpPr txBox="1"/>
          <p:nvPr userDrawn="1"/>
        </p:nvSpPr>
        <p:spPr>
          <a:xfrm>
            <a:off x="11369675" y="6268720"/>
            <a:ext cx="725805" cy="275590"/>
          </a:xfrm>
          <a:prstGeom prst="rect">
            <a:avLst/>
          </a:prstGeom>
          <a:noFill/>
        </p:spPr>
        <p:txBody>
          <a:bodyPr wrap="square" rtlCol="0">
            <a:spAutoFit/>
          </a:bodyPr>
          <a:lstStyle/>
          <a:p>
            <a:fld id="{9A0DB2DC-4C9A-4742-B13C-FB6460FD3503}" type="slidenum">
              <a:rPr lang="en-US" altLang="zh-CN" sz="1200" smtClean="0">
                <a:latin typeface="+mn-ea"/>
              </a:rPr>
            </a:fld>
            <a:r>
              <a:rPr lang="en-US" altLang="zh-CN" sz="1200">
                <a:latin typeface="+mn-ea"/>
              </a:rPr>
              <a:t>/N</a:t>
            </a:r>
            <a:endParaRPr lang="en-US" altLang="zh-CN" sz="1200">
              <a:latin typeface="+mn-ea"/>
            </a:endParaRPr>
          </a:p>
        </p:txBody>
      </p:sp>
    </p:spTree>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64917"/>
            <a:ext cx="7315200" cy="737165"/>
          </a:xfrm>
          <a:prstGeom prst="rect">
            <a:avLst/>
          </a:prstGeom>
        </p:spPr>
        <p:txBody>
          <a:bodyPr/>
          <a:lstStyle/>
          <a:p>
            <a:r>
              <a:rPr lang="zh-CN" altLang="en-US"/>
              <a:t>主标题文本样式</a:t>
            </a:r>
            <a:endParaRPr lang="zh-CN" altLang="en-US"/>
          </a:p>
        </p:txBody>
      </p:sp>
      <p:sp>
        <p:nvSpPr>
          <p:cNvPr id="3" name="内容占位符 2"/>
          <p:cNvSpPr>
            <a:spLocks noGrp="1"/>
          </p:cNvSpPr>
          <p:nvPr>
            <p:ph sz="half" idx="1" hasCustomPrompt="1"/>
          </p:nvPr>
        </p:nvSpPr>
        <p:spPr>
          <a:xfrm>
            <a:off x="838200" y="1825625"/>
            <a:ext cx="5181600" cy="541794"/>
          </a:xfrm>
          <a:prstGeom prst="rect">
            <a:avLst/>
          </a:prstGeom>
        </p:spPr>
        <p:txBody>
          <a:bodyPr/>
          <a:lstStyle/>
          <a:p>
            <a:pPr lvl="0"/>
            <a:r>
              <a:rPr lang="zh-CN" altLang="en-US"/>
              <a:t>副标题文本样式</a:t>
            </a:r>
            <a:endParaRPr lang="zh-CN" altLang="en-US"/>
          </a:p>
        </p:txBody>
      </p:sp>
      <p:sp>
        <p:nvSpPr>
          <p:cNvPr id="4" name="内容占位符 3"/>
          <p:cNvSpPr>
            <a:spLocks noGrp="1"/>
          </p:cNvSpPr>
          <p:nvPr>
            <p:ph sz="half" idx="2" hasCustomPrompt="1"/>
          </p:nvPr>
        </p:nvSpPr>
        <p:spPr>
          <a:xfrm>
            <a:off x="6172200" y="1825625"/>
            <a:ext cx="5181600" cy="4351338"/>
          </a:xfrm>
          <a:prstGeom prst="rect">
            <a:avLst/>
          </a:prstGeom>
        </p:spPr>
        <p:txBody>
          <a:bodyPr>
            <a:normAutofit/>
          </a:bodyPr>
          <a:lstStyle>
            <a:lvl1pPr>
              <a:lnSpc>
                <a:spcPct val="150000"/>
              </a:lnSpc>
              <a:defRPr lang="zh-CN" altLang="zh-CN" sz="1600" smtClean="0">
                <a:effectLst/>
              </a:defRPr>
            </a:lvl1pPr>
          </a:lstStyle>
          <a:p>
            <a:pPr lvl="0"/>
            <a:r>
              <a:rPr lang="zh-CN" altLang="en-US"/>
              <a:t>正文文本样式</a:t>
            </a:r>
            <a:r>
              <a:rPr lang="en-US" altLang="zh-CN"/>
              <a:t>——</a:t>
            </a:r>
            <a:endParaRPr lang="en-US" altLang="zh-CN"/>
          </a:p>
          <a:p>
            <a:pPr lvl="0"/>
            <a:r>
              <a:rPr lang="zh-CN" altLang="en-US"/>
              <a:t>作为全球领先的智能制造及工业互联网整体解决方案服务商，工业富联始终坚持深耕中国、布局全球的生产和经营策略，业务范围覆盖数据全流程，在全球产业链中构建起国内与国外的桥梁，并基于多年来在精益管理、供应链管理、柔性生产方面的经验，实现国内国外双循环，解决国内制造、原材料、销售在外问题，发挥桥梁纽带作用。</a:t>
            </a:r>
            <a:endParaRPr lang="zh-CN" altLang="zh-CN" sz="1050" kern="100">
              <a:effectLst/>
              <a:latin typeface="等线" panose="02010600030101010101" charset="-122"/>
              <a:ea typeface="等线" panose="02010600030101010101" charset="-122"/>
              <a:cs typeface="Times New Roman" panose="02020603050405020304" pitchFamily="18" charset="0"/>
            </a:endParaRP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1137457" y="2303115"/>
            <a:ext cx="5645728" cy="18948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椭圆 2"/>
          <p:cNvSpPr/>
          <p:nvPr userDrawn="1"/>
        </p:nvSpPr>
        <p:spPr>
          <a:xfrm>
            <a:off x="2658110" y="1480345"/>
            <a:ext cx="6715760" cy="3652728"/>
          </a:xfrm>
          <a:prstGeom prst="ellipse">
            <a:avLst/>
          </a:prstGeom>
          <a:gradFill flip="none" rotWithShape="1">
            <a:gsLst>
              <a:gs pos="100000">
                <a:schemeClr val="accent1">
                  <a:lumMod val="75000"/>
                  <a:alpha val="0"/>
                </a:schemeClr>
              </a:gs>
              <a:gs pos="0">
                <a:schemeClr val="accent1">
                  <a:lumMod val="75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userDrawn="1"/>
        </p:nvSpPr>
        <p:spPr>
          <a:xfrm>
            <a:off x="3009065" y="2518616"/>
            <a:ext cx="5830442" cy="1446550"/>
          </a:xfrm>
          <a:prstGeom prst="rect">
            <a:avLst/>
          </a:prstGeom>
          <a:noFill/>
        </p:spPr>
        <p:txBody>
          <a:bodyPr wrap="square" rtlCol="0">
            <a:spAutoFit/>
          </a:bodyPr>
          <a:lstStyle/>
          <a:p>
            <a:r>
              <a:rPr lang="en-US" altLang="zh-CN"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rPr>
              <a:t>Thank you</a:t>
            </a:r>
            <a:endParaRPr lang="zh-CN" altLang="en-US"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endParaRPr>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userDrawn="1">
  <p:cSld name="页码">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486738"/>
            <a:ext cx="9389882" cy="908429"/>
          </a:xfrm>
          <a:prstGeom prst="rect">
            <a:avLst/>
          </a:prstGeom>
        </p:spPr>
        <p:txBody>
          <a:bodyPr/>
          <a:lstStyle>
            <a:lvl1pPr>
              <a:defRPr>
                <a:latin typeface="思源黑体 CN Heavy" panose="020B0A00000000000000" pitchFamily="34" charset="-122"/>
                <a:ea typeface="思源黑体 CN Heavy" panose="020B0A00000000000000" pitchFamily="34" charset="-122"/>
              </a:defRPr>
            </a:lvl1pPr>
          </a:lstStyle>
          <a:p>
            <a:pPr>
              <a:defRPr/>
            </a:pPr>
            <a:r>
              <a:rPr kumimoji="1" lang="zh-CN" altLang="en-US" sz="3600" b="1">
                <a:solidFill>
                  <a:srgbClr val="002F75"/>
                </a:solidFill>
                <a:latin typeface="微软雅黑" panose="020B0503020204020204" pitchFamily="34" charset="-122"/>
                <a:ea typeface="微软雅黑" panose="020B0503020204020204" pitchFamily="34" charset="-122"/>
              </a:rPr>
              <a:t>主标题</a:t>
            </a:r>
            <a:r>
              <a:rPr kumimoji="1" lang="en-US" altLang="zh-CN" sz="3600" b="1">
                <a:solidFill>
                  <a:srgbClr val="002F75"/>
                </a:solidFill>
                <a:latin typeface="微软雅黑" panose="020B0503020204020204" pitchFamily="34" charset="-122"/>
                <a:ea typeface="微软雅黑" panose="020B0503020204020204" pitchFamily="34" charset="-122"/>
              </a:rPr>
              <a:t>-</a:t>
            </a:r>
            <a:r>
              <a:rPr kumimoji="1" lang="zh-CN" altLang="en-US" sz="3600" b="1">
                <a:solidFill>
                  <a:srgbClr val="002F75"/>
                </a:solidFill>
                <a:latin typeface="微软雅黑" panose="020B0503020204020204" pitchFamily="34" charset="-122"/>
                <a:ea typeface="微软雅黑" panose="020B0503020204020204" pitchFamily="34" charset="-122"/>
              </a:rPr>
              <a:t>字号</a:t>
            </a:r>
            <a:r>
              <a:rPr kumimoji="1" lang="en-US" altLang="zh-CN" sz="3600" b="1">
                <a:solidFill>
                  <a:srgbClr val="002F75"/>
                </a:solidFill>
                <a:latin typeface="微软雅黑" panose="020B0503020204020204" pitchFamily="34" charset="-122"/>
                <a:ea typeface="微软雅黑" panose="020B0503020204020204" pitchFamily="34" charset="-122"/>
              </a:rPr>
              <a:t>30-36</a:t>
            </a:r>
            <a:endParaRPr kumimoji="1" lang="zh-TW" altLang="en-US" sz="3600" b="1">
              <a:solidFill>
                <a:srgbClr val="002F75"/>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ph idx="1" hasCustomPrompt="1"/>
          </p:nvPr>
        </p:nvSpPr>
        <p:spPr>
          <a:xfrm>
            <a:off x="838200" y="2127243"/>
            <a:ext cx="9389882" cy="4227375"/>
          </a:xfrm>
          <a:prstGeom prst="rect">
            <a:avLst/>
          </a:prstGeom>
        </p:spPr>
        <p:txBody>
          <a:bodyPr>
            <a:normAutofit/>
          </a:bodyPr>
          <a:lstStyle>
            <a:lvl1pPr>
              <a:defRPr sz="1600" b="0">
                <a:latin typeface="思源黑体 CN Normal" panose="020B0400000000000000" pitchFamily="34" charset="-122"/>
                <a:ea typeface="思源黑体 CN Normal" panose="020B0400000000000000" pitchFamily="34" charset="-122"/>
              </a:defRPr>
            </a:lvl1pPr>
            <a:lvl2pPr>
              <a:defRPr sz="1600" b="0"/>
            </a:lvl2pPr>
            <a:lvl3pPr>
              <a:defRPr sz="1600" b="0"/>
            </a:lvl3pPr>
          </a:lstStyle>
          <a:p>
            <a:r>
              <a:rPr kumimoji="1" lang="zh-CN" altLang="en-US" sz="1600">
                <a:latin typeface="+mj-ea"/>
                <a:ea typeface="+mj-ea"/>
                <a:sym typeface="等线" panose="02010600030101010101" charset="-122"/>
              </a:rPr>
              <a:t>正文内容</a:t>
            </a:r>
            <a:r>
              <a:rPr kumimoji="1" lang="en-US" altLang="zh-CN" sz="1600">
                <a:latin typeface="+mj-ea"/>
                <a:ea typeface="+mj-ea"/>
                <a:sym typeface="等线" panose="02010600030101010101" charset="-122"/>
              </a:rPr>
              <a:t>-</a:t>
            </a:r>
            <a:r>
              <a:rPr kumimoji="1" lang="zh-CN" altLang="en-US" sz="1600">
                <a:latin typeface="+mj-ea"/>
                <a:ea typeface="+mj-ea"/>
                <a:sym typeface="等线" panose="02010600030101010101" charset="-122"/>
              </a:rPr>
              <a:t>字号</a:t>
            </a:r>
            <a:r>
              <a:rPr kumimoji="1" lang="en-US" altLang="zh-CN" sz="1600">
                <a:latin typeface="+mj-ea"/>
                <a:ea typeface="+mj-ea"/>
                <a:sym typeface="等线" panose="02010600030101010101" charset="-122"/>
              </a:rPr>
              <a:t>12-18</a:t>
            </a:r>
            <a:endParaRPr lang="zh-CN" altLang="en-US"/>
          </a:p>
        </p:txBody>
      </p:sp>
      <p:sp>
        <p:nvSpPr>
          <p:cNvPr id="4" name="灯片编号占位符 5"/>
          <p:cNvSpPr>
            <a:spLocks noGrp="1"/>
          </p:cNvSpPr>
          <p:nvPr>
            <p:ph type="sldNum" sz="quarter" idx="12"/>
          </p:nvPr>
        </p:nvSpPr>
        <p:spPr>
          <a:xfrm>
            <a:off x="11314045" y="6318435"/>
            <a:ext cx="740300" cy="365125"/>
          </a:xfrm>
          <a:prstGeom prst="rect">
            <a:avLst/>
          </a:prstGeom>
        </p:spPr>
        <p:txBody>
          <a:bodyPr/>
          <a:lstStyle>
            <a:lvl1pPr algn="r">
              <a:defRPr sz="1200">
                <a:latin typeface="思源黑体 CN Regular" panose="020B0500000000000000" pitchFamily="34" charset="-122"/>
                <a:ea typeface="思源黑体 CN Regular" panose="020B0500000000000000" pitchFamily="34" charset="-122"/>
              </a:defRPr>
            </a:lvl1pPr>
          </a:lstStyle>
          <a:p>
            <a:fld id="{E5386DCD-524C-4D6B-849A-07B12901B9AD}" type="slidenum">
              <a:rPr lang="zh-CN" altLang="en-US" smtClean="0"/>
            </a:fld>
            <a:r>
              <a:rPr lang="en-US" altLang="zh-CN"/>
              <a:t>/N</a:t>
            </a:r>
            <a:endParaRPr lang="en-US" altLang="zh-CN"/>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522569" y="2127243"/>
            <a:ext cx="9389882" cy="4227375"/>
          </a:xfrm>
          <a:prstGeom prst="rect">
            <a:avLst/>
          </a:prstGeom>
        </p:spPr>
        <p:txBody>
          <a:bodyPr>
            <a:normAutofit/>
          </a:bodyPr>
          <a:lstStyle>
            <a:lvl1pPr>
              <a:defRPr sz="1600" b="0">
                <a:latin typeface="Arial" panose="020B0604020202020204" pitchFamily="34" charset="0"/>
                <a:cs typeface="Arial" panose="020B0604020202020204" pitchFamily="34" charset="0"/>
              </a:defRPr>
            </a:lvl1pPr>
            <a:lvl2pPr>
              <a:defRPr sz="1600" b="0"/>
            </a:lvl2pPr>
            <a:lvl3pPr>
              <a:defRPr sz="1600" b="0"/>
            </a:lvl3pPr>
          </a:lstStyle>
          <a:p>
            <a:r>
              <a:rPr kumimoji="1" lang="en-US" altLang="zh-CN" sz="1600">
                <a:ea typeface="+mj-ea"/>
                <a:sym typeface="等线" panose="02010600030101010101" charset="-122"/>
              </a:rPr>
              <a:t>Text-font size 12-18</a:t>
            </a:r>
            <a:endParaRPr lang="zh-CN" altLang="en-US"/>
          </a:p>
        </p:txBody>
      </p:sp>
      <p:pic>
        <p:nvPicPr>
          <p:cNvPr id="4" name="图片 3"/>
          <p:cNvPicPr>
            <a:picLocks noChangeAspect="1"/>
          </p:cNvPicPr>
          <p:nvPr userDrawn="1">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sp>
        <p:nvSpPr>
          <p:cNvPr id="6" name="文本框 5"/>
          <p:cNvSpPr txBox="1"/>
          <p:nvPr userDrawn="1"/>
        </p:nvSpPr>
        <p:spPr>
          <a:xfrm>
            <a:off x="11369675" y="6268720"/>
            <a:ext cx="725805" cy="275590"/>
          </a:xfrm>
          <a:prstGeom prst="rect">
            <a:avLst/>
          </a:prstGeom>
          <a:noFill/>
        </p:spPr>
        <p:txBody>
          <a:bodyPr wrap="square" rtlCol="0">
            <a:spAutoFit/>
          </a:bodyPr>
          <a:lstStyle/>
          <a:p>
            <a:fld id="{9A0DB2DC-4C9A-4742-B13C-FB6460FD3503}" type="slidenum">
              <a:rPr lang="en-US" altLang="zh-CN" sz="1200" smtClean="0">
                <a:latin typeface="+mn-ea"/>
              </a:rPr>
            </a:fld>
            <a:r>
              <a:rPr lang="en-US" altLang="zh-CN" sz="1200">
                <a:latin typeface="+mn-ea"/>
              </a:rPr>
              <a:t>/N</a:t>
            </a:r>
            <a:endParaRPr lang="en-US" altLang="zh-CN" sz="1200">
              <a:latin typeface="+mn-ea"/>
            </a:endParaRPr>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64917"/>
            <a:ext cx="7315200" cy="737165"/>
          </a:xfrm>
          <a:prstGeom prst="rect">
            <a:avLst/>
          </a:prstGeom>
        </p:spPr>
        <p:txBody>
          <a:bodyPr/>
          <a:lstStyle/>
          <a:p>
            <a:r>
              <a:rPr lang="zh-CN" altLang="en-US"/>
              <a:t>主标题文本样式</a:t>
            </a:r>
            <a:endParaRPr lang="zh-CN" altLang="en-US"/>
          </a:p>
        </p:txBody>
      </p:sp>
      <p:sp>
        <p:nvSpPr>
          <p:cNvPr id="3" name="内容占位符 2"/>
          <p:cNvSpPr>
            <a:spLocks noGrp="1"/>
          </p:cNvSpPr>
          <p:nvPr>
            <p:ph sz="half" idx="1" hasCustomPrompt="1"/>
          </p:nvPr>
        </p:nvSpPr>
        <p:spPr>
          <a:xfrm>
            <a:off x="838200" y="1825625"/>
            <a:ext cx="5181600" cy="541794"/>
          </a:xfrm>
          <a:prstGeom prst="rect">
            <a:avLst/>
          </a:prstGeom>
        </p:spPr>
        <p:txBody>
          <a:bodyPr/>
          <a:lstStyle/>
          <a:p>
            <a:pPr lvl="0"/>
            <a:r>
              <a:rPr lang="zh-CN" altLang="en-US"/>
              <a:t>副标题文本样式</a:t>
            </a:r>
            <a:endParaRPr lang="zh-CN" altLang="en-US"/>
          </a:p>
        </p:txBody>
      </p:sp>
      <p:sp>
        <p:nvSpPr>
          <p:cNvPr id="4" name="内容占位符 3"/>
          <p:cNvSpPr>
            <a:spLocks noGrp="1"/>
          </p:cNvSpPr>
          <p:nvPr>
            <p:ph sz="half" idx="2" hasCustomPrompt="1"/>
          </p:nvPr>
        </p:nvSpPr>
        <p:spPr>
          <a:xfrm>
            <a:off x="6172200" y="1825625"/>
            <a:ext cx="5181600" cy="4351338"/>
          </a:xfrm>
          <a:prstGeom prst="rect">
            <a:avLst/>
          </a:prstGeom>
        </p:spPr>
        <p:txBody>
          <a:bodyPr>
            <a:normAutofit/>
          </a:bodyPr>
          <a:lstStyle>
            <a:lvl1pPr>
              <a:lnSpc>
                <a:spcPct val="150000"/>
              </a:lnSpc>
              <a:defRPr lang="zh-CN" altLang="zh-CN" sz="1600" smtClean="0">
                <a:effectLst/>
              </a:defRPr>
            </a:lvl1pPr>
          </a:lstStyle>
          <a:p>
            <a:pPr lvl="0"/>
            <a:r>
              <a:rPr lang="zh-CN" altLang="en-US"/>
              <a:t>正文文本样式</a:t>
            </a:r>
            <a:r>
              <a:rPr lang="en-US" altLang="zh-CN"/>
              <a:t>——</a:t>
            </a:r>
            <a:endParaRPr lang="en-US" altLang="zh-CN"/>
          </a:p>
          <a:p>
            <a:pPr lvl="0"/>
            <a:r>
              <a:rPr lang="zh-CN" altLang="en-US"/>
              <a:t>作为全球领先的智能制造及工业互联网整体解决方案服务商，工业富联始终坚持深耕中国、布局全球的生产和经营策略，业务范围覆盖数据全流程，在全球产业链中构建起国内与国外的桥梁，并基于多年来在精益管理、供应链管理、柔性生产方面的经验，实现国内国外双循环，解决国内制造、原材料、销售在外问题，发挥桥梁纽带作用。</a:t>
            </a:r>
            <a:endParaRPr lang="zh-CN" altLang="zh-CN" sz="1050" kern="100">
              <a:effectLst/>
              <a:latin typeface="等线" panose="02010600030101010101" charset="-122"/>
              <a:ea typeface="等线" panose="02010600030101010101" charset="-122"/>
              <a:cs typeface="Times New Roman" panose="02020603050405020304" pitchFamily="18" charset="0"/>
            </a:endParaRP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1137457" y="2303115"/>
            <a:ext cx="5645728" cy="18948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椭圆 2"/>
          <p:cNvSpPr/>
          <p:nvPr userDrawn="1"/>
        </p:nvSpPr>
        <p:spPr>
          <a:xfrm>
            <a:off x="2658110" y="1480345"/>
            <a:ext cx="6715760" cy="3652728"/>
          </a:xfrm>
          <a:prstGeom prst="ellipse">
            <a:avLst/>
          </a:prstGeom>
          <a:gradFill flip="none" rotWithShape="1">
            <a:gsLst>
              <a:gs pos="100000">
                <a:schemeClr val="accent1">
                  <a:lumMod val="75000"/>
                  <a:alpha val="0"/>
                </a:schemeClr>
              </a:gs>
              <a:gs pos="0">
                <a:schemeClr val="accent1">
                  <a:lumMod val="75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userDrawn="1"/>
        </p:nvSpPr>
        <p:spPr>
          <a:xfrm>
            <a:off x="3009065" y="2518616"/>
            <a:ext cx="5830442" cy="1446550"/>
          </a:xfrm>
          <a:prstGeom prst="rect">
            <a:avLst/>
          </a:prstGeom>
          <a:noFill/>
        </p:spPr>
        <p:txBody>
          <a:bodyPr wrap="square" rtlCol="0">
            <a:spAutoFit/>
          </a:bodyPr>
          <a:lstStyle/>
          <a:p>
            <a:r>
              <a:rPr lang="en-US" altLang="zh-CN"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rPr>
              <a:t>Thank you</a:t>
            </a:r>
            <a:endParaRPr lang="zh-CN" altLang="en-US"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endParaRPr>
          </a:p>
        </p:txBody>
      </p:sp>
    </p:spTree>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userDrawn="1">
  <p:cSld name="页码">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486738"/>
            <a:ext cx="9389882" cy="908429"/>
          </a:xfrm>
          <a:prstGeom prst="rect">
            <a:avLst/>
          </a:prstGeom>
        </p:spPr>
        <p:txBody>
          <a:bodyPr/>
          <a:lstStyle>
            <a:lvl1pPr>
              <a:defRPr>
                <a:latin typeface="思源黑体 CN Heavy" panose="020B0A00000000000000" pitchFamily="34" charset="-122"/>
                <a:ea typeface="思源黑体 CN Heavy" panose="020B0A00000000000000" pitchFamily="34" charset="-122"/>
              </a:defRPr>
            </a:lvl1pPr>
          </a:lstStyle>
          <a:p>
            <a:pPr>
              <a:defRPr/>
            </a:pPr>
            <a:r>
              <a:rPr kumimoji="1" lang="zh-CN" altLang="en-US" sz="3600" b="1">
                <a:solidFill>
                  <a:srgbClr val="002F75"/>
                </a:solidFill>
                <a:latin typeface="微软雅黑" panose="020B0503020204020204" pitchFamily="34" charset="-122"/>
                <a:ea typeface="微软雅黑" panose="020B0503020204020204" pitchFamily="34" charset="-122"/>
              </a:rPr>
              <a:t>主标题</a:t>
            </a:r>
            <a:r>
              <a:rPr kumimoji="1" lang="en-US" altLang="zh-CN" sz="3600" b="1">
                <a:solidFill>
                  <a:srgbClr val="002F75"/>
                </a:solidFill>
                <a:latin typeface="微软雅黑" panose="020B0503020204020204" pitchFamily="34" charset="-122"/>
                <a:ea typeface="微软雅黑" panose="020B0503020204020204" pitchFamily="34" charset="-122"/>
              </a:rPr>
              <a:t>-</a:t>
            </a:r>
            <a:r>
              <a:rPr kumimoji="1" lang="zh-CN" altLang="en-US" sz="3600" b="1">
                <a:solidFill>
                  <a:srgbClr val="002F75"/>
                </a:solidFill>
                <a:latin typeface="微软雅黑" panose="020B0503020204020204" pitchFamily="34" charset="-122"/>
                <a:ea typeface="微软雅黑" panose="020B0503020204020204" pitchFamily="34" charset="-122"/>
              </a:rPr>
              <a:t>字号</a:t>
            </a:r>
            <a:r>
              <a:rPr kumimoji="1" lang="en-US" altLang="zh-CN" sz="3600" b="1">
                <a:solidFill>
                  <a:srgbClr val="002F75"/>
                </a:solidFill>
                <a:latin typeface="微软雅黑" panose="020B0503020204020204" pitchFamily="34" charset="-122"/>
                <a:ea typeface="微软雅黑" panose="020B0503020204020204" pitchFamily="34" charset="-122"/>
              </a:rPr>
              <a:t>30-36</a:t>
            </a:r>
            <a:endParaRPr kumimoji="1" lang="zh-TW" altLang="en-US" sz="3600" b="1">
              <a:solidFill>
                <a:srgbClr val="002F75"/>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ph idx="1" hasCustomPrompt="1"/>
          </p:nvPr>
        </p:nvSpPr>
        <p:spPr>
          <a:xfrm>
            <a:off x="838200" y="2127243"/>
            <a:ext cx="9389882" cy="4227375"/>
          </a:xfrm>
          <a:prstGeom prst="rect">
            <a:avLst/>
          </a:prstGeom>
        </p:spPr>
        <p:txBody>
          <a:bodyPr>
            <a:normAutofit/>
          </a:bodyPr>
          <a:lstStyle>
            <a:lvl1pPr>
              <a:defRPr sz="1600" b="0">
                <a:latin typeface="思源黑体 CN Normal" panose="020B0400000000000000" pitchFamily="34" charset="-122"/>
                <a:ea typeface="思源黑体 CN Normal" panose="020B0400000000000000" pitchFamily="34" charset="-122"/>
              </a:defRPr>
            </a:lvl1pPr>
            <a:lvl2pPr>
              <a:defRPr sz="1600" b="0"/>
            </a:lvl2pPr>
            <a:lvl3pPr>
              <a:defRPr sz="1600" b="0"/>
            </a:lvl3pPr>
          </a:lstStyle>
          <a:p>
            <a:r>
              <a:rPr kumimoji="1" lang="zh-CN" altLang="en-US" sz="1600">
                <a:latin typeface="+mj-ea"/>
                <a:ea typeface="+mj-ea"/>
                <a:sym typeface="等线" panose="02010600030101010101" charset="-122"/>
              </a:rPr>
              <a:t>正文内容</a:t>
            </a:r>
            <a:r>
              <a:rPr kumimoji="1" lang="en-US" altLang="zh-CN" sz="1600">
                <a:latin typeface="+mj-ea"/>
                <a:ea typeface="+mj-ea"/>
                <a:sym typeface="等线" panose="02010600030101010101" charset="-122"/>
              </a:rPr>
              <a:t>-</a:t>
            </a:r>
            <a:r>
              <a:rPr kumimoji="1" lang="zh-CN" altLang="en-US" sz="1600">
                <a:latin typeface="+mj-ea"/>
                <a:ea typeface="+mj-ea"/>
                <a:sym typeface="等线" panose="02010600030101010101" charset="-122"/>
              </a:rPr>
              <a:t>字号</a:t>
            </a:r>
            <a:r>
              <a:rPr kumimoji="1" lang="en-US" altLang="zh-CN" sz="1600">
                <a:latin typeface="+mj-ea"/>
                <a:ea typeface="+mj-ea"/>
                <a:sym typeface="等线" panose="02010600030101010101" charset="-122"/>
              </a:rPr>
              <a:t>12-18</a:t>
            </a:r>
            <a:endParaRPr lang="zh-CN" altLang="en-US"/>
          </a:p>
        </p:txBody>
      </p:sp>
      <p:sp>
        <p:nvSpPr>
          <p:cNvPr id="4" name="灯片编号占位符 5"/>
          <p:cNvSpPr>
            <a:spLocks noGrp="1"/>
          </p:cNvSpPr>
          <p:nvPr>
            <p:ph type="sldNum" sz="quarter" idx="12"/>
          </p:nvPr>
        </p:nvSpPr>
        <p:spPr>
          <a:xfrm>
            <a:off x="11314045" y="6318435"/>
            <a:ext cx="740300" cy="365125"/>
          </a:xfrm>
          <a:prstGeom prst="rect">
            <a:avLst/>
          </a:prstGeom>
        </p:spPr>
        <p:txBody>
          <a:bodyPr/>
          <a:lstStyle>
            <a:lvl1pPr algn="r">
              <a:defRPr sz="1200">
                <a:latin typeface="思源黑体 CN Regular" panose="020B0500000000000000" pitchFamily="34" charset="-122"/>
                <a:ea typeface="思源黑体 CN Regular" panose="020B0500000000000000" pitchFamily="34" charset="-122"/>
              </a:defRPr>
            </a:lvl1pPr>
          </a:lstStyle>
          <a:p>
            <a:fld id="{E5386DCD-524C-4D6B-849A-07B12901B9AD}" type="slidenum">
              <a:rPr lang="zh-CN" altLang="en-US" smtClean="0"/>
            </a:fld>
            <a:r>
              <a:rPr lang="en-US" altLang="zh-CN"/>
              <a:t>/N</a:t>
            </a:r>
            <a:endParaRPr lang="en-US" altLang="zh-CN"/>
          </a:p>
        </p:txBody>
      </p:sp>
    </p:spTree>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522569" y="2127243"/>
            <a:ext cx="9389882" cy="4227375"/>
          </a:xfrm>
          <a:prstGeom prst="rect">
            <a:avLst/>
          </a:prstGeom>
        </p:spPr>
        <p:txBody>
          <a:bodyPr>
            <a:normAutofit/>
          </a:bodyPr>
          <a:lstStyle>
            <a:lvl1pPr>
              <a:defRPr sz="1600" b="0">
                <a:latin typeface="Arial" panose="020B0604020202020204" pitchFamily="34" charset="0"/>
                <a:cs typeface="Arial" panose="020B0604020202020204" pitchFamily="34" charset="0"/>
              </a:defRPr>
            </a:lvl1pPr>
            <a:lvl2pPr>
              <a:defRPr sz="1600" b="0"/>
            </a:lvl2pPr>
            <a:lvl3pPr>
              <a:defRPr sz="1600" b="0"/>
            </a:lvl3pPr>
          </a:lstStyle>
          <a:p>
            <a:r>
              <a:rPr kumimoji="1" lang="en-US" altLang="zh-CN" sz="1600">
                <a:ea typeface="+mj-ea"/>
                <a:sym typeface="等线" panose="02010600030101010101" charset="-122"/>
              </a:rPr>
              <a:t>Text-font size 12-18</a:t>
            </a:r>
            <a:endParaRPr lang="zh-CN" altLang="en-US"/>
          </a:p>
        </p:txBody>
      </p:sp>
      <p:pic>
        <p:nvPicPr>
          <p:cNvPr id="4" name="图片 3"/>
          <p:cNvPicPr>
            <a:picLocks noChangeAspect="1"/>
          </p:cNvPicPr>
          <p:nvPr userDrawn="1">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sp>
        <p:nvSpPr>
          <p:cNvPr id="6" name="文本框 5"/>
          <p:cNvSpPr txBox="1"/>
          <p:nvPr userDrawn="1"/>
        </p:nvSpPr>
        <p:spPr>
          <a:xfrm>
            <a:off x="11369675" y="6268720"/>
            <a:ext cx="725805" cy="275590"/>
          </a:xfrm>
          <a:prstGeom prst="rect">
            <a:avLst/>
          </a:prstGeom>
          <a:noFill/>
        </p:spPr>
        <p:txBody>
          <a:bodyPr wrap="square" rtlCol="0">
            <a:spAutoFit/>
          </a:bodyPr>
          <a:lstStyle/>
          <a:p>
            <a:fld id="{9A0DB2DC-4C9A-4742-B13C-FB6460FD3503}" type="slidenum">
              <a:rPr lang="en-US" altLang="zh-CN" sz="1200" smtClean="0">
                <a:latin typeface="+mn-ea"/>
              </a:rPr>
            </a:fld>
            <a:r>
              <a:rPr lang="en-US" altLang="zh-CN" sz="1200">
                <a:latin typeface="+mn-ea"/>
              </a:rPr>
              <a:t>/N</a:t>
            </a:r>
            <a:endParaRPr lang="en-US" altLang="zh-CN" sz="1200">
              <a:latin typeface="+mn-ea"/>
            </a:endParaRPr>
          </a:p>
        </p:txBody>
      </p:sp>
    </p:spTree>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64917"/>
            <a:ext cx="7315200" cy="737165"/>
          </a:xfrm>
          <a:prstGeom prst="rect">
            <a:avLst/>
          </a:prstGeom>
        </p:spPr>
        <p:txBody>
          <a:bodyPr/>
          <a:lstStyle/>
          <a:p>
            <a:r>
              <a:rPr lang="zh-CN" altLang="en-US"/>
              <a:t>主标题文本样式</a:t>
            </a:r>
            <a:endParaRPr lang="zh-CN" altLang="en-US"/>
          </a:p>
        </p:txBody>
      </p:sp>
      <p:sp>
        <p:nvSpPr>
          <p:cNvPr id="3" name="内容占位符 2"/>
          <p:cNvSpPr>
            <a:spLocks noGrp="1"/>
          </p:cNvSpPr>
          <p:nvPr>
            <p:ph sz="half" idx="1" hasCustomPrompt="1"/>
          </p:nvPr>
        </p:nvSpPr>
        <p:spPr>
          <a:xfrm>
            <a:off x="838200" y="1825625"/>
            <a:ext cx="5181600" cy="541794"/>
          </a:xfrm>
          <a:prstGeom prst="rect">
            <a:avLst/>
          </a:prstGeom>
        </p:spPr>
        <p:txBody>
          <a:bodyPr/>
          <a:lstStyle/>
          <a:p>
            <a:pPr lvl="0"/>
            <a:r>
              <a:rPr lang="zh-CN" altLang="en-US"/>
              <a:t>副标题文本样式</a:t>
            </a:r>
            <a:endParaRPr lang="zh-CN" altLang="en-US"/>
          </a:p>
        </p:txBody>
      </p:sp>
      <p:sp>
        <p:nvSpPr>
          <p:cNvPr id="4" name="内容占位符 3"/>
          <p:cNvSpPr>
            <a:spLocks noGrp="1"/>
          </p:cNvSpPr>
          <p:nvPr>
            <p:ph sz="half" idx="2" hasCustomPrompt="1"/>
          </p:nvPr>
        </p:nvSpPr>
        <p:spPr>
          <a:xfrm>
            <a:off x="6172200" y="1825625"/>
            <a:ext cx="5181600" cy="4351338"/>
          </a:xfrm>
          <a:prstGeom prst="rect">
            <a:avLst/>
          </a:prstGeom>
        </p:spPr>
        <p:txBody>
          <a:bodyPr>
            <a:normAutofit/>
          </a:bodyPr>
          <a:lstStyle>
            <a:lvl1pPr>
              <a:lnSpc>
                <a:spcPct val="150000"/>
              </a:lnSpc>
              <a:defRPr lang="zh-CN" altLang="zh-CN" sz="1600" smtClean="0">
                <a:effectLst/>
              </a:defRPr>
            </a:lvl1pPr>
          </a:lstStyle>
          <a:p>
            <a:pPr lvl="0"/>
            <a:r>
              <a:rPr lang="zh-CN" altLang="en-US"/>
              <a:t>正文文本样式</a:t>
            </a:r>
            <a:r>
              <a:rPr lang="en-US" altLang="zh-CN"/>
              <a:t>——</a:t>
            </a:r>
            <a:endParaRPr lang="en-US" altLang="zh-CN"/>
          </a:p>
          <a:p>
            <a:pPr lvl="0"/>
            <a:r>
              <a:rPr lang="zh-CN" altLang="en-US"/>
              <a:t>作为全球领先的智能制造及工业互联网整体解决方案服务商，工业富联始终坚持深耕中国、布局全球的生产和经营策略，业务范围覆盖数据全流程，在全球产业链中构建起国内与国外的桥梁，并基于多年来在精益管理、供应链管理、柔性生产方面的经验，实现国内国外双循环，解决国内制造、原材料、销售在外问题，发挥桥梁纽带作用。</a:t>
            </a:r>
            <a:endParaRPr lang="zh-CN" altLang="zh-CN" sz="1050" kern="100">
              <a:effectLst/>
              <a:latin typeface="等线" panose="02010600030101010101" charset="-122"/>
              <a:ea typeface="等线" panose="02010600030101010101" charset="-122"/>
              <a:cs typeface="Times New Roman" panose="02020603050405020304" pitchFamily="18" charset="0"/>
            </a:endParaRP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1137457" y="2303115"/>
            <a:ext cx="5645728" cy="18948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椭圆 2"/>
          <p:cNvSpPr/>
          <p:nvPr userDrawn="1"/>
        </p:nvSpPr>
        <p:spPr>
          <a:xfrm>
            <a:off x="2658110" y="1480345"/>
            <a:ext cx="6715760" cy="3652728"/>
          </a:xfrm>
          <a:prstGeom prst="ellipse">
            <a:avLst/>
          </a:prstGeom>
          <a:gradFill flip="none" rotWithShape="1">
            <a:gsLst>
              <a:gs pos="100000">
                <a:schemeClr val="accent1">
                  <a:lumMod val="75000"/>
                  <a:alpha val="0"/>
                </a:schemeClr>
              </a:gs>
              <a:gs pos="0">
                <a:schemeClr val="accent1">
                  <a:lumMod val="75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userDrawn="1"/>
        </p:nvSpPr>
        <p:spPr>
          <a:xfrm>
            <a:off x="3009065" y="2518616"/>
            <a:ext cx="5830442" cy="1446550"/>
          </a:xfrm>
          <a:prstGeom prst="rect">
            <a:avLst/>
          </a:prstGeom>
          <a:noFill/>
        </p:spPr>
        <p:txBody>
          <a:bodyPr wrap="square" rtlCol="0">
            <a:spAutoFit/>
          </a:bodyPr>
          <a:lstStyle/>
          <a:p>
            <a:r>
              <a:rPr lang="en-US" altLang="zh-CN"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rPr>
              <a:t>Thank you</a:t>
            </a:r>
            <a:endParaRPr lang="zh-CN" altLang="en-US"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endParaRPr>
          </a:p>
        </p:txBody>
      </p:sp>
    </p:spTree>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userDrawn="1">
  <p:cSld name="页码">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486738"/>
            <a:ext cx="9389882" cy="908429"/>
          </a:xfrm>
          <a:prstGeom prst="rect">
            <a:avLst/>
          </a:prstGeom>
        </p:spPr>
        <p:txBody>
          <a:bodyPr/>
          <a:lstStyle>
            <a:lvl1pPr>
              <a:defRPr>
                <a:latin typeface="思源黑体 CN Heavy" panose="020B0A00000000000000" pitchFamily="34" charset="-122"/>
                <a:ea typeface="思源黑体 CN Heavy" panose="020B0A00000000000000" pitchFamily="34" charset="-122"/>
              </a:defRPr>
            </a:lvl1pPr>
          </a:lstStyle>
          <a:p>
            <a:pPr>
              <a:defRPr/>
            </a:pPr>
            <a:r>
              <a:rPr kumimoji="1" lang="zh-CN" altLang="en-US" sz="3600" b="1">
                <a:solidFill>
                  <a:srgbClr val="002F75"/>
                </a:solidFill>
                <a:latin typeface="微软雅黑" panose="020B0503020204020204" pitchFamily="34" charset="-122"/>
                <a:ea typeface="微软雅黑" panose="020B0503020204020204" pitchFamily="34" charset="-122"/>
              </a:rPr>
              <a:t>主标题</a:t>
            </a:r>
            <a:r>
              <a:rPr kumimoji="1" lang="en-US" altLang="zh-CN" sz="3600" b="1">
                <a:solidFill>
                  <a:srgbClr val="002F75"/>
                </a:solidFill>
                <a:latin typeface="微软雅黑" panose="020B0503020204020204" pitchFamily="34" charset="-122"/>
                <a:ea typeface="微软雅黑" panose="020B0503020204020204" pitchFamily="34" charset="-122"/>
              </a:rPr>
              <a:t>-</a:t>
            </a:r>
            <a:r>
              <a:rPr kumimoji="1" lang="zh-CN" altLang="en-US" sz="3600" b="1">
                <a:solidFill>
                  <a:srgbClr val="002F75"/>
                </a:solidFill>
                <a:latin typeface="微软雅黑" panose="020B0503020204020204" pitchFamily="34" charset="-122"/>
                <a:ea typeface="微软雅黑" panose="020B0503020204020204" pitchFamily="34" charset="-122"/>
              </a:rPr>
              <a:t>字号</a:t>
            </a:r>
            <a:r>
              <a:rPr kumimoji="1" lang="en-US" altLang="zh-CN" sz="3600" b="1">
                <a:solidFill>
                  <a:srgbClr val="002F75"/>
                </a:solidFill>
                <a:latin typeface="微软雅黑" panose="020B0503020204020204" pitchFamily="34" charset="-122"/>
                <a:ea typeface="微软雅黑" panose="020B0503020204020204" pitchFamily="34" charset="-122"/>
              </a:rPr>
              <a:t>30-36</a:t>
            </a:r>
            <a:endParaRPr kumimoji="1" lang="zh-TW" altLang="en-US" sz="3600" b="1">
              <a:solidFill>
                <a:srgbClr val="002F75"/>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ph idx="1" hasCustomPrompt="1"/>
          </p:nvPr>
        </p:nvSpPr>
        <p:spPr>
          <a:xfrm>
            <a:off x="838200" y="2127243"/>
            <a:ext cx="9389882" cy="4227375"/>
          </a:xfrm>
          <a:prstGeom prst="rect">
            <a:avLst/>
          </a:prstGeom>
        </p:spPr>
        <p:txBody>
          <a:bodyPr>
            <a:normAutofit/>
          </a:bodyPr>
          <a:lstStyle>
            <a:lvl1pPr>
              <a:defRPr sz="1600" b="0">
                <a:latin typeface="思源黑体 CN Normal" panose="020B0400000000000000" pitchFamily="34" charset="-122"/>
                <a:ea typeface="思源黑体 CN Normal" panose="020B0400000000000000" pitchFamily="34" charset="-122"/>
              </a:defRPr>
            </a:lvl1pPr>
            <a:lvl2pPr>
              <a:defRPr sz="1600" b="0"/>
            </a:lvl2pPr>
            <a:lvl3pPr>
              <a:defRPr sz="1600" b="0"/>
            </a:lvl3pPr>
          </a:lstStyle>
          <a:p>
            <a:r>
              <a:rPr kumimoji="1" lang="zh-CN" altLang="en-US" sz="1600">
                <a:latin typeface="+mj-ea"/>
                <a:ea typeface="+mj-ea"/>
                <a:sym typeface="等线" panose="02010600030101010101" charset="-122"/>
              </a:rPr>
              <a:t>正文内容</a:t>
            </a:r>
            <a:r>
              <a:rPr kumimoji="1" lang="en-US" altLang="zh-CN" sz="1600">
                <a:latin typeface="+mj-ea"/>
                <a:ea typeface="+mj-ea"/>
                <a:sym typeface="等线" panose="02010600030101010101" charset="-122"/>
              </a:rPr>
              <a:t>-</a:t>
            </a:r>
            <a:r>
              <a:rPr kumimoji="1" lang="zh-CN" altLang="en-US" sz="1600">
                <a:latin typeface="+mj-ea"/>
                <a:ea typeface="+mj-ea"/>
                <a:sym typeface="等线" panose="02010600030101010101" charset="-122"/>
              </a:rPr>
              <a:t>字号</a:t>
            </a:r>
            <a:r>
              <a:rPr kumimoji="1" lang="en-US" altLang="zh-CN" sz="1600">
                <a:latin typeface="+mj-ea"/>
                <a:ea typeface="+mj-ea"/>
                <a:sym typeface="等线" panose="02010600030101010101" charset="-122"/>
              </a:rPr>
              <a:t>12-18</a:t>
            </a:r>
            <a:endParaRPr lang="zh-CN" altLang="en-US"/>
          </a:p>
        </p:txBody>
      </p:sp>
      <p:sp>
        <p:nvSpPr>
          <p:cNvPr id="4" name="灯片编号占位符 5"/>
          <p:cNvSpPr>
            <a:spLocks noGrp="1"/>
          </p:cNvSpPr>
          <p:nvPr>
            <p:ph type="sldNum" sz="quarter" idx="12"/>
          </p:nvPr>
        </p:nvSpPr>
        <p:spPr>
          <a:xfrm>
            <a:off x="11314045" y="6318435"/>
            <a:ext cx="740300" cy="365125"/>
          </a:xfrm>
          <a:prstGeom prst="rect">
            <a:avLst/>
          </a:prstGeom>
        </p:spPr>
        <p:txBody>
          <a:bodyPr/>
          <a:lstStyle>
            <a:lvl1pPr algn="r">
              <a:defRPr sz="1200">
                <a:latin typeface="思源黑体 CN Regular" panose="020B0500000000000000" pitchFamily="34" charset="-122"/>
                <a:ea typeface="思源黑体 CN Regular" panose="020B0500000000000000" pitchFamily="34" charset="-122"/>
              </a:defRPr>
            </a:lvl1pPr>
          </a:lstStyle>
          <a:p>
            <a:fld id="{E5386DCD-524C-4D6B-849A-07B12901B9AD}" type="slidenum">
              <a:rPr lang="zh-CN" altLang="en-US" smtClean="0"/>
            </a:fld>
            <a:r>
              <a:rPr lang="en-US" altLang="zh-CN"/>
              <a:t>/N</a:t>
            </a:r>
            <a:endParaRPr lang="en-US" altLang="zh-CN"/>
          </a:p>
        </p:txBody>
      </p:sp>
    </p:spTree>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522569" y="2127243"/>
            <a:ext cx="9389882" cy="4227375"/>
          </a:xfrm>
          <a:prstGeom prst="rect">
            <a:avLst/>
          </a:prstGeom>
        </p:spPr>
        <p:txBody>
          <a:bodyPr>
            <a:normAutofit/>
          </a:bodyPr>
          <a:lstStyle>
            <a:lvl1pPr>
              <a:defRPr sz="1600" b="0">
                <a:latin typeface="Arial" panose="020B0604020202020204" pitchFamily="34" charset="0"/>
                <a:cs typeface="Arial" panose="020B0604020202020204" pitchFamily="34" charset="0"/>
              </a:defRPr>
            </a:lvl1pPr>
            <a:lvl2pPr>
              <a:defRPr sz="1600" b="0"/>
            </a:lvl2pPr>
            <a:lvl3pPr>
              <a:defRPr sz="1600" b="0"/>
            </a:lvl3pPr>
          </a:lstStyle>
          <a:p>
            <a:r>
              <a:rPr kumimoji="1" lang="en-US" altLang="zh-CN" sz="1600">
                <a:ea typeface="+mj-ea"/>
                <a:sym typeface="等线" panose="02010600030101010101" charset="-122"/>
              </a:rPr>
              <a:t>Text-font size 12-18</a:t>
            </a:r>
            <a:endParaRPr lang="zh-CN" altLang="en-US"/>
          </a:p>
        </p:txBody>
      </p:sp>
      <p:pic>
        <p:nvPicPr>
          <p:cNvPr id="4" name="图片 3"/>
          <p:cNvPicPr>
            <a:picLocks noChangeAspect="1"/>
          </p:cNvPicPr>
          <p:nvPr userDrawn="1">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sp>
        <p:nvSpPr>
          <p:cNvPr id="6" name="文本框 5"/>
          <p:cNvSpPr txBox="1"/>
          <p:nvPr userDrawn="1"/>
        </p:nvSpPr>
        <p:spPr>
          <a:xfrm>
            <a:off x="11369675" y="6268720"/>
            <a:ext cx="725805" cy="275590"/>
          </a:xfrm>
          <a:prstGeom prst="rect">
            <a:avLst/>
          </a:prstGeom>
          <a:noFill/>
        </p:spPr>
        <p:txBody>
          <a:bodyPr wrap="square" rtlCol="0">
            <a:spAutoFit/>
          </a:bodyPr>
          <a:lstStyle/>
          <a:p>
            <a:fld id="{9A0DB2DC-4C9A-4742-B13C-FB6460FD3503}" type="slidenum">
              <a:rPr lang="en-US" altLang="zh-CN" sz="1200" smtClean="0">
                <a:latin typeface="+mn-ea"/>
              </a:rPr>
            </a:fld>
            <a:r>
              <a:rPr lang="en-US" altLang="zh-CN" sz="1200">
                <a:latin typeface="+mn-ea"/>
              </a:rPr>
              <a:t>/N</a:t>
            </a:r>
            <a:endParaRPr lang="en-US" altLang="zh-CN" sz="1200">
              <a:latin typeface="+mn-ea"/>
            </a:endParaRPr>
          </a:p>
        </p:txBody>
      </p:sp>
    </p:spTree>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64917"/>
            <a:ext cx="7315200" cy="737165"/>
          </a:xfrm>
          <a:prstGeom prst="rect">
            <a:avLst/>
          </a:prstGeom>
        </p:spPr>
        <p:txBody>
          <a:bodyPr/>
          <a:lstStyle/>
          <a:p>
            <a:r>
              <a:rPr lang="zh-CN" altLang="en-US"/>
              <a:t>主标题文本样式</a:t>
            </a:r>
            <a:endParaRPr lang="zh-CN" altLang="en-US"/>
          </a:p>
        </p:txBody>
      </p:sp>
      <p:sp>
        <p:nvSpPr>
          <p:cNvPr id="3" name="内容占位符 2"/>
          <p:cNvSpPr>
            <a:spLocks noGrp="1"/>
          </p:cNvSpPr>
          <p:nvPr>
            <p:ph sz="half" idx="1" hasCustomPrompt="1"/>
          </p:nvPr>
        </p:nvSpPr>
        <p:spPr>
          <a:xfrm>
            <a:off x="838200" y="1825625"/>
            <a:ext cx="5181600" cy="541794"/>
          </a:xfrm>
          <a:prstGeom prst="rect">
            <a:avLst/>
          </a:prstGeom>
        </p:spPr>
        <p:txBody>
          <a:bodyPr/>
          <a:lstStyle/>
          <a:p>
            <a:pPr lvl="0"/>
            <a:r>
              <a:rPr lang="zh-CN" altLang="en-US"/>
              <a:t>副标题文本样式</a:t>
            </a:r>
            <a:endParaRPr lang="zh-CN" altLang="en-US"/>
          </a:p>
        </p:txBody>
      </p:sp>
      <p:sp>
        <p:nvSpPr>
          <p:cNvPr id="4" name="内容占位符 3"/>
          <p:cNvSpPr>
            <a:spLocks noGrp="1"/>
          </p:cNvSpPr>
          <p:nvPr>
            <p:ph sz="half" idx="2" hasCustomPrompt="1"/>
          </p:nvPr>
        </p:nvSpPr>
        <p:spPr>
          <a:xfrm>
            <a:off x="6172200" y="1825625"/>
            <a:ext cx="5181600" cy="4351338"/>
          </a:xfrm>
          <a:prstGeom prst="rect">
            <a:avLst/>
          </a:prstGeom>
        </p:spPr>
        <p:txBody>
          <a:bodyPr>
            <a:normAutofit/>
          </a:bodyPr>
          <a:lstStyle>
            <a:lvl1pPr>
              <a:lnSpc>
                <a:spcPct val="150000"/>
              </a:lnSpc>
              <a:defRPr lang="zh-CN" altLang="zh-CN" sz="1600" smtClean="0">
                <a:effectLst/>
              </a:defRPr>
            </a:lvl1pPr>
          </a:lstStyle>
          <a:p>
            <a:pPr lvl="0"/>
            <a:r>
              <a:rPr lang="zh-CN" altLang="en-US"/>
              <a:t>正文文本样式</a:t>
            </a:r>
            <a:r>
              <a:rPr lang="en-US" altLang="zh-CN"/>
              <a:t>——</a:t>
            </a:r>
            <a:endParaRPr lang="en-US" altLang="zh-CN"/>
          </a:p>
          <a:p>
            <a:pPr lvl="0"/>
            <a:r>
              <a:rPr lang="zh-CN" altLang="en-US"/>
              <a:t>作为全球领先的智能制造及工业互联网整体解决方案服务商，工业富联始终坚持深耕中国、布局全球的生产和经营策略，业务范围覆盖数据全流程，在全球产业链中构建起国内与国外的桥梁，并基于多年来在精益管理、供应链管理、柔性生产方面的经验，实现国内国外双循环，解决国内制造、原材料、销售在外问题，发挥桥梁纽带作用。</a:t>
            </a:r>
            <a:endParaRPr lang="zh-CN" altLang="zh-CN" sz="1050" kern="100">
              <a:effectLst/>
              <a:latin typeface="等线" panose="02010600030101010101" charset="-122"/>
              <a:ea typeface="等线" panose="02010600030101010101" charset="-122"/>
              <a:cs typeface="Times New Roman" panose="02020603050405020304" pitchFamily="18" charset="0"/>
            </a:endParaRP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1137457" y="2303115"/>
            <a:ext cx="5645728" cy="18948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椭圆 2"/>
          <p:cNvSpPr/>
          <p:nvPr userDrawn="1"/>
        </p:nvSpPr>
        <p:spPr>
          <a:xfrm>
            <a:off x="2658110" y="1480345"/>
            <a:ext cx="6715760" cy="3652728"/>
          </a:xfrm>
          <a:prstGeom prst="ellipse">
            <a:avLst/>
          </a:prstGeom>
          <a:gradFill flip="none" rotWithShape="1">
            <a:gsLst>
              <a:gs pos="100000">
                <a:schemeClr val="accent1">
                  <a:lumMod val="75000"/>
                  <a:alpha val="0"/>
                </a:schemeClr>
              </a:gs>
              <a:gs pos="0">
                <a:schemeClr val="accent1">
                  <a:lumMod val="75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userDrawn="1"/>
        </p:nvSpPr>
        <p:spPr>
          <a:xfrm>
            <a:off x="3009065" y="2518616"/>
            <a:ext cx="5830442" cy="1446550"/>
          </a:xfrm>
          <a:prstGeom prst="rect">
            <a:avLst/>
          </a:prstGeom>
          <a:noFill/>
        </p:spPr>
        <p:txBody>
          <a:bodyPr wrap="square" rtlCol="0">
            <a:spAutoFit/>
          </a:bodyPr>
          <a:lstStyle/>
          <a:p>
            <a:r>
              <a:rPr lang="en-US" altLang="zh-CN"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rPr>
              <a:t>Thank you</a:t>
            </a:r>
            <a:endParaRPr lang="zh-CN" altLang="en-US"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endParaRPr>
          </a:p>
        </p:txBody>
      </p:sp>
    </p:spTree>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userDrawn="1">
  <p:cSld name="页码">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486738"/>
            <a:ext cx="9389882" cy="908429"/>
          </a:xfrm>
          <a:prstGeom prst="rect">
            <a:avLst/>
          </a:prstGeom>
        </p:spPr>
        <p:txBody>
          <a:bodyPr/>
          <a:lstStyle>
            <a:lvl1pPr>
              <a:defRPr>
                <a:latin typeface="思源黑体 CN Heavy" panose="020B0A00000000000000" pitchFamily="34" charset="-122"/>
                <a:ea typeface="思源黑体 CN Heavy" panose="020B0A00000000000000" pitchFamily="34" charset="-122"/>
              </a:defRPr>
            </a:lvl1pPr>
          </a:lstStyle>
          <a:p>
            <a:pPr>
              <a:defRPr/>
            </a:pPr>
            <a:r>
              <a:rPr kumimoji="1" lang="zh-CN" altLang="en-US" sz="3600" b="1">
                <a:solidFill>
                  <a:srgbClr val="002F75"/>
                </a:solidFill>
                <a:latin typeface="微软雅黑" panose="020B0503020204020204" pitchFamily="34" charset="-122"/>
                <a:ea typeface="微软雅黑" panose="020B0503020204020204" pitchFamily="34" charset="-122"/>
              </a:rPr>
              <a:t>主标题</a:t>
            </a:r>
            <a:r>
              <a:rPr kumimoji="1" lang="en-US" altLang="zh-CN" sz="3600" b="1">
                <a:solidFill>
                  <a:srgbClr val="002F75"/>
                </a:solidFill>
                <a:latin typeface="微软雅黑" panose="020B0503020204020204" pitchFamily="34" charset="-122"/>
                <a:ea typeface="微软雅黑" panose="020B0503020204020204" pitchFamily="34" charset="-122"/>
              </a:rPr>
              <a:t>-</a:t>
            </a:r>
            <a:r>
              <a:rPr kumimoji="1" lang="zh-CN" altLang="en-US" sz="3600" b="1">
                <a:solidFill>
                  <a:srgbClr val="002F75"/>
                </a:solidFill>
                <a:latin typeface="微软雅黑" panose="020B0503020204020204" pitchFamily="34" charset="-122"/>
                <a:ea typeface="微软雅黑" panose="020B0503020204020204" pitchFamily="34" charset="-122"/>
              </a:rPr>
              <a:t>字号</a:t>
            </a:r>
            <a:r>
              <a:rPr kumimoji="1" lang="en-US" altLang="zh-CN" sz="3600" b="1">
                <a:solidFill>
                  <a:srgbClr val="002F75"/>
                </a:solidFill>
                <a:latin typeface="微软雅黑" panose="020B0503020204020204" pitchFamily="34" charset="-122"/>
                <a:ea typeface="微软雅黑" panose="020B0503020204020204" pitchFamily="34" charset="-122"/>
              </a:rPr>
              <a:t>30-36</a:t>
            </a:r>
            <a:endParaRPr kumimoji="1" lang="zh-TW" altLang="en-US" sz="3600" b="1">
              <a:solidFill>
                <a:srgbClr val="002F75"/>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ph idx="1" hasCustomPrompt="1"/>
          </p:nvPr>
        </p:nvSpPr>
        <p:spPr>
          <a:xfrm>
            <a:off x="838200" y="2127243"/>
            <a:ext cx="9389882" cy="4227375"/>
          </a:xfrm>
          <a:prstGeom prst="rect">
            <a:avLst/>
          </a:prstGeom>
        </p:spPr>
        <p:txBody>
          <a:bodyPr>
            <a:normAutofit/>
          </a:bodyPr>
          <a:lstStyle>
            <a:lvl1pPr>
              <a:defRPr sz="1600" b="0">
                <a:latin typeface="思源黑体 CN Normal" panose="020B0400000000000000" pitchFamily="34" charset="-122"/>
                <a:ea typeface="思源黑体 CN Normal" panose="020B0400000000000000" pitchFamily="34" charset="-122"/>
              </a:defRPr>
            </a:lvl1pPr>
            <a:lvl2pPr>
              <a:defRPr sz="1600" b="0"/>
            </a:lvl2pPr>
            <a:lvl3pPr>
              <a:defRPr sz="1600" b="0"/>
            </a:lvl3pPr>
          </a:lstStyle>
          <a:p>
            <a:r>
              <a:rPr kumimoji="1" lang="zh-CN" altLang="en-US" sz="1600">
                <a:latin typeface="+mj-ea"/>
                <a:ea typeface="+mj-ea"/>
                <a:sym typeface="等线" panose="02010600030101010101" charset="-122"/>
              </a:rPr>
              <a:t>正文内容</a:t>
            </a:r>
            <a:r>
              <a:rPr kumimoji="1" lang="en-US" altLang="zh-CN" sz="1600">
                <a:latin typeface="+mj-ea"/>
                <a:ea typeface="+mj-ea"/>
                <a:sym typeface="等线" panose="02010600030101010101" charset="-122"/>
              </a:rPr>
              <a:t>-</a:t>
            </a:r>
            <a:r>
              <a:rPr kumimoji="1" lang="zh-CN" altLang="en-US" sz="1600">
                <a:latin typeface="+mj-ea"/>
                <a:ea typeface="+mj-ea"/>
                <a:sym typeface="等线" panose="02010600030101010101" charset="-122"/>
              </a:rPr>
              <a:t>字号</a:t>
            </a:r>
            <a:r>
              <a:rPr kumimoji="1" lang="en-US" altLang="zh-CN" sz="1600">
                <a:latin typeface="+mj-ea"/>
                <a:ea typeface="+mj-ea"/>
                <a:sym typeface="等线" panose="02010600030101010101" charset="-122"/>
              </a:rPr>
              <a:t>12-18</a:t>
            </a:r>
            <a:endParaRPr lang="zh-CN" altLang="en-US"/>
          </a:p>
        </p:txBody>
      </p:sp>
      <p:sp>
        <p:nvSpPr>
          <p:cNvPr id="4" name="灯片编号占位符 5"/>
          <p:cNvSpPr>
            <a:spLocks noGrp="1"/>
          </p:cNvSpPr>
          <p:nvPr>
            <p:ph type="sldNum" sz="quarter" idx="12"/>
          </p:nvPr>
        </p:nvSpPr>
        <p:spPr>
          <a:xfrm>
            <a:off x="11314045" y="6318435"/>
            <a:ext cx="740300" cy="365125"/>
          </a:xfrm>
          <a:prstGeom prst="rect">
            <a:avLst/>
          </a:prstGeom>
        </p:spPr>
        <p:txBody>
          <a:bodyPr/>
          <a:lstStyle>
            <a:lvl1pPr algn="r">
              <a:defRPr sz="1200">
                <a:latin typeface="思源黑体 CN Regular" panose="020B0500000000000000" pitchFamily="34" charset="-122"/>
                <a:ea typeface="思源黑体 CN Regular" panose="020B0500000000000000" pitchFamily="34" charset="-122"/>
              </a:defRPr>
            </a:lvl1pPr>
          </a:lstStyle>
          <a:p>
            <a:fld id="{E5386DCD-524C-4D6B-849A-07B12901B9AD}" type="slidenum">
              <a:rPr lang="zh-CN" altLang="en-US" smtClean="0"/>
            </a:fld>
            <a:r>
              <a:rPr lang="en-US" altLang="zh-CN"/>
              <a:t>/N</a:t>
            </a:r>
            <a:endParaRPr lang="en-US" altLang="zh-CN"/>
          </a:p>
        </p:txBody>
      </p:sp>
    </p:spTree>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522569" y="2127243"/>
            <a:ext cx="9389882" cy="4227375"/>
          </a:xfrm>
          <a:prstGeom prst="rect">
            <a:avLst/>
          </a:prstGeom>
        </p:spPr>
        <p:txBody>
          <a:bodyPr>
            <a:normAutofit/>
          </a:bodyPr>
          <a:lstStyle>
            <a:lvl1pPr>
              <a:defRPr sz="1600" b="0">
                <a:latin typeface="Arial" panose="020B0604020202020204" pitchFamily="34" charset="0"/>
                <a:cs typeface="Arial" panose="020B0604020202020204" pitchFamily="34" charset="0"/>
              </a:defRPr>
            </a:lvl1pPr>
            <a:lvl2pPr>
              <a:defRPr sz="1600" b="0"/>
            </a:lvl2pPr>
            <a:lvl3pPr>
              <a:defRPr sz="1600" b="0"/>
            </a:lvl3pPr>
          </a:lstStyle>
          <a:p>
            <a:r>
              <a:rPr kumimoji="1" lang="en-US" altLang="zh-CN" sz="1600">
                <a:ea typeface="+mj-ea"/>
                <a:sym typeface="等线" panose="02010600030101010101" charset="-122"/>
              </a:rPr>
              <a:t>Text-font size 12-18</a:t>
            </a:r>
            <a:endParaRPr lang="zh-CN" altLang="en-US"/>
          </a:p>
        </p:txBody>
      </p:sp>
      <p:pic>
        <p:nvPicPr>
          <p:cNvPr id="4" name="图片 3"/>
          <p:cNvPicPr>
            <a:picLocks noChangeAspect="1"/>
          </p:cNvPicPr>
          <p:nvPr userDrawn="1">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sp>
        <p:nvSpPr>
          <p:cNvPr id="6" name="文本框 5"/>
          <p:cNvSpPr txBox="1"/>
          <p:nvPr userDrawn="1"/>
        </p:nvSpPr>
        <p:spPr>
          <a:xfrm>
            <a:off x="11369675" y="6268720"/>
            <a:ext cx="725805" cy="275590"/>
          </a:xfrm>
          <a:prstGeom prst="rect">
            <a:avLst/>
          </a:prstGeom>
          <a:noFill/>
        </p:spPr>
        <p:txBody>
          <a:bodyPr wrap="square" rtlCol="0">
            <a:spAutoFit/>
          </a:bodyPr>
          <a:lstStyle/>
          <a:p>
            <a:fld id="{9A0DB2DC-4C9A-4742-B13C-FB6460FD3503}" type="slidenum">
              <a:rPr lang="en-US" altLang="zh-CN" sz="1200" smtClean="0">
                <a:latin typeface="+mn-ea"/>
              </a:rPr>
            </a:fld>
            <a:r>
              <a:rPr lang="en-US" altLang="zh-CN" sz="1200">
                <a:latin typeface="+mn-ea"/>
              </a:rPr>
              <a:t>/N</a:t>
            </a:r>
            <a:endParaRPr lang="en-US" altLang="zh-CN" sz="1200">
              <a:latin typeface="+mn-ea"/>
            </a:endParaRPr>
          </a:p>
        </p:txBody>
      </p:sp>
    </p:spTree>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64917"/>
            <a:ext cx="7315200" cy="737165"/>
          </a:xfrm>
          <a:prstGeom prst="rect">
            <a:avLst/>
          </a:prstGeom>
        </p:spPr>
        <p:txBody>
          <a:bodyPr/>
          <a:lstStyle/>
          <a:p>
            <a:r>
              <a:rPr lang="zh-CN" altLang="en-US"/>
              <a:t>主标题文本样式</a:t>
            </a:r>
            <a:endParaRPr lang="zh-CN" altLang="en-US"/>
          </a:p>
        </p:txBody>
      </p:sp>
      <p:sp>
        <p:nvSpPr>
          <p:cNvPr id="3" name="内容占位符 2"/>
          <p:cNvSpPr>
            <a:spLocks noGrp="1"/>
          </p:cNvSpPr>
          <p:nvPr>
            <p:ph sz="half" idx="1" hasCustomPrompt="1"/>
          </p:nvPr>
        </p:nvSpPr>
        <p:spPr>
          <a:xfrm>
            <a:off x="838200" y="1825625"/>
            <a:ext cx="5181600" cy="541794"/>
          </a:xfrm>
          <a:prstGeom prst="rect">
            <a:avLst/>
          </a:prstGeom>
        </p:spPr>
        <p:txBody>
          <a:bodyPr/>
          <a:lstStyle/>
          <a:p>
            <a:pPr lvl="0"/>
            <a:r>
              <a:rPr lang="zh-CN" altLang="en-US"/>
              <a:t>副标题文本样式</a:t>
            </a:r>
            <a:endParaRPr lang="zh-CN" altLang="en-US"/>
          </a:p>
        </p:txBody>
      </p:sp>
      <p:sp>
        <p:nvSpPr>
          <p:cNvPr id="4" name="内容占位符 3"/>
          <p:cNvSpPr>
            <a:spLocks noGrp="1"/>
          </p:cNvSpPr>
          <p:nvPr>
            <p:ph sz="half" idx="2" hasCustomPrompt="1"/>
          </p:nvPr>
        </p:nvSpPr>
        <p:spPr>
          <a:xfrm>
            <a:off x="6172200" y="1825625"/>
            <a:ext cx="5181600" cy="4351338"/>
          </a:xfrm>
          <a:prstGeom prst="rect">
            <a:avLst/>
          </a:prstGeom>
        </p:spPr>
        <p:txBody>
          <a:bodyPr>
            <a:normAutofit/>
          </a:bodyPr>
          <a:lstStyle>
            <a:lvl1pPr>
              <a:lnSpc>
                <a:spcPct val="150000"/>
              </a:lnSpc>
              <a:defRPr lang="zh-CN" altLang="zh-CN" sz="1600" smtClean="0">
                <a:effectLst/>
              </a:defRPr>
            </a:lvl1pPr>
          </a:lstStyle>
          <a:p>
            <a:pPr lvl="0"/>
            <a:r>
              <a:rPr lang="zh-CN" altLang="en-US"/>
              <a:t>正文文本样式</a:t>
            </a:r>
            <a:r>
              <a:rPr lang="en-US" altLang="zh-CN"/>
              <a:t>——</a:t>
            </a:r>
            <a:endParaRPr lang="en-US" altLang="zh-CN"/>
          </a:p>
          <a:p>
            <a:pPr lvl="0"/>
            <a:r>
              <a:rPr lang="zh-CN" altLang="en-US"/>
              <a:t>作为全球领先的智能制造及工业互联网整体解决方案服务商，工业富联始终坚持深耕中国、布局全球的生产和经营策略，业务范围覆盖数据全流程，在全球产业链中构建起国内与国外的桥梁，并基于多年来在精益管理、供应链管理、柔性生产方面的经验，实现国内国外双循环，解决国内制造、原材料、销售在外问题，发挥桥梁纽带作用。</a:t>
            </a:r>
            <a:endParaRPr lang="zh-CN" altLang="zh-CN" sz="1050" kern="100">
              <a:effectLst/>
              <a:latin typeface="等线" panose="02010600030101010101" charset="-122"/>
              <a:ea typeface="等线" panose="02010600030101010101" charset="-122"/>
              <a:cs typeface="Times New Roman" panose="02020603050405020304" pitchFamily="18" charset="0"/>
            </a:endParaRP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1137457" y="2303115"/>
            <a:ext cx="5645728" cy="18948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椭圆 2"/>
          <p:cNvSpPr/>
          <p:nvPr userDrawn="1"/>
        </p:nvSpPr>
        <p:spPr>
          <a:xfrm>
            <a:off x="2658110" y="1480345"/>
            <a:ext cx="6715760" cy="3652728"/>
          </a:xfrm>
          <a:prstGeom prst="ellipse">
            <a:avLst/>
          </a:prstGeom>
          <a:gradFill flip="none" rotWithShape="1">
            <a:gsLst>
              <a:gs pos="100000">
                <a:schemeClr val="accent1">
                  <a:lumMod val="75000"/>
                  <a:alpha val="0"/>
                </a:schemeClr>
              </a:gs>
              <a:gs pos="0">
                <a:schemeClr val="accent1">
                  <a:lumMod val="75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userDrawn="1"/>
        </p:nvSpPr>
        <p:spPr>
          <a:xfrm>
            <a:off x="3009065" y="2518616"/>
            <a:ext cx="5830442" cy="1446550"/>
          </a:xfrm>
          <a:prstGeom prst="rect">
            <a:avLst/>
          </a:prstGeom>
          <a:noFill/>
        </p:spPr>
        <p:txBody>
          <a:bodyPr wrap="square" rtlCol="0">
            <a:spAutoFit/>
          </a:bodyPr>
          <a:lstStyle/>
          <a:p>
            <a:r>
              <a:rPr lang="en-US" altLang="zh-CN"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rPr>
              <a:t>Thank you</a:t>
            </a:r>
            <a:endParaRPr lang="zh-CN" altLang="en-US"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endParaRPr>
          </a:p>
        </p:txBody>
      </p:sp>
    </p:spTree>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userDrawn="1">
  <p:cSld name="页码">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486738"/>
            <a:ext cx="9389882" cy="908429"/>
          </a:xfrm>
          <a:prstGeom prst="rect">
            <a:avLst/>
          </a:prstGeom>
        </p:spPr>
        <p:txBody>
          <a:bodyPr/>
          <a:lstStyle>
            <a:lvl1pPr>
              <a:defRPr>
                <a:latin typeface="思源黑体 CN Heavy" panose="020B0A00000000000000" pitchFamily="34" charset="-122"/>
                <a:ea typeface="思源黑体 CN Heavy" panose="020B0A00000000000000" pitchFamily="34" charset="-122"/>
              </a:defRPr>
            </a:lvl1pPr>
          </a:lstStyle>
          <a:p>
            <a:pPr>
              <a:defRPr/>
            </a:pPr>
            <a:r>
              <a:rPr kumimoji="1" lang="zh-CN" altLang="en-US" sz="3600" b="1">
                <a:solidFill>
                  <a:srgbClr val="002F75"/>
                </a:solidFill>
                <a:latin typeface="微软雅黑" panose="020B0503020204020204" pitchFamily="34" charset="-122"/>
                <a:ea typeface="微软雅黑" panose="020B0503020204020204" pitchFamily="34" charset="-122"/>
              </a:rPr>
              <a:t>主标题</a:t>
            </a:r>
            <a:r>
              <a:rPr kumimoji="1" lang="en-US" altLang="zh-CN" sz="3600" b="1">
                <a:solidFill>
                  <a:srgbClr val="002F75"/>
                </a:solidFill>
                <a:latin typeface="微软雅黑" panose="020B0503020204020204" pitchFamily="34" charset="-122"/>
                <a:ea typeface="微软雅黑" panose="020B0503020204020204" pitchFamily="34" charset="-122"/>
              </a:rPr>
              <a:t>-</a:t>
            </a:r>
            <a:r>
              <a:rPr kumimoji="1" lang="zh-CN" altLang="en-US" sz="3600" b="1">
                <a:solidFill>
                  <a:srgbClr val="002F75"/>
                </a:solidFill>
                <a:latin typeface="微软雅黑" panose="020B0503020204020204" pitchFamily="34" charset="-122"/>
                <a:ea typeface="微软雅黑" panose="020B0503020204020204" pitchFamily="34" charset="-122"/>
              </a:rPr>
              <a:t>字号</a:t>
            </a:r>
            <a:r>
              <a:rPr kumimoji="1" lang="en-US" altLang="zh-CN" sz="3600" b="1">
                <a:solidFill>
                  <a:srgbClr val="002F75"/>
                </a:solidFill>
                <a:latin typeface="微软雅黑" panose="020B0503020204020204" pitchFamily="34" charset="-122"/>
                <a:ea typeface="微软雅黑" panose="020B0503020204020204" pitchFamily="34" charset="-122"/>
              </a:rPr>
              <a:t>30-36</a:t>
            </a:r>
            <a:endParaRPr kumimoji="1" lang="zh-TW" altLang="en-US" sz="3600" b="1">
              <a:solidFill>
                <a:srgbClr val="002F75"/>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ph idx="1" hasCustomPrompt="1"/>
          </p:nvPr>
        </p:nvSpPr>
        <p:spPr>
          <a:xfrm>
            <a:off x="838200" y="2127243"/>
            <a:ext cx="9389882" cy="4227375"/>
          </a:xfrm>
          <a:prstGeom prst="rect">
            <a:avLst/>
          </a:prstGeom>
        </p:spPr>
        <p:txBody>
          <a:bodyPr>
            <a:normAutofit/>
          </a:bodyPr>
          <a:lstStyle>
            <a:lvl1pPr>
              <a:defRPr sz="1600" b="0">
                <a:latin typeface="思源黑体 CN Normal" panose="020B0400000000000000" pitchFamily="34" charset="-122"/>
                <a:ea typeface="思源黑体 CN Normal" panose="020B0400000000000000" pitchFamily="34" charset="-122"/>
              </a:defRPr>
            </a:lvl1pPr>
            <a:lvl2pPr>
              <a:defRPr sz="1600" b="0"/>
            </a:lvl2pPr>
            <a:lvl3pPr>
              <a:defRPr sz="1600" b="0"/>
            </a:lvl3pPr>
          </a:lstStyle>
          <a:p>
            <a:r>
              <a:rPr kumimoji="1" lang="zh-CN" altLang="en-US" sz="1600">
                <a:latin typeface="+mj-ea"/>
                <a:ea typeface="+mj-ea"/>
                <a:sym typeface="等线" panose="02010600030101010101" charset="-122"/>
              </a:rPr>
              <a:t>正文内容</a:t>
            </a:r>
            <a:r>
              <a:rPr kumimoji="1" lang="en-US" altLang="zh-CN" sz="1600">
                <a:latin typeface="+mj-ea"/>
                <a:ea typeface="+mj-ea"/>
                <a:sym typeface="等线" panose="02010600030101010101" charset="-122"/>
              </a:rPr>
              <a:t>-</a:t>
            </a:r>
            <a:r>
              <a:rPr kumimoji="1" lang="zh-CN" altLang="en-US" sz="1600">
                <a:latin typeface="+mj-ea"/>
                <a:ea typeface="+mj-ea"/>
                <a:sym typeface="等线" panose="02010600030101010101" charset="-122"/>
              </a:rPr>
              <a:t>字号</a:t>
            </a:r>
            <a:r>
              <a:rPr kumimoji="1" lang="en-US" altLang="zh-CN" sz="1600">
                <a:latin typeface="+mj-ea"/>
                <a:ea typeface="+mj-ea"/>
                <a:sym typeface="等线" panose="02010600030101010101" charset="-122"/>
              </a:rPr>
              <a:t>12-18</a:t>
            </a:r>
            <a:endParaRPr lang="zh-CN" altLang="en-US"/>
          </a:p>
        </p:txBody>
      </p:sp>
      <p:sp>
        <p:nvSpPr>
          <p:cNvPr id="4" name="灯片编号占位符 5"/>
          <p:cNvSpPr>
            <a:spLocks noGrp="1"/>
          </p:cNvSpPr>
          <p:nvPr>
            <p:ph type="sldNum" sz="quarter" idx="12"/>
          </p:nvPr>
        </p:nvSpPr>
        <p:spPr>
          <a:xfrm>
            <a:off x="11314045" y="6318435"/>
            <a:ext cx="740300" cy="365125"/>
          </a:xfrm>
          <a:prstGeom prst="rect">
            <a:avLst/>
          </a:prstGeom>
        </p:spPr>
        <p:txBody>
          <a:bodyPr/>
          <a:lstStyle>
            <a:lvl1pPr algn="r">
              <a:defRPr sz="1200">
                <a:latin typeface="思源黑体 CN Regular" panose="020B0500000000000000" pitchFamily="34" charset="-122"/>
                <a:ea typeface="思源黑体 CN Regular" panose="020B0500000000000000" pitchFamily="34" charset="-122"/>
              </a:defRPr>
            </a:lvl1pPr>
          </a:lstStyle>
          <a:p>
            <a:fld id="{E5386DCD-524C-4D6B-849A-07B12901B9AD}" type="slidenum">
              <a:rPr lang="zh-CN" altLang="en-US" smtClean="0"/>
            </a:fld>
            <a:r>
              <a:rPr lang="en-US" altLang="zh-CN"/>
              <a:t>/N</a:t>
            </a:r>
            <a:endParaRPr lang="en-US" altLang="zh-CN"/>
          </a:p>
        </p:txBody>
      </p:sp>
    </p:spTree>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522569" y="2127243"/>
            <a:ext cx="9389882" cy="4227375"/>
          </a:xfrm>
          <a:prstGeom prst="rect">
            <a:avLst/>
          </a:prstGeom>
        </p:spPr>
        <p:txBody>
          <a:bodyPr>
            <a:normAutofit/>
          </a:bodyPr>
          <a:lstStyle>
            <a:lvl1pPr>
              <a:defRPr sz="1600" b="0">
                <a:latin typeface="Arial" panose="020B0604020202020204" pitchFamily="34" charset="0"/>
                <a:cs typeface="Arial" panose="020B0604020202020204" pitchFamily="34" charset="0"/>
              </a:defRPr>
            </a:lvl1pPr>
            <a:lvl2pPr>
              <a:defRPr sz="1600" b="0"/>
            </a:lvl2pPr>
            <a:lvl3pPr>
              <a:defRPr sz="1600" b="0"/>
            </a:lvl3pPr>
          </a:lstStyle>
          <a:p>
            <a:r>
              <a:rPr kumimoji="1" lang="en-US" altLang="zh-CN" sz="1600">
                <a:ea typeface="+mj-ea"/>
                <a:sym typeface="等线" panose="02010600030101010101" charset="-122"/>
              </a:rPr>
              <a:t>Text-font size 12-18</a:t>
            </a:r>
            <a:endParaRPr lang="zh-CN" altLang="en-US"/>
          </a:p>
        </p:txBody>
      </p:sp>
      <p:pic>
        <p:nvPicPr>
          <p:cNvPr id="4" name="图片 3"/>
          <p:cNvPicPr>
            <a:picLocks noChangeAspect="1"/>
          </p:cNvPicPr>
          <p:nvPr userDrawn="1">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sp>
        <p:nvSpPr>
          <p:cNvPr id="6" name="文本框 5"/>
          <p:cNvSpPr txBox="1"/>
          <p:nvPr userDrawn="1"/>
        </p:nvSpPr>
        <p:spPr>
          <a:xfrm>
            <a:off x="11369675" y="6268720"/>
            <a:ext cx="725805" cy="275590"/>
          </a:xfrm>
          <a:prstGeom prst="rect">
            <a:avLst/>
          </a:prstGeom>
          <a:noFill/>
        </p:spPr>
        <p:txBody>
          <a:bodyPr wrap="square" rtlCol="0">
            <a:spAutoFit/>
          </a:bodyPr>
          <a:lstStyle/>
          <a:p>
            <a:fld id="{9A0DB2DC-4C9A-4742-B13C-FB6460FD3503}" type="slidenum">
              <a:rPr lang="en-US" altLang="zh-CN" sz="1200" smtClean="0">
                <a:latin typeface="+mn-ea"/>
              </a:rPr>
            </a:fld>
            <a:r>
              <a:rPr lang="en-US" altLang="zh-CN" sz="1200">
                <a:latin typeface="+mn-ea"/>
              </a:rPr>
              <a:t>/N</a:t>
            </a:r>
            <a:endParaRPr lang="en-US" altLang="zh-CN" sz="1200">
              <a:latin typeface="+mn-ea"/>
            </a:endParaRPr>
          </a:p>
        </p:txBody>
      </p:sp>
    </p:spTree>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64917"/>
            <a:ext cx="7315200" cy="737165"/>
          </a:xfrm>
          <a:prstGeom prst="rect">
            <a:avLst/>
          </a:prstGeom>
        </p:spPr>
        <p:txBody>
          <a:bodyPr/>
          <a:lstStyle/>
          <a:p>
            <a:r>
              <a:rPr lang="zh-CN" altLang="en-US"/>
              <a:t>主标题文本样式</a:t>
            </a:r>
            <a:endParaRPr lang="zh-CN" altLang="en-US"/>
          </a:p>
        </p:txBody>
      </p:sp>
      <p:sp>
        <p:nvSpPr>
          <p:cNvPr id="3" name="内容占位符 2"/>
          <p:cNvSpPr>
            <a:spLocks noGrp="1"/>
          </p:cNvSpPr>
          <p:nvPr>
            <p:ph sz="half" idx="1" hasCustomPrompt="1"/>
          </p:nvPr>
        </p:nvSpPr>
        <p:spPr>
          <a:xfrm>
            <a:off x="838200" y="1825625"/>
            <a:ext cx="5181600" cy="541794"/>
          </a:xfrm>
          <a:prstGeom prst="rect">
            <a:avLst/>
          </a:prstGeom>
        </p:spPr>
        <p:txBody>
          <a:bodyPr/>
          <a:lstStyle/>
          <a:p>
            <a:pPr lvl="0"/>
            <a:r>
              <a:rPr lang="zh-CN" altLang="en-US"/>
              <a:t>副标题文本样式</a:t>
            </a:r>
            <a:endParaRPr lang="zh-CN" altLang="en-US"/>
          </a:p>
        </p:txBody>
      </p:sp>
      <p:sp>
        <p:nvSpPr>
          <p:cNvPr id="4" name="内容占位符 3"/>
          <p:cNvSpPr>
            <a:spLocks noGrp="1"/>
          </p:cNvSpPr>
          <p:nvPr>
            <p:ph sz="half" idx="2" hasCustomPrompt="1"/>
          </p:nvPr>
        </p:nvSpPr>
        <p:spPr>
          <a:xfrm>
            <a:off x="6172200" y="1825625"/>
            <a:ext cx="5181600" cy="4351338"/>
          </a:xfrm>
          <a:prstGeom prst="rect">
            <a:avLst/>
          </a:prstGeom>
        </p:spPr>
        <p:txBody>
          <a:bodyPr>
            <a:normAutofit/>
          </a:bodyPr>
          <a:lstStyle>
            <a:lvl1pPr>
              <a:lnSpc>
                <a:spcPct val="150000"/>
              </a:lnSpc>
              <a:defRPr lang="zh-CN" altLang="zh-CN" sz="1600" smtClean="0">
                <a:effectLst/>
              </a:defRPr>
            </a:lvl1pPr>
          </a:lstStyle>
          <a:p>
            <a:pPr lvl="0"/>
            <a:r>
              <a:rPr lang="zh-CN" altLang="en-US"/>
              <a:t>正文文本样式</a:t>
            </a:r>
            <a:r>
              <a:rPr lang="en-US" altLang="zh-CN"/>
              <a:t>——</a:t>
            </a:r>
            <a:endParaRPr lang="en-US" altLang="zh-CN"/>
          </a:p>
          <a:p>
            <a:pPr lvl="0"/>
            <a:r>
              <a:rPr lang="zh-CN" altLang="en-US"/>
              <a:t>作为全球领先的智能制造及工业互联网整体解决方案服务商，工业富联始终坚持深耕中国、布局全球的生产和经营策略，业务范围覆盖数据全流程，在全球产业链中构建起国内与国外的桥梁，并基于多年来在精益管理、供应链管理、柔性生产方面的经验，实现国内国外双循环，解决国内制造、原材料、销售在外问题，发挥桥梁纽带作用。</a:t>
            </a:r>
            <a:endParaRPr lang="zh-CN" altLang="zh-CN" sz="1050" kern="100">
              <a:effectLst/>
              <a:latin typeface="等线" panose="02010600030101010101" charset="-122"/>
              <a:ea typeface="等线" panose="02010600030101010101" charset="-122"/>
              <a:cs typeface="Times New Roman" panose="02020603050405020304" pitchFamily="18" charset="0"/>
            </a:endParaRP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1137457" y="2303115"/>
            <a:ext cx="5645728" cy="18948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椭圆 2"/>
          <p:cNvSpPr/>
          <p:nvPr userDrawn="1"/>
        </p:nvSpPr>
        <p:spPr>
          <a:xfrm>
            <a:off x="2658110" y="1480345"/>
            <a:ext cx="6715760" cy="3652728"/>
          </a:xfrm>
          <a:prstGeom prst="ellipse">
            <a:avLst/>
          </a:prstGeom>
          <a:gradFill flip="none" rotWithShape="1">
            <a:gsLst>
              <a:gs pos="100000">
                <a:schemeClr val="accent1">
                  <a:lumMod val="75000"/>
                  <a:alpha val="0"/>
                </a:schemeClr>
              </a:gs>
              <a:gs pos="0">
                <a:schemeClr val="accent1">
                  <a:lumMod val="75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userDrawn="1"/>
        </p:nvSpPr>
        <p:spPr>
          <a:xfrm>
            <a:off x="3009065" y="2518616"/>
            <a:ext cx="5830442" cy="1446550"/>
          </a:xfrm>
          <a:prstGeom prst="rect">
            <a:avLst/>
          </a:prstGeom>
          <a:noFill/>
        </p:spPr>
        <p:txBody>
          <a:bodyPr wrap="square" rtlCol="0">
            <a:spAutoFit/>
          </a:bodyPr>
          <a:lstStyle/>
          <a:p>
            <a:r>
              <a:rPr lang="en-US" altLang="zh-CN"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rPr>
              <a:t>Thank you</a:t>
            </a:r>
            <a:endParaRPr lang="zh-CN" altLang="en-US"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endParaRPr>
          </a:p>
        </p:txBody>
      </p:sp>
    </p:spTree>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userDrawn="1">
  <p:cSld name="页码">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486738"/>
            <a:ext cx="9389882" cy="908429"/>
          </a:xfrm>
          <a:prstGeom prst="rect">
            <a:avLst/>
          </a:prstGeom>
        </p:spPr>
        <p:txBody>
          <a:bodyPr/>
          <a:lstStyle>
            <a:lvl1pPr>
              <a:defRPr>
                <a:latin typeface="思源黑体 CN Heavy" panose="020B0A00000000000000" pitchFamily="34" charset="-122"/>
                <a:ea typeface="思源黑体 CN Heavy" panose="020B0A00000000000000" pitchFamily="34" charset="-122"/>
              </a:defRPr>
            </a:lvl1pPr>
          </a:lstStyle>
          <a:p>
            <a:pPr>
              <a:defRPr/>
            </a:pPr>
            <a:r>
              <a:rPr kumimoji="1" lang="zh-CN" altLang="en-US" sz="3600" b="1">
                <a:solidFill>
                  <a:srgbClr val="002F75"/>
                </a:solidFill>
                <a:latin typeface="微软雅黑" panose="020B0503020204020204" pitchFamily="34" charset="-122"/>
                <a:ea typeface="微软雅黑" panose="020B0503020204020204" pitchFamily="34" charset="-122"/>
              </a:rPr>
              <a:t>主标题</a:t>
            </a:r>
            <a:r>
              <a:rPr kumimoji="1" lang="en-US" altLang="zh-CN" sz="3600" b="1">
                <a:solidFill>
                  <a:srgbClr val="002F75"/>
                </a:solidFill>
                <a:latin typeface="微软雅黑" panose="020B0503020204020204" pitchFamily="34" charset="-122"/>
                <a:ea typeface="微软雅黑" panose="020B0503020204020204" pitchFamily="34" charset="-122"/>
              </a:rPr>
              <a:t>-</a:t>
            </a:r>
            <a:r>
              <a:rPr kumimoji="1" lang="zh-CN" altLang="en-US" sz="3600" b="1">
                <a:solidFill>
                  <a:srgbClr val="002F75"/>
                </a:solidFill>
                <a:latin typeface="微软雅黑" panose="020B0503020204020204" pitchFamily="34" charset="-122"/>
                <a:ea typeface="微软雅黑" panose="020B0503020204020204" pitchFamily="34" charset="-122"/>
              </a:rPr>
              <a:t>字号</a:t>
            </a:r>
            <a:r>
              <a:rPr kumimoji="1" lang="en-US" altLang="zh-CN" sz="3600" b="1">
                <a:solidFill>
                  <a:srgbClr val="002F75"/>
                </a:solidFill>
                <a:latin typeface="微软雅黑" panose="020B0503020204020204" pitchFamily="34" charset="-122"/>
                <a:ea typeface="微软雅黑" panose="020B0503020204020204" pitchFamily="34" charset="-122"/>
              </a:rPr>
              <a:t>30-36</a:t>
            </a:r>
            <a:endParaRPr kumimoji="1" lang="zh-TW" altLang="en-US" sz="3600" b="1">
              <a:solidFill>
                <a:srgbClr val="002F75"/>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ph idx="1" hasCustomPrompt="1"/>
          </p:nvPr>
        </p:nvSpPr>
        <p:spPr>
          <a:xfrm>
            <a:off x="838200" y="2127243"/>
            <a:ext cx="9389882" cy="4227375"/>
          </a:xfrm>
          <a:prstGeom prst="rect">
            <a:avLst/>
          </a:prstGeom>
        </p:spPr>
        <p:txBody>
          <a:bodyPr>
            <a:normAutofit/>
          </a:bodyPr>
          <a:lstStyle>
            <a:lvl1pPr>
              <a:defRPr sz="1600" b="0">
                <a:latin typeface="思源黑体 CN Normal" panose="020B0400000000000000" pitchFamily="34" charset="-122"/>
                <a:ea typeface="思源黑体 CN Normal" panose="020B0400000000000000" pitchFamily="34" charset="-122"/>
              </a:defRPr>
            </a:lvl1pPr>
            <a:lvl2pPr>
              <a:defRPr sz="1600" b="0"/>
            </a:lvl2pPr>
            <a:lvl3pPr>
              <a:defRPr sz="1600" b="0"/>
            </a:lvl3pPr>
          </a:lstStyle>
          <a:p>
            <a:r>
              <a:rPr kumimoji="1" lang="zh-CN" altLang="en-US" sz="1600">
                <a:latin typeface="+mj-ea"/>
                <a:ea typeface="+mj-ea"/>
                <a:sym typeface="等线" panose="02010600030101010101" charset="-122"/>
              </a:rPr>
              <a:t>正文内容</a:t>
            </a:r>
            <a:r>
              <a:rPr kumimoji="1" lang="en-US" altLang="zh-CN" sz="1600">
                <a:latin typeface="+mj-ea"/>
                <a:ea typeface="+mj-ea"/>
                <a:sym typeface="等线" panose="02010600030101010101" charset="-122"/>
              </a:rPr>
              <a:t>-</a:t>
            </a:r>
            <a:r>
              <a:rPr kumimoji="1" lang="zh-CN" altLang="en-US" sz="1600">
                <a:latin typeface="+mj-ea"/>
                <a:ea typeface="+mj-ea"/>
                <a:sym typeface="等线" panose="02010600030101010101" charset="-122"/>
              </a:rPr>
              <a:t>字号</a:t>
            </a:r>
            <a:r>
              <a:rPr kumimoji="1" lang="en-US" altLang="zh-CN" sz="1600">
                <a:latin typeface="+mj-ea"/>
                <a:ea typeface="+mj-ea"/>
                <a:sym typeface="等线" panose="02010600030101010101" charset="-122"/>
              </a:rPr>
              <a:t>12-18</a:t>
            </a:r>
            <a:endParaRPr lang="zh-CN" altLang="en-US"/>
          </a:p>
        </p:txBody>
      </p:sp>
      <p:sp>
        <p:nvSpPr>
          <p:cNvPr id="4" name="灯片编号占位符 5"/>
          <p:cNvSpPr>
            <a:spLocks noGrp="1"/>
          </p:cNvSpPr>
          <p:nvPr>
            <p:ph type="sldNum" sz="quarter" idx="12"/>
          </p:nvPr>
        </p:nvSpPr>
        <p:spPr>
          <a:xfrm>
            <a:off x="11314045" y="6318435"/>
            <a:ext cx="740300" cy="365125"/>
          </a:xfrm>
          <a:prstGeom prst="rect">
            <a:avLst/>
          </a:prstGeom>
        </p:spPr>
        <p:txBody>
          <a:bodyPr/>
          <a:lstStyle>
            <a:lvl1pPr algn="r">
              <a:defRPr sz="1200">
                <a:latin typeface="思源黑体 CN Regular" panose="020B0500000000000000" pitchFamily="34" charset="-122"/>
                <a:ea typeface="思源黑体 CN Regular" panose="020B0500000000000000" pitchFamily="34" charset="-122"/>
              </a:defRPr>
            </a:lvl1pPr>
          </a:lstStyle>
          <a:p>
            <a:fld id="{E5386DCD-524C-4D6B-849A-07B12901B9AD}" type="slidenum">
              <a:rPr lang="zh-CN" altLang="en-US" smtClean="0"/>
            </a:fld>
            <a:r>
              <a:rPr lang="en-US" altLang="zh-CN"/>
              <a:t>/N</a:t>
            </a:r>
            <a:endParaRPr lang="en-US" altLang="zh-CN"/>
          </a:p>
        </p:txBody>
      </p:sp>
    </p:spTree>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522569" y="2127243"/>
            <a:ext cx="9389882" cy="4227375"/>
          </a:xfrm>
          <a:prstGeom prst="rect">
            <a:avLst/>
          </a:prstGeom>
        </p:spPr>
        <p:txBody>
          <a:bodyPr>
            <a:normAutofit/>
          </a:bodyPr>
          <a:lstStyle>
            <a:lvl1pPr>
              <a:defRPr sz="1600" b="0">
                <a:latin typeface="Arial" panose="020B0604020202020204" pitchFamily="34" charset="0"/>
                <a:cs typeface="Arial" panose="020B0604020202020204" pitchFamily="34" charset="0"/>
              </a:defRPr>
            </a:lvl1pPr>
            <a:lvl2pPr>
              <a:defRPr sz="1600" b="0"/>
            </a:lvl2pPr>
            <a:lvl3pPr>
              <a:defRPr sz="1600" b="0"/>
            </a:lvl3pPr>
          </a:lstStyle>
          <a:p>
            <a:r>
              <a:rPr kumimoji="1" lang="en-US" altLang="zh-CN" sz="1600">
                <a:ea typeface="+mj-ea"/>
                <a:sym typeface="等线" panose="02010600030101010101" charset="-122"/>
              </a:rPr>
              <a:t>Text-font size 12-18</a:t>
            </a:r>
            <a:endParaRPr lang="zh-CN" altLang="en-US"/>
          </a:p>
        </p:txBody>
      </p:sp>
      <p:pic>
        <p:nvPicPr>
          <p:cNvPr id="4" name="图片 3"/>
          <p:cNvPicPr>
            <a:picLocks noChangeAspect="1"/>
          </p:cNvPicPr>
          <p:nvPr userDrawn="1">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sp>
        <p:nvSpPr>
          <p:cNvPr id="6" name="文本框 5"/>
          <p:cNvSpPr txBox="1"/>
          <p:nvPr userDrawn="1"/>
        </p:nvSpPr>
        <p:spPr>
          <a:xfrm>
            <a:off x="11369675" y="6268720"/>
            <a:ext cx="725805" cy="275590"/>
          </a:xfrm>
          <a:prstGeom prst="rect">
            <a:avLst/>
          </a:prstGeom>
          <a:noFill/>
        </p:spPr>
        <p:txBody>
          <a:bodyPr wrap="square" rtlCol="0">
            <a:spAutoFit/>
          </a:bodyPr>
          <a:lstStyle/>
          <a:p>
            <a:fld id="{9A0DB2DC-4C9A-4742-B13C-FB6460FD3503}" type="slidenum">
              <a:rPr lang="en-US" altLang="zh-CN" sz="1200" smtClean="0">
                <a:latin typeface="+mn-ea"/>
              </a:rPr>
            </a:fld>
            <a:r>
              <a:rPr lang="en-US" altLang="zh-CN" sz="1200">
                <a:latin typeface="+mn-ea"/>
              </a:rPr>
              <a:t>/N</a:t>
            </a:r>
            <a:endParaRPr lang="en-US" altLang="zh-CN" sz="1200">
              <a:latin typeface="+mn-ea"/>
            </a:endParaRPr>
          </a:p>
        </p:txBody>
      </p:sp>
    </p:spTree>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64917"/>
            <a:ext cx="7315200" cy="737165"/>
          </a:xfrm>
          <a:prstGeom prst="rect">
            <a:avLst/>
          </a:prstGeom>
        </p:spPr>
        <p:txBody>
          <a:bodyPr/>
          <a:lstStyle/>
          <a:p>
            <a:r>
              <a:rPr lang="zh-CN" altLang="en-US"/>
              <a:t>主标题文本样式</a:t>
            </a:r>
            <a:endParaRPr lang="zh-CN" altLang="en-US"/>
          </a:p>
        </p:txBody>
      </p:sp>
      <p:sp>
        <p:nvSpPr>
          <p:cNvPr id="3" name="内容占位符 2"/>
          <p:cNvSpPr>
            <a:spLocks noGrp="1"/>
          </p:cNvSpPr>
          <p:nvPr>
            <p:ph sz="half" idx="1" hasCustomPrompt="1"/>
          </p:nvPr>
        </p:nvSpPr>
        <p:spPr>
          <a:xfrm>
            <a:off x="838200" y="1825625"/>
            <a:ext cx="5181600" cy="541794"/>
          </a:xfrm>
          <a:prstGeom prst="rect">
            <a:avLst/>
          </a:prstGeom>
        </p:spPr>
        <p:txBody>
          <a:bodyPr/>
          <a:lstStyle/>
          <a:p>
            <a:pPr lvl="0"/>
            <a:r>
              <a:rPr lang="zh-CN" altLang="en-US"/>
              <a:t>副标题文本样式</a:t>
            </a:r>
            <a:endParaRPr lang="zh-CN" altLang="en-US"/>
          </a:p>
        </p:txBody>
      </p:sp>
      <p:sp>
        <p:nvSpPr>
          <p:cNvPr id="4" name="内容占位符 3"/>
          <p:cNvSpPr>
            <a:spLocks noGrp="1"/>
          </p:cNvSpPr>
          <p:nvPr>
            <p:ph sz="half" idx="2" hasCustomPrompt="1"/>
          </p:nvPr>
        </p:nvSpPr>
        <p:spPr>
          <a:xfrm>
            <a:off x="6172200" y="1825625"/>
            <a:ext cx="5181600" cy="4351338"/>
          </a:xfrm>
          <a:prstGeom prst="rect">
            <a:avLst/>
          </a:prstGeom>
        </p:spPr>
        <p:txBody>
          <a:bodyPr>
            <a:normAutofit/>
          </a:bodyPr>
          <a:lstStyle>
            <a:lvl1pPr>
              <a:lnSpc>
                <a:spcPct val="150000"/>
              </a:lnSpc>
              <a:defRPr lang="zh-CN" altLang="zh-CN" sz="1600" smtClean="0">
                <a:effectLst/>
              </a:defRPr>
            </a:lvl1pPr>
          </a:lstStyle>
          <a:p>
            <a:pPr lvl="0"/>
            <a:r>
              <a:rPr lang="zh-CN" altLang="en-US"/>
              <a:t>正文文本样式</a:t>
            </a:r>
            <a:r>
              <a:rPr lang="en-US" altLang="zh-CN"/>
              <a:t>——</a:t>
            </a:r>
            <a:endParaRPr lang="en-US" altLang="zh-CN"/>
          </a:p>
          <a:p>
            <a:pPr lvl="0"/>
            <a:r>
              <a:rPr lang="zh-CN" altLang="en-US"/>
              <a:t>作为全球领先的智能制造及工业互联网整体解决方案服务商，工业富联始终坚持深耕中国、布局全球的生产和经营策略，业务范围覆盖数据全流程，在全球产业链中构建起国内与国外的桥梁，并基于多年来在精益管理、供应链管理、柔性生产方面的经验，实现国内国外双循环，解决国内制造、原材料、销售在外问题，发挥桥梁纽带作用。</a:t>
            </a:r>
            <a:endParaRPr lang="zh-CN" altLang="zh-CN" sz="1050" kern="100">
              <a:effectLst/>
              <a:latin typeface="等线" panose="02010600030101010101" charset="-122"/>
              <a:ea typeface="等线" panose="02010600030101010101" charset="-122"/>
              <a:cs typeface="Times New Roman" panose="02020603050405020304" pitchFamily="18" charset="0"/>
            </a:endParaRP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1137457" y="2303115"/>
            <a:ext cx="5645728" cy="18948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椭圆 2"/>
          <p:cNvSpPr/>
          <p:nvPr userDrawn="1"/>
        </p:nvSpPr>
        <p:spPr>
          <a:xfrm>
            <a:off x="2658110" y="1480345"/>
            <a:ext cx="6715760" cy="3652728"/>
          </a:xfrm>
          <a:prstGeom prst="ellipse">
            <a:avLst/>
          </a:prstGeom>
          <a:gradFill flip="none" rotWithShape="1">
            <a:gsLst>
              <a:gs pos="100000">
                <a:schemeClr val="accent1">
                  <a:lumMod val="75000"/>
                  <a:alpha val="0"/>
                </a:schemeClr>
              </a:gs>
              <a:gs pos="0">
                <a:schemeClr val="accent1">
                  <a:lumMod val="75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userDrawn="1"/>
        </p:nvSpPr>
        <p:spPr>
          <a:xfrm>
            <a:off x="3009065" y="2518616"/>
            <a:ext cx="5830442" cy="1446550"/>
          </a:xfrm>
          <a:prstGeom prst="rect">
            <a:avLst/>
          </a:prstGeom>
          <a:noFill/>
        </p:spPr>
        <p:txBody>
          <a:bodyPr wrap="square" rtlCol="0">
            <a:spAutoFit/>
          </a:bodyPr>
          <a:lstStyle/>
          <a:p>
            <a:r>
              <a:rPr lang="en-US" altLang="zh-CN"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rPr>
              <a:t>Thank you</a:t>
            </a:r>
            <a:endParaRPr lang="zh-CN" altLang="en-US"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endParaRPr>
          </a:p>
        </p:txBody>
      </p:sp>
    </p:spTree>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userDrawn="1">
  <p:cSld name="页码">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486738"/>
            <a:ext cx="9389882" cy="908429"/>
          </a:xfrm>
          <a:prstGeom prst="rect">
            <a:avLst/>
          </a:prstGeom>
        </p:spPr>
        <p:txBody>
          <a:bodyPr/>
          <a:lstStyle>
            <a:lvl1pPr>
              <a:defRPr>
                <a:latin typeface="思源黑体 CN Heavy" panose="020B0A00000000000000" pitchFamily="34" charset="-122"/>
                <a:ea typeface="思源黑体 CN Heavy" panose="020B0A00000000000000" pitchFamily="34" charset="-122"/>
              </a:defRPr>
            </a:lvl1pPr>
          </a:lstStyle>
          <a:p>
            <a:pPr>
              <a:defRPr/>
            </a:pPr>
            <a:r>
              <a:rPr kumimoji="1" lang="zh-CN" altLang="en-US" sz="3600" b="1">
                <a:solidFill>
                  <a:srgbClr val="002F75"/>
                </a:solidFill>
                <a:latin typeface="微软雅黑" panose="020B0503020204020204" pitchFamily="34" charset="-122"/>
                <a:ea typeface="微软雅黑" panose="020B0503020204020204" pitchFamily="34" charset="-122"/>
              </a:rPr>
              <a:t>主标题</a:t>
            </a:r>
            <a:r>
              <a:rPr kumimoji="1" lang="en-US" altLang="zh-CN" sz="3600" b="1">
                <a:solidFill>
                  <a:srgbClr val="002F75"/>
                </a:solidFill>
                <a:latin typeface="微软雅黑" panose="020B0503020204020204" pitchFamily="34" charset="-122"/>
                <a:ea typeface="微软雅黑" panose="020B0503020204020204" pitchFamily="34" charset="-122"/>
              </a:rPr>
              <a:t>-</a:t>
            </a:r>
            <a:r>
              <a:rPr kumimoji="1" lang="zh-CN" altLang="en-US" sz="3600" b="1">
                <a:solidFill>
                  <a:srgbClr val="002F75"/>
                </a:solidFill>
                <a:latin typeface="微软雅黑" panose="020B0503020204020204" pitchFamily="34" charset="-122"/>
                <a:ea typeface="微软雅黑" panose="020B0503020204020204" pitchFamily="34" charset="-122"/>
              </a:rPr>
              <a:t>字号</a:t>
            </a:r>
            <a:r>
              <a:rPr kumimoji="1" lang="en-US" altLang="zh-CN" sz="3600" b="1">
                <a:solidFill>
                  <a:srgbClr val="002F75"/>
                </a:solidFill>
                <a:latin typeface="微软雅黑" panose="020B0503020204020204" pitchFamily="34" charset="-122"/>
                <a:ea typeface="微软雅黑" panose="020B0503020204020204" pitchFamily="34" charset="-122"/>
              </a:rPr>
              <a:t>30-36</a:t>
            </a:r>
            <a:endParaRPr kumimoji="1" lang="zh-TW" altLang="en-US" sz="3600" b="1">
              <a:solidFill>
                <a:srgbClr val="002F75"/>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ph idx="1" hasCustomPrompt="1"/>
          </p:nvPr>
        </p:nvSpPr>
        <p:spPr>
          <a:xfrm>
            <a:off x="838200" y="2127243"/>
            <a:ext cx="9389882" cy="4227375"/>
          </a:xfrm>
          <a:prstGeom prst="rect">
            <a:avLst/>
          </a:prstGeom>
        </p:spPr>
        <p:txBody>
          <a:bodyPr>
            <a:normAutofit/>
          </a:bodyPr>
          <a:lstStyle>
            <a:lvl1pPr>
              <a:defRPr sz="1600" b="0">
                <a:latin typeface="思源黑体 CN Normal" panose="020B0400000000000000" pitchFamily="34" charset="-122"/>
                <a:ea typeface="思源黑体 CN Normal" panose="020B0400000000000000" pitchFamily="34" charset="-122"/>
              </a:defRPr>
            </a:lvl1pPr>
            <a:lvl2pPr>
              <a:defRPr sz="1600" b="0"/>
            </a:lvl2pPr>
            <a:lvl3pPr>
              <a:defRPr sz="1600" b="0"/>
            </a:lvl3pPr>
          </a:lstStyle>
          <a:p>
            <a:r>
              <a:rPr kumimoji="1" lang="zh-CN" altLang="en-US" sz="1600">
                <a:latin typeface="+mj-ea"/>
                <a:ea typeface="+mj-ea"/>
                <a:sym typeface="等线" panose="02010600030101010101" charset="-122"/>
              </a:rPr>
              <a:t>正文内容</a:t>
            </a:r>
            <a:r>
              <a:rPr kumimoji="1" lang="en-US" altLang="zh-CN" sz="1600">
                <a:latin typeface="+mj-ea"/>
                <a:ea typeface="+mj-ea"/>
                <a:sym typeface="等线" panose="02010600030101010101" charset="-122"/>
              </a:rPr>
              <a:t>-</a:t>
            </a:r>
            <a:r>
              <a:rPr kumimoji="1" lang="zh-CN" altLang="en-US" sz="1600">
                <a:latin typeface="+mj-ea"/>
                <a:ea typeface="+mj-ea"/>
                <a:sym typeface="等线" panose="02010600030101010101" charset="-122"/>
              </a:rPr>
              <a:t>字号</a:t>
            </a:r>
            <a:r>
              <a:rPr kumimoji="1" lang="en-US" altLang="zh-CN" sz="1600">
                <a:latin typeface="+mj-ea"/>
                <a:ea typeface="+mj-ea"/>
                <a:sym typeface="等线" panose="02010600030101010101" charset="-122"/>
              </a:rPr>
              <a:t>12-18</a:t>
            </a:r>
            <a:endParaRPr lang="zh-CN" altLang="en-US"/>
          </a:p>
        </p:txBody>
      </p:sp>
      <p:sp>
        <p:nvSpPr>
          <p:cNvPr id="4" name="灯片编号占位符 5"/>
          <p:cNvSpPr>
            <a:spLocks noGrp="1"/>
          </p:cNvSpPr>
          <p:nvPr>
            <p:ph type="sldNum" sz="quarter" idx="12"/>
          </p:nvPr>
        </p:nvSpPr>
        <p:spPr>
          <a:xfrm>
            <a:off x="11314045" y="6318435"/>
            <a:ext cx="740300" cy="365125"/>
          </a:xfrm>
          <a:prstGeom prst="rect">
            <a:avLst/>
          </a:prstGeom>
        </p:spPr>
        <p:txBody>
          <a:bodyPr/>
          <a:lstStyle>
            <a:lvl1pPr algn="r">
              <a:defRPr sz="1200">
                <a:latin typeface="思源黑体 CN Regular" panose="020B0500000000000000" pitchFamily="34" charset="-122"/>
                <a:ea typeface="思源黑体 CN Regular" panose="020B0500000000000000" pitchFamily="34" charset="-122"/>
              </a:defRPr>
            </a:lvl1pPr>
          </a:lstStyle>
          <a:p>
            <a:fld id="{E5386DCD-524C-4D6B-849A-07B12901B9AD}" type="slidenum">
              <a:rPr lang="zh-CN" altLang="en-US" smtClean="0"/>
            </a:fld>
            <a:r>
              <a:rPr lang="en-US" altLang="zh-CN"/>
              <a:t>/N</a:t>
            </a:r>
            <a:endParaRPr lang="en-US" altLang="zh-CN"/>
          </a:p>
        </p:txBody>
      </p:sp>
    </p:spTree>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522569" y="2127243"/>
            <a:ext cx="9389882" cy="4227375"/>
          </a:xfrm>
          <a:prstGeom prst="rect">
            <a:avLst/>
          </a:prstGeom>
        </p:spPr>
        <p:txBody>
          <a:bodyPr>
            <a:normAutofit/>
          </a:bodyPr>
          <a:lstStyle>
            <a:lvl1pPr>
              <a:defRPr sz="1600" b="0">
                <a:latin typeface="Arial" panose="020B0604020202020204" pitchFamily="34" charset="0"/>
                <a:cs typeface="Arial" panose="020B0604020202020204" pitchFamily="34" charset="0"/>
              </a:defRPr>
            </a:lvl1pPr>
            <a:lvl2pPr>
              <a:defRPr sz="1600" b="0"/>
            </a:lvl2pPr>
            <a:lvl3pPr>
              <a:defRPr sz="1600" b="0"/>
            </a:lvl3pPr>
          </a:lstStyle>
          <a:p>
            <a:r>
              <a:rPr kumimoji="1" lang="en-US" altLang="zh-CN" sz="1600">
                <a:ea typeface="+mj-ea"/>
                <a:sym typeface="等线" panose="02010600030101010101" charset="-122"/>
              </a:rPr>
              <a:t>Text-font size 12-18</a:t>
            </a:r>
            <a:endParaRPr lang="zh-CN" altLang="en-US"/>
          </a:p>
        </p:txBody>
      </p:sp>
      <p:pic>
        <p:nvPicPr>
          <p:cNvPr id="4" name="图片 3"/>
          <p:cNvPicPr>
            <a:picLocks noChangeAspect="1"/>
          </p:cNvPicPr>
          <p:nvPr userDrawn="1">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sp>
        <p:nvSpPr>
          <p:cNvPr id="6" name="文本框 5"/>
          <p:cNvSpPr txBox="1"/>
          <p:nvPr userDrawn="1"/>
        </p:nvSpPr>
        <p:spPr>
          <a:xfrm>
            <a:off x="11369675" y="6268720"/>
            <a:ext cx="725805" cy="275590"/>
          </a:xfrm>
          <a:prstGeom prst="rect">
            <a:avLst/>
          </a:prstGeom>
          <a:noFill/>
        </p:spPr>
        <p:txBody>
          <a:bodyPr wrap="square" rtlCol="0">
            <a:spAutoFit/>
          </a:bodyPr>
          <a:lstStyle/>
          <a:p>
            <a:fld id="{9A0DB2DC-4C9A-4742-B13C-FB6460FD3503}" type="slidenum">
              <a:rPr lang="en-US" altLang="zh-CN" sz="1200" smtClean="0">
                <a:latin typeface="+mn-ea"/>
              </a:rPr>
            </a:fld>
            <a:r>
              <a:rPr lang="en-US" altLang="zh-CN" sz="1200">
                <a:latin typeface="+mn-ea"/>
              </a:rPr>
              <a:t>/N</a:t>
            </a:r>
            <a:endParaRPr lang="en-US" altLang="zh-CN" sz="1200">
              <a:latin typeface="+mn-ea"/>
            </a:endParaRPr>
          </a:p>
        </p:txBody>
      </p:sp>
    </p:spTree>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64917"/>
            <a:ext cx="7315200" cy="737165"/>
          </a:xfrm>
          <a:prstGeom prst="rect">
            <a:avLst/>
          </a:prstGeom>
        </p:spPr>
        <p:txBody>
          <a:bodyPr/>
          <a:lstStyle/>
          <a:p>
            <a:r>
              <a:rPr lang="zh-CN" altLang="en-US"/>
              <a:t>主标题文本样式</a:t>
            </a:r>
            <a:endParaRPr lang="zh-CN" altLang="en-US"/>
          </a:p>
        </p:txBody>
      </p:sp>
      <p:sp>
        <p:nvSpPr>
          <p:cNvPr id="3" name="内容占位符 2"/>
          <p:cNvSpPr>
            <a:spLocks noGrp="1"/>
          </p:cNvSpPr>
          <p:nvPr>
            <p:ph sz="half" idx="1" hasCustomPrompt="1"/>
          </p:nvPr>
        </p:nvSpPr>
        <p:spPr>
          <a:xfrm>
            <a:off x="838200" y="1825625"/>
            <a:ext cx="5181600" cy="541794"/>
          </a:xfrm>
          <a:prstGeom prst="rect">
            <a:avLst/>
          </a:prstGeom>
        </p:spPr>
        <p:txBody>
          <a:bodyPr/>
          <a:lstStyle/>
          <a:p>
            <a:pPr lvl="0"/>
            <a:r>
              <a:rPr lang="zh-CN" altLang="en-US"/>
              <a:t>副标题文本样式</a:t>
            </a:r>
            <a:endParaRPr lang="zh-CN" altLang="en-US"/>
          </a:p>
        </p:txBody>
      </p:sp>
      <p:sp>
        <p:nvSpPr>
          <p:cNvPr id="4" name="内容占位符 3"/>
          <p:cNvSpPr>
            <a:spLocks noGrp="1"/>
          </p:cNvSpPr>
          <p:nvPr>
            <p:ph sz="half" idx="2" hasCustomPrompt="1"/>
          </p:nvPr>
        </p:nvSpPr>
        <p:spPr>
          <a:xfrm>
            <a:off x="6172200" y="1825625"/>
            <a:ext cx="5181600" cy="4351338"/>
          </a:xfrm>
          <a:prstGeom prst="rect">
            <a:avLst/>
          </a:prstGeom>
        </p:spPr>
        <p:txBody>
          <a:bodyPr>
            <a:normAutofit/>
          </a:bodyPr>
          <a:lstStyle>
            <a:lvl1pPr>
              <a:lnSpc>
                <a:spcPct val="150000"/>
              </a:lnSpc>
              <a:defRPr lang="zh-CN" altLang="zh-CN" sz="1600" smtClean="0">
                <a:effectLst/>
              </a:defRPr>
            </a:lvl1pPr>
          </a:lstStyle>
          <a:p>
            <a:pPr lvl="0"/>
            <a:r>
              <a:rPr lang="zh-CN" altLang="en-US"/>
              <a:t>正文文本样式</a:t>
            </a:r>
            <a:r>
              <a:rPr lang="en-US" altLang="zh-CN"/>
              <a:t>——</a:t>
            </a:r>
            <a:endParaRPr lang="en-US" altLang="zh-CN"/>
          </a:p>
          <a:p>
            <a:pPr lvl="0"/>
            <a:r>
              <a:rPr lang="zh-CN" altLang="en-US"/>
              <a:t>作为全球领先的智能制造及工业互联网整体解决方案服务商，工业富联始终坚持深耕中国、布局全球的生产和经营策略，业务范围覆盖数据全流程，在全球产业链中构建起国内与国外的桥梁，并基于多年来在精益管理、供应链管理、柔性生产方面的经验，实现国内国外双循环，解决国内制造、原材料、销售在外问题，发挥桥梁纽带作用。</a:t>
            </a:r>
            <a:endParaRPr lang="zh-CN" altLang="zh-CN" sz="1050" kern="100">
              <a:effectLst/>
              <a:latin typeface="等线" panose="02010600030101010101" charset="-122"/>
              <a:ea typeface="等线" panose="02010600030101010101" charset="-122"/>
              <a:cs typeface="Times New Roman" panose="02020603050405020304" pitchFamily="18" charset="0"/>
            </a:endParaRP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1137457" y="2303115"/>
            <a:ext cx="5645728" cy="18948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椭圆 2"/>
          <p:cNvSpPr/>
          <p:nvPr userDrawn="1"/>
        </p:nvSpPr>
        <p:spPr>
          <a:xfrm>
            <a:off x="2658110" y="1480345"/>
            <a:ext cx="6715760" cy="3652728"/>
          </a:xfrm>
          <a:prstGeom prst="ellipse">
            <a:avLst/>
          </a:prstGeom>
          <a:gradFill flip="none" rotWithShape="1">
            <a:gsLst>
              <a:gs pos="100000">
                <a:schemeClr val="accent1">
                  <a:lumMod val="75000"/>
                  <a:alpha val="0"/>
                </a:schemeClr>
              </a:gs>
              <a:gs pos="0">
                <a:schemeClr val="accent1">
                  <a:lumMod val="75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userDrawn="1"/>
        </p:nvSpPr>
        <p:spPr>
          <a:xfrm>
            <a:off x="3009065" y="2518616"/>
            <a:ext cx="5830442" cy="1446550"/>
          </a:xfrm>
          <a:prstGeom prst="rect">
            <a:avLst/>
          </a:prstGeom>
          <a:noFill/>
        </p:spPr>
        <p:txBody>
          <a:bodyPr wrap="square" rtlCol="0">
            <a:spAutoFit/>
          </a:bodyPr>
          <a:lstStyle/>
          <a:p>
            <a:r>
              <a:rPr lang="en-US" altLang="zh-CN"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rPr>
              <a:t>Thank you</a:t>
            </a:r>
            <a:endParaRPr lang="zh-CN" altLang="en-US"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endParaRPr>
          </a:p>
        </p:txBody>
      </p:sp>
    </p:spTree>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userDrawn="1">
  <p:cSld name="页码">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486738"/>
            <a:ext cx="9389882" cy="908429"/>
          </a:xfrm>
          <a:prstGeom prst="rect">
            <a:avLst/>
          </a:prstGeom>
        </p:spPr>
        <p:txBody>
          <a:bodyPr/>
          <a:lstStyle>
            <a:lvl1pPr>
              <a:defRPr>
                <a:latin typeface="思源黑体 CN Heavy" panose="020B0A00000000000000" pitchFamily="34" charset="-122"/>
                <a:ea typeface="思源黑体 CN Heavy" panose="020B0A00000000000000" pitchFamily="34" charset="-122"/>
              </a:defRPr>
            </a:lvl1pPr>
          </a:lstStyle>
          <a:p>
            <a:pPr>
              <a:defRPr/>
            </a:pPr>
            <a:r>
              <a:rPr kumimoji="1" lang="zh-CN" altLang="en-US" sz="3600" b="1">
                <a:solidFill>
                  <a:srgbClr val="002F75"/>
                </a:solidFill>
                <a:latin typeface="微软雅黑" panose="020B0503020204020204" pitchFamily="34" charset="-122"/>
                <a:ea typeface="微软雅黑" panose="020B0503020204020204" pitchFamily="34" charset="-122"/>
              </a:rPr>
              <a:t>主标题</a:t>
            </a:r>
            <a:r>
              <a:rPr kumimoji="1" lang="en-US" altLang="zh-CN" sz="3600" b="1">
                <a:solidFill>
                  <a:srgbClr val="002F75"/>
                </a:solidFill>
                <a:latin typeface="微软雅黑" panose="020B0503020204020204" pitchFamily="34" charset="-122"/>
                <a:ea typeface="微软雅黑" panose="020B0503020204020204" pitchFamily="34" charset="-122"/>
              </a:rPr>
              <a:t>-</a:t>
            </a:r>
            <a:r>
              <a:rPr kumimoji="1" lang="zh-CN" altLang="en-US" sz="3600" b="1">
                <a:solidFill>
                  <a:srgbClr val="002F75"/>
                </a:solidFill>
                <a:latin typeface="微软雅黑" panose="020B0503020204020204" pitchFamily="34" charset="-122"/>
                <a:ea typeface="微软雅黑" panose="020B0503020204020204" pitchFamily="34" charset="-122"/>
              </a:rPr>
              <a:t>字号</a:t>
            </a:r>
            <a:r>
              <a:rPr kumimoji="1" lang="en-US" altLang="zh-CN" sz="3600" b="1">
                <a:solidFill>
                  <a:srgbClr val="002F75"/>
                </a:solidFill>
                <a:latin typeface="微软雅黑" panose="020B0503020204020204" pitchFamily="34" charset="-122"/>
                <a:ea typeface="微软雅黑" panose="020B0503020204020204" pitchFamily="34" charset="-122"/>
              </a:rPr>
              <a:t>30-36</a:t>
            </a:r>
            <a:endParaRPr kumimoji="1" lang="zh-TW" altLang="en-US" sz="3600" b="1">
              <a:solidFill>
                <a:srgbClr val="002F75"/>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ph idx="1" hasCustomPrompt="1"/>
          </p:nvPr>
        </p:nvSpPr>
        <p:spPr>
          <a:xfrm>
            <a:off x="838200" y="2127243"/>
            <a:ext cx="9389882" cy="4227375"/>
          </a:xfrm>
          <a:prstGeom prst="rect">
            <a:avLst/>
          </a:prstGeom>
        </p:spPr>
        <p:txBody>
          <a:bodyPr>
            <a:normAutofit/>
          </a:bodyPr>
          <a:lstStyle>
            <a:lvl1pPr>
              <a:defRPr sz="1600" b="0">
                <a:latin typeface="思源黑体 CN Normal" panose="020B0400000000000000" pitchFamily="34" charset="-122"/>
                <a:ea typeface="思源黑体 CN Normal" panose="020B0400000000000000" pitchFamily="34" charset="-122"/>
              </a:defRPr>
            </a:lvl1pPr>
            <a:lvl2pPr>
              <a:defRPr sz="1600" b="0"/>
            </a:lvl2pPr>
            <a:lvl3pPr>
              <a:defRPr sz="1600" b="0"/>
            </a:lvl3pPr>
          </a:lstStyle>
          <a:p>
            <a:r>
              <a:rPr kumimoji="1" lang="zh-CN" altLang="en-US" sz="1600">
                <a:latin typeface="+mj-ea"/>
                <a:ea typeface="+mj-ea"/>
                <a:sym typeface="等线" panose="02010600030101010101" charset="-122"/>
              </a:rPr>
              <a:t>正文内容</a:t>
            </a:r>
            <a:r>
              <a:rPr kumimoji="1" lang="en-US" altLang="zh-CN" sz="1600">
                <a:latin typeface="+mj-ea"/>
                <a:ea typeface="+mj-ea"/>
                <a:sym typeface="等线" panose="02010600030101010101" charset="-122"/>
              </a:rPr>
              <a:t>-</a:t>
            </a:r>
            <a:r>
              <a:rPr kumimoji="1" lang="zh-CN" altLang="en-US" sz="1600">
                <a:latin typeface="+mj-ea"/>
                <a:ea typeface="+mj-ea"/>
                <a:sym typeface="等线" panose="02010600030101010101" charset="-122"/>
              </a:rPr>
              <a:t>字号</a:t>
            </a:r>
            <a:r>
              <a:rPr kumimoji="1" lang="en-US" altLang="zh-CN" sz="1600">
                <a:latin typeface="+mj-ea"/>
                <a:ea typeface="+mj-ea"/>
                <a:sym typeface="等线" panose="02010600030101010101" charset="-122"/>
              </a:rPr>
              <a:t>12-18</a:t>
            </a:r>
            <a:endParaRPr lang="zh-CN" altLang="en-US"/>
          </a:p>
        </p:txBody>
      </p:sp>
      <p:sp>
        <p:nvSpPr>
          <p:cNvPr id="4" name="灯片编号占位符 5"/>
          <p:cNvSpPr>
            <a:spLocks noGrp="1"/>
          </p:cNvSpPr>
          <p:nvPr>
            <p:ph type="sldNum" sz="quarter" idx="12"/>
          </p:nvPr>
        </p:nvSpPr>
        <p:spPr>
          <a:xfrm>
            <a:off x="11314045" y="6318435"/>
            <a:ext cx="740300" cy="365125"/>
          </a:xfrm>
          <a:prstGeom prst="rect">
            <a:avLst/>
          </a:prstGeom>
        </p:spPr>
        <p:txBody>
          <a:bodyPr/>
          <a:lstStyle>
            <a:lvl1pPr algn="r">
              <a:defRPr sz="1200">
                <a:latin typeface="思源黑体 CN Regular" panose="020B0500000000000000" pitchFamily="34" charset="-122"/>
                <a:ea typeface="思源黑体 CN Regular" panose="020B0500000000000000" pitchFamily="34" charset="-122"/>
              </a:defRPr>
            </a:lvl1pPr>
          </a:lstStyle>
          <a:p>
            <a:fld id="{E5386DCD-524C-4D6B-849A-07B12901B9AD}" type="slidenum">
              <a:rPr lang="zh-CN" altLang="en-US" smtClean="0"/>
            </a:fld>
            <a:r>
              <a:rPr lang="en-US" altLang="zh-CN"/>
              <a:t>/N</a:t>
            </a:r>
            <a:endParaRPr lang="en-US" altLang="zh-CN"/>
          </a:p>
        </p:txBody>
      </p:sp>
    </p:spTree>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522569" y="2127243"/>
            <a:ext cx="9389882" cy="4227375"/>
          </a:xfrm>
          <a:prstGeom prst="rect">
            <a:avLst/>
          </a:prstGeom>
        </p:spPr>
        <p:txBody>
          <a:bodyPr>
            <a:normAutofit/>
          </a:bodyPr>
          <a:lstStyle>
            <a:lvl1pPr>
              <a:defRPr sz="1600" b="0">
                <a:latin typeface="Arial" panose="020B0604020202020204" pitchFamily="34" charset="0"/>
                <a:cs typeface="Arial" panose="020B0604020202020204" pitchFamily="34" charset="0"/>
              </a:defRPr>
            </a:lvl1pPr>
            <a:lvl2pPr>
              <a:defRPr sz="1600" b="0"/>
            </a:lvl2pPr>
            <a:lvl3pPr>
              <a:defRPr sz="1600" b="0"/>
            </a:lvl3pPr>
          </a:lstStyle>
          <a:p>
            <a:r>
              <a:rPr kumimoji="1" lang="en-US" altLang="zh-CN" sz="1600">
                <a:ea typeface="+mj-ea"/>
                <a:sym typeface="等线" panose="02010600030101010101" charset="-122"/>
              </a:rPr>
              <a:t>Text-font size 12-18</a:t>
            </a:r>
            <a:endParaRPr lang="zh-CN" altLang="en-US"/>
          </a:p>
        </p:txBody>
      </p:sp>
      <p:pic>
        <p:nvPicPr>
          <p:cNvPr id="4" name="图片 3"/>
          <p:cNvPicPr>
            <a:picLocks noChangeAspect="1"/>
          </p:cNvPicPr>
          <p:nvPr userDrawn="1">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sp>
        <p:nvSpPr>
          <p:cNvPr id="6" name="文本框 5"/>
          <p:cNvSpPr txBox="1"/>
          <p:nvPr userDrawn="1"/>
        </p:nvSpPr>
        <p:spPr>
          <a:xfrm>
            <a:off x="11369675" y="6268720"/>
            <a:ext cx="725805" cy="275590"/>
          </a:xfrm>
          <a:prstGeom prst="rect">
            <a:avLst/>
          </a:prstGeom>
          <a:noFill/>
        </p:spPr>
        <p:txBody>
          <a:bodyPr wrap="square" rtlCol="0">
            <a:spAutoFit/>
          </a:bodyPr>
          <a:lstStyle/>
          <a:p>
            <a:fld id="{9A0DB2DC-4C9A-4742-B13C-FB6460FD3503}" type="slidenum">
              <a:rPr lang="en-US" altLang="zh-CN" sz="1200" smtClean="0">
                <a:latin typeface="+mn-ea"/>
              </a:rPr>
            </a:fld>
            <a:r>
              <a:rPr lang="en-US" altLang="zh-CN" sz="1200">
                <a:latin typeface="+mn-ea"/>
              </a:rPr>
              <a:t>/N</a:t>
            </a:r>
            <a:endParaRPr lang="en-US" altLang="zh-CN" sz="1200">
              <a:latin typeface="+mn-ea"/>
            </a:endParaRPr>
          </a:p>
        </p:txBody>
      </p:sp>
    </p:spTree>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64917"/>
            <a:ext cx="7315200" cy="737165"/>
          </a:xfrm>
          <a:prstGeom prst="rect">
            <a:avLst/>
          </a:prstGeom>
        </p:spPr>
        <p:txBody>
          <a:bodyPr/>
          <a:lstStyle/>
          <a:p>
            <a:r>
              <a:rPr lang="zh-CN" altLang="en-US"/>
              <a:t>主标题文本样式</a:t>
            </a:r>
            <a:endParaRPr lang="zh-CN" altLang="en-US"/>
          </a:p>
        </p:txBody>
      </p:sp>
      <p:sp>
        <p:nvSpPr>
          <p:cNvPr id="3" name="内容占位符 2"/>
          <p:cNvSpPr>
            <a:spLocks noGrp="1"/>
          </p:cNvSpPr>
          <p:nvPr>
            <p:ph sz="half" idx="1" hasCustomPrompt="1"/>
          </p:nvPr>
        </p:nvSpPr>
        <p:spPr>
          <a:xfrm>
            <a:off x="838200" y="1825625"/>
            <a:ext cx="5181600" cy="541794"/>
          </a:xfrm>
          <a:prstGeom prst="rect">
            <a:avLst/>
          </a:prstGeom>
        </p:spPr>
        <p:txBody>
          <a:bodyPr/>
          <a:lstStyle/>
          <a:p>
            <a:pPr lvl="0"/>
            <a:r>
              <a:rPr lang="zh-CN" altLang="en-US"/>
              <a:t>副标题文本样式</a:t>
            </a:r>
            <a:endParaRPr lang="zh-CN" altLang="en-US"/>
          </a:p>
        </p:txBody>
      </p:sp>
      <p:sp>
        <p:nvSpPr>
          <p:cNvPr id="4" name="内容占位符 3"/>
          <p:cNvSpPr>
            <a:spLocks noGrp="1"/>
          </p:cNvSpPr>
          <p:nvPr>
            <p:ph sz="half" idx="2" hasCustomPrompt="1"/>
          </p:nvPr>
        </p:nvSpPr>
        <p:spPr>
          <a:xfrm>
            <a:off x="6172200" y="1825625"/>
            <a:ext cx="5181600" cy="4351338"/>
          </a:xfrm>
          <a:prstGeom prst="rect">
            <a:avLst/>
          </a:prstGeom>
        </p:spPr>
        <p:txBody>
          <a:bodyPr>
            <a:normAutofit/>
          </a:bodyPr>
          <a:lstStyle>
            <a:lvl1pPr>
              <a:lnSpc>
                <a:spcPct val="150000"/>
              </a:lnSpc>
              <a:defRPr lang="zh-CN" altLang="zh-CN" sz="1600" smtClean="0">
                <a:effectLst/>
              </a:defRPr>
            </a:lvl1pPr>
          </a:lstStyle>
          <a:p>
            <a:pPr lvl="0"/>
            <a:r>
              <a:rPr lang="zh-CN" altLang="en-US"/>
              <a:t>正文文本样式</a:t>
            </a:r>
            <a:r>
              <a:rPr lang="en-US" altLang="zh-CN"/>
              <a:t>——</a:t>
            </a:r>
            <a:endParaRPr lang="en-US" altLang="zh-CN"/>
          </a:p>
          <a:p>
            <a:pPr lvl="0"/>
            <a:r>
              <a:rPr lang="zh-CN" altLang="en-US"/>
              <a:t>作为全球领先的智能制造及工业互联网整体解决方案服务商，工业富联始终坚持深耕中国、布局全球的生产和经营策略，业务范围覆盖数据全流程，在全球产业链中构建起国内与国外的桥梁，并基于多年来在精益管理、供应链管理、柔性生产方面的经验，实现国内国外双循环，解决国内制造、原材料、销售在外问题，发挥桥梁纽带作用。</a:t>
            </a:r>
            <a:endParaRPr lang="zh-CN" altLang="zh-CN" sz="1050" kern="100">
              <a:effectLst/>
              <a:latin typeface="等线" panose="02010600030101010101" charset="-122"/>
              <a:ea typeface="等线" panose="02010600030101010101" charset="-122"/>
              <a:cs typeface="Times New Roman" panose="02020603050405020304" pitchFamily="18" charset="0"/>
            </a:endParaRP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1137457" y="2303115"/>
            <a:ext cx="5645728" cy="18948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椭圆 2"/>
          <p:cNvSpPr/>
          <p:nvPr userDrawn="1"/>
        </p:nvSpPr>
        <p:spPr>
          <a:xfrm>
            <a:off x="2658110" y="1480345"/>
            <a:ext cx="6715760" cy="3652728"/>
          </a:xfrm>
          <a:prstGeom prst="ellipse">
            <a:avLst/>
          </a:prstGeom>
          <a:gradFill flip="none" rotWithShape="1">
            <a:gsLst>
              <a:gs pos="100000">
                <a:schemeClr val="accent1">
                  <a:lumMod val="75000"/>
                  <a:alpha val="0"/>
                </a:schemeClr>
              </a:gs>
              <a:gs pos="0">
                <a:schemeClr val="accent1">
                  <a:lumMod val="75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userDrawn="1"/>
        </p:nvSpPr>
        <p:spPr>
          <a:xfrm>
            <a:off x="3009065" y="2518616"/>
            <a:ext cx="5830442" cy="1446550"/>
          </a:xfrm>
          <a:prstGeom prst="rect">
            <a:avLst/>
          </a:prstGeom>
          <a:noFill/>
        </p:spPr>
        <p:txBody>
          <a:bodyPr wrap="square" rtlCol="0">
            <a:spAutoFit/>
          </a:bodyPr>
          <a:lstStyle/>
          <a:p>
            <a:r>
              <a:rPr lang="en-US" altLang="zh-CN"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rPr>
              <a:t>Thank you</a:t>
            </a:r>
            <a:endParaRPr lang="zh-CN" altLang="en-US"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endParaRPr>
          </a:p>
        </p:txBody>
      </p:sp>
    </p:spTree>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userDrawn="1">
  <p:cSld name="页码">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486738"/>
            <a:ext cx="9389882" cy="908429"/>
          </a:xfrm>
          <a:prstGeom prst="rect">
            <a:avLst/>
          </a:prstGeom>
        </p:spPr>
        <p:txBody>
          <a:bodyPr/>
          <a:lstStyle>
            <a:lvl1pPr>
              <a:defRPr>
                <a:latin typeface="思源黑体 CN Heavy" panose="020B0A00000000000000" pitchFamily="34" charset="-122"/>
                <a:ea typeface="思源黑体 CN Heavy" panose="020B0A00000000000000" pitchFamily="34" charset="-122"/>
              </a:defRPr>
            </a:lvl1pPr>
          </a:lstStyle>
          <a:p>
            <a:pPr>
              <a:defRPr/>
            </a:pPr>
            <a:r>
              <a:rPr kumimoji="1" lang="zh-CN" altLang="en-US" sz="3600" b="1">
                <a:solidFill>
                  <a:srgbClr val="002F75"/>
                </a:solidFill>
                <a:latin typeface="微软雅黑" panose="020B0503020204020204" pitchFamily="34" charset="-122"/>
                <a:ea typeface="微软雅黑" panose="020B0503020204020204" pitchFamily="34" charset="-122"/>
              </a:rPr>
              <a:t>主标题</a:t>
            </a:r>
            <a:r>
              <a:rPr kumimoji="1" lang="en-US" altLang="zh-CN" sz="3600" b="1">
                <a:solidFill>
                  <a:srgbClr val="002F75"/>
                </a:solidFill>
                <a:latin typeface="微软雅黑" panose="020B0503020204020204" pitchFamily="34" charset="-122"/>
                <a:ea typeface="微软雅黑" panose="020B0503020204020204" pitchFamily="34" charset="-122"/>
              </a:rPr>
              <a:t>-</a:t>
            </a:r>
            <a:r>
              <a:rPr kumimoji="1" lang="zh-CN" altLang="en-US" sz="3600" b="1">
                <a:solidFill>
                  <a:srgbClr val="002F75"/>
                </a:solidFill>
                <a:latin typeface="微软雅黑" panose="020B0503020204020204" pitchFamily="34" charset="-122"/>
                <a:ea typeface="微软雅黑" panose="020B0503020204020204" pitchFamily="34" charset="-122"/>
              </a:rPr>
              <a:t>字号</a:t>
            </a:r>
            <a:r>
              <a:rPr kumimoji="1" lang="en-US" altLang="zh-CN" sz="3600" b="1">
                <a:solidFill>
                  <a:srgbClr val="002F75"/>
                </a:solidFill>
                <a:latin typeface="微软雅黑" panose="020B0503020204020204" pitchFamily="34" charset="-122"/>
                <a:ea typeface="微软雅黑" panose="020B0503020204020204" pitchFamily="34" charset="-122"/>
              </a:rPr>
              <a:t>30-36</a:t>
            </a:r>
            <a:endParaRPr kumimoji="1" lang="zh-TW" altLang="en-US" sz="3600" b="1">
              <a:solidFill>
                <a:srgbClr val="002F75"/>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ph idx="1" hasCustomPrompt="1"/>
          </p:nvPr>
        </p:nvSpPr>
        <p:spPr>
          <a:xfrm>
            <a:off x="838200" y="2127243"/>
            <a:ext cx="9389882" cy="4227375"/>
          </a:xfrm>
          <a:prstGeom prst="rect">
            <a:avLst/>
          </a:prstGeom>
        </p:spPr>
        <p:txBody>
          <a:bodyPr>
            <a:normAutofit/>
          </a:bodyPr>
          <a:lstStyle>
            <a:lvl1pPr>
              <a:defRPr sz="1600" b="0">
                <a:latin typeface="思源黑体 CN Normal" panose="020B0400000000000000" pitchFamily="34" charset="-122"/>
                <a:ea typeface="思源黑体 CN Normal" panose="020B0400000000000000" pitchFamily="34" charset="-122"/>
              </a:defRPr>
            </a:lvl1pPr>
            <a:lvl2pPr>
              <a:defRPr sz="1600" b="0"/>
            </a:lvl2pPr>
            <a:lvl3pPr>
              <a:defRPr sz="1600" b="0"/>
            </a:lvl3pPr>
          </a:lstStyle>
          <a:p>
            <a:r>
              <a:rPr kumimoji="1" lang="zh-CN" altLang="en-US" sz="1600">
                <a:latin typeface="+mj-ea"/>
                <a:ea typeface="+mj-ea"/>
                <a:sym typeface="等线" panose="02010600030101010101" charset="-122"/>
              </a:rPr>
              <a:t>正文内容</a:t>
            </a:r>
            <a:r>
              <a:rPr kumimoji="1" lang="en-US" altLang="zh-CN" sz="1600">
                <a:latin typeface="+mj-ea"/>
                <a:ea typeface="+mj-ea"/>
                <a:sym typeface="等线" panose="02010600030101010101" charset="-122"/>
              </a:rPr>
              <a:t>-</a:t>
            </a:r>
            <a:r>
              <a:rPr kumimoji="1" lang="zh-CN" altLang="en-US" sz="1600">
                <a:latin typeface="+mj-ea"/>
                <a:ea typeface="+mj-ea"/>
                <a:sym typeface="等线" panose="02010600030101010101" charset="-122"/>
              </a:rPr>
              <a:t>字号</a:t>
            </a:r>
            <a:r>
              <a:rPr kumimoji="1" lang="en-US" altLang="zh-CN" sz="1600">
                <a:latin typeface="+mj-ea"/>
                <a:ea typeface="+mj-ea"/>
                <a:sym typeface="等线" panose="02010600030101010101" charset="-122"/>
              </a:rPr>
              <a:t>12-18</a:t>
            </a:r>
            <a:endParaRPr lang="zh-CN" altLang="en-US"/>
          </a:p>
        </p:txBody>
      </p:sp>
      <p:sp>
        <p:nvSpPr>
          <p:cNvPr id="4" name="灯片编号占位符 5"/>
          <p:cNvSpPr>
            <a:spLocks noGrp="1"/>
          </p:cNvSpPr>
          <p:nvPr>
            <p:ph type="sldNum" sz="quarter" idx="12"/>
          </p:nvPr>
        </p:nvSpPr>
        <p:spPr>
          <a:xfrm>
            <a:off x="11314045" y="6318435"/>
            <a:ext cx="740300" cy="365125"/>
          </a:xfrm>
          <a:prstGeom prst="rect">
            <a:avLst/>
          </a:prstGeom>
        </p:spPr>
        <p:txBody>
          <a:bodyPr/>
          <a:lstStyle>
            <a:lvl1pPr algn="r">
              <a:defRPr sz="1200">
                <a:latin typeface="思源黑体 CN Regular" panose="020B0500000000000000" pitchFamily="34" charset="-122"/>
                <a:ea typeface="思源黑体 CN Regular" panose="020B0500000000000000" pitchFamily="34" charset="-122"/>
              </a:defRPr>
            </a:lvl1pPr>
          </a:lstStyle>
          <a:p>
            <a:fld id="{E5386DCD-524C-4D6B-849A-07B12901B9AD}" type="slidenum">
              <a:rPr lang="zh-CN" altLang="en-US" smtClean="0"/>
            </a:fld>
            <a:r>
              <a:rPr lang="en-US" altLang="zh-CN"/>
              <a:t>/N</a:t>
            </a:r>
            <a:endParaRPr lang="en-US" altLang="zh-CN"/>
          </a:p>
        </p:txBody>
      </p:sp>
    </p:spTree>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522569" y="2127243"/>
            <a:ext cx="9389882" cy="4227375"/>
          </a:xfrm>
          <a:prstGeom prst="rect">
            <a:avLst/>
          </a:prstGeom>
        </p:spPr>
        <p:txBody>
          <a:bodyPr>
            <a:normAutofit/>
          </a:bodyPr>
          <a:lstStyle>
            <a:lvl1pPr>
              <a:defRPr sz="1600" b="0">
                <a:latin typeface="Arial" panose="020B0604020202020204" pitchFamily="34" charset="0"/>
                <a:cs typeface="Arial" panose="020B0604020202020204" pitchFamily="34" charset="0"/>
              </a:defRPr>
            </a:lvl1pPr>
            <a:lvl2pPr>
              <a:defRPr sz="1600" b="0"/>
            </a:lvl2pPr>
            <a:lvl3pPr>
              <a:defRPr sz="1600" b="0"/>
            </a:lvl3pPr>
          </a:lstStyle>
          <a:p>
            <a:r>
              <a:rPr kumimoji="1" lang="en-US" altLang="zh-CN" sz="1600">
                <a:ea typeface="+mj-ea"/>
                <a:sym typeface="等线" panose="02010600030101010101" charset="-122"/>
              </a:rPr>
              <a:t>Text-font size 12-18</a:t>
            </a:r>
            <a:endParaRPr lang="zh-CN" altLang="en-US"/>
          </a:p>
        </p:txBody>
      </p:sp>
      <p:pic>
        <p:nvPicPr>
          <p:cNvPr id="4" name="图片 3"/>
          <p:cNvPicPr>
            <a:picLocks noChangeAspect="1"/>
          </p:cNvPicPr>
          <p:nvPr userDrawn="1">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sp>
        <p:nvSpPr>
          <p:cNvPr id="6" name="文本框 5"/>
          <p:cNvSpPr txBox="1"/>
          <p:nvPr userDrawn="1"/>
        </p:nvSpPr>
        <p:spPr>
          <a:xfrm>
            <a:off x="11369675" y="6268720"/>
            <a:ext cx="725805" cy="275590"/>
          </a:xfrm>
          <a:prstGeom prst="rect">
            <a:avLst/>
          </a:prstGeom>
          <a:noFill/>
        </p:spPr>
        <p:txBody>
          <a:bodyPr wrap="square" rtlCol="0">
            <a:spAutoFit/>
          </a:bodyPr>
          <a:lstStyle/>
          <a:p>
            <a:fld id="{9A0DB2DC-4C9A-4742-B13C-FB6460FD3503}" type="slidenum">
              <a:rPr lang="en-US" altLang="zh-CN" sz="1200" smtClean="0">
                <a:latin typeface="+mn-ea"/>
              </a:rPr>
            </a:fld>
            <a:r>
              <a:rPr lang="en-US" altLang="zh-CN" sz="1200">
                <a:latin typeface="+mn-ea"/>
              </a:rPr>
              <a:t>/N</a:t>
            </a:r>
            <a:endParaRPr lang="en-US" altLang="zh-CN" sz="1200">
              <a:latin typeface="+mn-ea"/>
            </a:endParaRPr>
          </a:p>
        </p:txBody>
      </p:sp>
    </p:spTree>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64917"/>
            <a:ext cx="7315200" cy="737165"/>
          </a:xfrm>
          <a:prstGeom prst="rect">
            <a:avLst/>
          </a:prstGeom>
        </p:spPr>
        <p:txBody>
          <a:bodyPr/>
          <a:lstStyle/>
          <a:p>
            <a:r>
              <a:rPr lang="zh-CN" altLang="en-US"/>
              <a:t>主标题文本样式</a:t>
            </a:r>
            <a:endParaRPr lang="zh-CN" altLang="en-US"/>
          </a:p>
        </p:txBody>
      </p:sp>
      <p:sp>
        <p:nvSpPr>
          <p:cNvPr id="3" name="内容占位符 2"/>
          <p:cNvSpPr>
            <a:spLocks noGrp="1"/>
          </p:cNvSpPr>
          <p:nvPr>
            <p:ph sz="half" idx="1" hasCustomPrompt="1"/>
          </p:nvPr>
        </p:nvSpPr>
        <p:spPr>
          <a:xfrm>
            <a:off x="838200" y="1825625"/>
            <a:ext cx="5181600" cy="541794"/>
          </a:xfrm>
          <a:prstGeom prst="rect">
            <a:avLst/>
          </a:prstGeom>
        </p:spPr>
        <p:txBody>
          <a:bodyPr/>
          <a:lstStyle/>
          <a:p>
            <a:pPr lvl="0"/>
            <a:r>
              <a:rPr lang="zh-CN" altLang="en-US"/>
              <a:t>副标题文本样式</a:t>
            </a:r>
            <a:endParaRPr lang="zh-CN" altLang="en-US"/>
          </a:p>
        </p:txBody>
      </p:sp>
      <p:sp>
        <p:nvSpPr>
          <p:cNvPr id="4" name="内容占位符 3"/>
          <p:cNvSpPr>
            <a:spLocks noGrp="1"/>
          </p:cNvSpPr>
          <p:nvPr>
            <p:ph sz="half" idx="2" hasCustomPrompt="1"/>
          </p:nvPr>
        </p:nvSpPr>
        <p:spPr>
          <a:xfrm>
            <a:off x="6172200" y="1825625"/>
            <a:ext cx="5181600" cy="4351338"/>
          </a:xfrm>
          <a:prstGeom prst="rect">
            <a:avLst/>
          </a:prstGeom>
        </p:spPr>
        <p:txBody>
          <a:bodyPr>
            <a:normAutofit/>
          </a:bodyPr>
          <a:lstStyle>
            <a:lvl1pPr>
              <a:lnSpc>
                <a:spcPct val="150000"/>
              </a:lnSpc>
              <a:defRPr lang="zh-CN" altLang="zh-CN" sz="1600" smtClean="0">
                <a:effectLst/>
              </a:defRPr>
            </a:lvl1pPr>
          </a:lstStyle>
          <a:p>
            <a:pPr lvl="0"/>
            <a:r>
              <a:rPr lang="zh-CN" altLang="en-US"/>
              <a:t>正文文本样式</a:t>
            </a:r>
            <a:r>
              <a:rPr lang="en-US" altLang="zh-CN"/>
              <a:t>——</a:t>
            </a:r>
            <a:endParaRPr lang="en-US" altLang="zh-CN"/>
          </a:p>
          <a:p>
            <a:pPr lvl="0"/>
            <a:r>
              <a:rPr lang="zh-CN" altLang="en-US"/>
              <a:t>作为全球领先的智能制造及工业互联网整体解决方案服务商，工业富联始终坚持深耕中国、布局全球的生产和经营策略，业务范围覆盖数据全流程，在全球产业链中构建起国内与国外的桥梁，并基于多年来在精益管理、供应链管理、柔性生产方面的经验，实现国内国外双循环，解决国内制造、原材料、销售在外问题，发挥桥梁纽带作用。</a:t>
            </a:r>
            <a:endParaRPr lang="zh-CN" altLang="zh-CN" sz="1050" kern="100">
              <a:effectLst/>
              <a:latin typeface="等线" panose="02010600030101010101" charset="-122"/>
              <a:ea typeface="等线" panose="02010600030101010101" charset="-122"/>
              <a:cs typeface="Times New Roman" panose="02020603050405020304" pitchFamily="18" charset="0"/>
            </a:endParaRP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1137457" y="2303115"/>
            <a:ext cx="5645728" cy="18948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椭圆 2"/>
          <p:cNvSpPr/>
          <p:nvPr userDrawn="1"/>
        </p:nvSpPr>
        <p:spPr>
          <a:xfrm>
            <a:off x="2658110" y="1480345"/>
            <a:ext cx="6715760" cy="3652728"/>
          </a:xfrm>
          <a:prstGeom prst="ellipse">
            <a:avLst/>
          </a:prstGeom>
          <a:gradFill flip="none" rotWithShape="1">
            <a:gsLst>
              <a:gs pos="100000">
                <a:schemeClr val="accent1">
                  <a:lumMod val="75000"/>
                  <a:alpha val="0"/>
                </a:schemeClr>
              </a:gs>
              <a:gs pos="0">
                <a:schemeClr val="accent1">
                  <a:lumMod val="75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userDrawn="1"/>
        </p:nvSpPr>
        <p:spPr>
          <a:xfrm>
            <a:off x="3009065" y="2518616"/>
            <a:ext cx="5830442" cy="1446550"/>
          </a:xfrm>
          <a:prstGeom prst="rect">
            <a:avLst/>
          </a:prstGeom>
          <a:noFill/>
        </p:spPr>
        <p:txBody>
          <a:bodyPr wrap="square" rtlCol="0">
            <a:spAutoFit/>
          </a:bodyPr>
          <a:lstStyle/>
          <a:p>
            <a:r>
              <a:rPr lang="en-US" altLang="zh-CN"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rPr>
              <a:t>Thank you</a:t>
            </a:r>
            <a:endParaRPr lang="zh-CN" altLang="en-US"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endParaRPr>
          </a:p>
        </p:txBody>
      </p:sp>
    </p:spTree>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userDrawn="1">
  <p:cSld name="页码">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486738"/>
            <a:ext cx="9389882" cy="908429"/>
          </a:xfrm>
          <a:prstGeom prst="rect">
            <a:avLst/>
          </a:prstGeom>
        </p:spPr>
        <p:txBody>
          <a:bodyPr/>
          <a:lstStyle>
            <a:lvl1pPr>
              <a:defRPr>
                <a:latin typeface="思源黑体 CN Heavy" panose="020B0A00000000000000" pitchFamily="34" charset="-122"/>
                <a:ea typeface="思源黑体 CN Heavy" panose="020B0A00000000000000" pitchFamily="34" charset="-122"/>
              </a:defRPr>
            </a:lvl1pPr>
          </a:lstStyle>
          <a:p>
            <a:pPr>
              <a:defRPr/>
            </a:pPr>
            <a:r>
              <a:rPr kumimoji="1" lang="zh-CN" altLang="en-US" sz="3600" b="1">
                <a:solidFill>
                  <a:srgbClr val="002F75"/>
                </a:solidFill>
                <a:latin typeface="微软雅黑" panose="020B0503020204020204" pitchFamily="34" charset="-122"/>
                <a:ea typeface="微软雅黑" panose="020B0503020204020204" pitchFamily="34" charset="-122"/>
              </a:rPr>
              <a:t>主标题</a:t>
            </a:r>
            <a:r>
              <a:rPr kumimoji="1" lang="en-US" altLang="zh-CN" sz="3600" b="1">
                <a:solidFill>
                  <a:srgbClr val="002F75"/>
                </a:solidFill>
                <a:latin typeface="微软雅黑" panose="020B0503020204020204" pitchFamily="34" charset="-122"/>
                <a:ea typeface="微软雅黑" panose="020B0503020204020204" pitchFamily="34" charset="-122"/>
              </a:rPr>
              <a:t>-</a:t>
            </a:r>
            <a:r>
              <a:rPr kumimoji="1" lang="zh-CN" altLang="en-US" sz="3600" b="1">
                <a:solidFill>
                  <a:srgbClr val="002F75"/>
                </a:solidFill>
                <a:latin typeface="微软雅黑" panose="020B0503020204020204" pitchFamily="34" charset="-122"/>
                <a:ea typeface="微软雅黑" panose="020B0503020204020204" pitchFamily="34" charset="-122"/>
              </a:rPr>
              <a:t>字号</a:t>
            </a:r>
            <a:r>
              <a:rPr kumimoji="1" lang="en-US" altLang="zh-CN" sz="3600" b="1">
                <a:solidFill>
                  <a:srgbClr val="002F75"/>
                </a:solidFill>
                <a:latin typeface="微软雅黑" panose="020B0503020204020204" pitchFamily="34" charset="-122"/>
                <a:ea typeface="微软雅黑" panose="020B0503020204020204" pitchFamily="34" charset="-122"/>
              </a:rPr>
              <a:t>30-36</a:t>
            </a:r>
            <a:endParaRPr kumimoji="1" lang="zh-TW" altLang="en-US" sz="3600" b="1">
              <a:solidFill>
                <a:srgbClr val="002F75"/>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ph idx="1" hasCustomPrompt="1"/>
          </p:nvPr>
        </p:nvSpPr>
        <p:spPr>
          <a:xfrm>
            <a:off x="838200" y="2127243"/>
            <a:ext cx="9389882" cy="4227375"/>
          </a:xfrm>
          <a:prstGeom prst="rect">
            <a:avLst/>
          </a:prstGeom>
        </p:spPr>
        <p:txBody>
          <a:bodyPr>
            <a:normAutofit/>
          </a:bodyPr>
          <a:lstStyle>
            <a:lvl1pPr>
              <a:defRPr sz="1600" b="0">
                <a:latin typeface="思源黑体 CN Normal" panose="020B0400000000000000" pitchFamily="34" charset="-122"/>
                <a:ea typeface="思源黑体 CN Normal" panose="020B0400000000000000" pitchFamily="34" charset="-122"/>
              </a:defRPr>
            </a:lvl1pPr>
            <a:lvl2pPr>
              <a:defRPr sz="1600" b="0"/>
            </a:lvl2pPr>
            <a:lvl3pPr>
              <a:defRPr sz="1600" b="0"/>
            </a:lvl3pPr>
          </a:lstStyle>
          <a:p>
            <a:r>
              <a:rPr kumimoji="1" lang="zh-CN" altLang="en-US" sz="1600">
                <a:latin typeface="+mj-ea"/>
                <a:ea typeface="+mj-ea"/>
                <a:sym typeface="等线" panose="02010600030101010101" charset="-122"/>
              </a:rPr>
              <a:t>正文内容</a:t>
            </a:r>
            <a:r>
              <a:rPr kumimoji="1" lang="en-US" altLang="zh-CN" sz="1600">
                <a:latin typeface="+mj-ea"/>
                <a:ea typeface="+mj-ea"/>
                <a:sym typeface="等线" panose="02010600030101010101" charset="-122"/>
              </a:rPr>
              <a:t>-</a:t>
            </a:r>
            <a:r>
              <a:rPr kumimoji="1" lang="zh-CN" altLang="en-US" sz="1600">
                <a:latin typeface="+mj-ea"/>
                <a:ea typeface="+mj-ea"/>
                <a:sym typeface="等线" panose="02010600030101010101" charset="-122"/>
              </a:rPr>
              <a:t>字号</a:t>
            </a:r>
            <a:r>
              <a:rPr kumimoji="1" lang="en-US" altLang="zh-CN" sz="1600">
                <a:latin typeface="+mj-ea"/>
                <a:ea typeface="+mj-ea"/>
                <a:sym typeface="等线" panose="02010600030101010101" charset="-122"/>
              </a:rPr>
              <a:t>12-18</a:t>
            </a:r>
            <a:endParaRPr lang="zh-CN" altLang="en-US"/>
          </a:p>
        </p:txBody>
      </p:sp>
      <p:sp>
        <p:nvSpPr>
          <p:cNvPr id="4" name="灯片编号占位符 5"/>
          <p:cNvSpPr>
            <a:spLocks noGrp="1"/>
          </p:cNvSpPr>
          <p:nvPr>
            <p:ph type="sldNum" sz="quarter" idx="12"/>
          </p:nvPr>
        </p:nvSpPr>
        <p:spPr>
          <a:xfrm>
            <a:off x="11314045" y="6318435"/>
            <a:ext cx="740300" cy="365125"/>
          </a:xfrm>
          <a:prstGeom prst="rect">
            <a:avLst/>
          </a:prstGeom>
        </p:spPr>
        <p:txBody>
          <a:bodyPr/>
          <a:lstStyle>
            <a:lvl1pPr algn="r">
              <a:defRPr sz="1200">
                <a:latin typeface="思源黑体 CN Regular" panose="020B0500000000000000" pitchFamily="34" charset="-122"/>
                <a:ea typeface="思源黑体 CN Regular" panose="020B0500000000000000" pitchFamily="34" charset="-122"/>
              </a:defRPr>
            </a:lvl1pPr>
          </a:lstStyle>
          <a:p>
            <a:fld id="{E5386DCD-524C-4D6B-849A-07B12901B9AD}" type="slidenum">
              <a:rPr lang="zh-CN" altLang="en-US" smtClean="0"/>
            </a:fld>
            <a:r>
              <a:rPr lang="en-US" altLang="zh-CN"/>
              <a:t>/N</a:t>
            </a:r>
            <a:endParaRPr lang="en-US" altLang="zh-CN"/>
          </a:p>
        </p:txBody>
      </p:sp>
    </p:spTree>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522569" y="2127243"/>
            <a:ext cx="9389882" cy="4227375"/>
          </a:xfrm>
          <a:prstGeom prst="rect">
            <a:avLst/>
          </a:prstGeom>
        </p:spPr>
        <p:txBody>
          <a:bodyPr>
            <a:normAutofit/>
          </a:bodyPr>
          <a:lstStyle>
            <a:lvl1pPr>
              <a:defRPr sz="1600" b="0">
                <a:latin typeface="Arial" panose="020B0604020202020204" pitchFamily="34" charset="0"/>
                <a:cs typeface="Arial" panose="020B0604020202020204" pitchFamily="34" charset="0"/>
              </a:defRPr>
            </a:lvl1pPr>
            <a:lvl2pPr>
              <a:defRPr sz="1600" b="0"/>
            </a:lvl2pPr>
            <a:lvl3pPr>
              <a:defRPr sz="1600" b="0"/>
            </a:lvl3pPr>
          </a:lstStyle>
          <a:p>
            <a:r>
              <a:rPr kumimoji="1" lang="en-US" altLang="zh-CN" sz="1600">
                <a:ea typeface="+mj-ea"/>
                <a:sym typeface="等线" panose="02010600030101010101" charset="-122"/>
              </a:rPr>
              <a:t>Text-font size 12-18</a:t>
            </a:r>
            <a:endParaRPr lang="zh-CN" altLang="en-US"/>
          </a:p>
        </p:txBody>
      </p:sp>
      <p:pic>
        <p:nvPicPr>
          <p:cNvPr id="4" name="图片 3"/>
          <p:cNvPicPr>
            <a:picLocks noChangeAspect="1"/>
          </p:cNvPicPr>
          <p:nvPr userDrawn="1">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sp>
        <p:nvSpPr>
          <p:cNvPr id="6" name="文本框 5"/>
          <p:cNvSpPr txBox="1"/>
          <p:nvPr userDrawn="1"/>
        </p:nvSpPr>
        <p:spPr>
          <a:xfrm>
            <a:off x="11369675" y="6268720"/>
            <a:ext cx="725805" cy="275590"/>
          </a:xfrm>
          <a:prstGeom prst="rect">
            <a:avLst/>
          </a:prstGeom>
          <a:noFill/>
        </p:spPr>
        <p:txBody>
          <a:bodyPr wrap="square" rtlCol="0">
            <a:spAutoFit/>
          </a:bodyPr>
          <a:lstStyle/>
          <a:p>
            <a:fld id="{9A0DB2DC-4C9A-4742-B13C-FB6460FD3503}" type="slidenum">
              <a:rPr lang="en-US" altLang="zh-CN" sz="1200" smtClean="0">
                <a:latin typeface="+mn-ea"/>
              </a:rPr>
            </a:fld>
            <a:r>
              <a:rPr lang="en-US" altLang="zh-CN" sz="1200">
                <a:latin typeface="+mn-ea"/>
              </a:rPr>
              <a:t>/N</a:t>
            </a:r>
            <a:endParaRPr lang="en-US" altLang="zh-CN" sz="1200">
              <a:latin typeface="+mn-ea"/>
            </a:endParaRPr>
          </a:p>
        </p:txBody>
      </p:sp>
    </p:spTree>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64917"/>
            <a:ext cx="7315200" cy="737165"/>
          </a:xfrm>
          <a:prstGeom prst="rect">
            <a:avLst/>
          </a:prstGeom>
        </p:spPr>
        <p:txBody>
          <a:bodyPr/>
          <a:lstStyle/>
          <a:p>
            <a:r>
              <a:rPr lang="zh-CN" altLang="en-US"/>
              <a:t>主标题文本样式</a:t>
            </a:r>
            <a:endParaRPr lang="zh-CN" altLang="en-US"/>
          </a:p>
        </p:txBody>
      </p:sp>
      <p:sp>
        <p:nvSpPr>
          <p:cNvPr id="3" name="内容占位符 2"/>
          <p:cNvSpPr>
            <a:spLocks noGrp="1"/>
          </p:cNvSpPr>
          <p:nvPr>
            <p:ph sz="half" idx="1" hasCustomPrompt="1"/>
          </p:nvPr>
        </p:nvSpPr>
        <p:spPr>
          <a:xfrm>
            <a:off x="838200" y="1825625"/>
            <a:ext cx="5181600" cy="541794"/>
          </a:xfrm>
          <a:prstGeom prst="rect">
            <a:avLst/>
          </a:prstGeom>
        </p:spPr>
        <p:txBody>
          <a:bodyPr/>
          <a:lstStyle/>
          <a:p>
            <a:pPr lvl="0"/>
            <a:r>
              <a:rPr lang="zh-CN" altLang="en-US"/>
              <a:t>副标题文本样式</a:t>
            </a:r>
            <a:endParaRPr lang="zh-CN" altLang="en-US"/>
          </a:p>
        </p:txBody>
      </p:sp>
      <p:sp>
        <p:nvSpPr>
          <p:cNvPr id="4" name="内容占位符 3"/>
          <p:cNvSpPr>
            <a:spLocks noGrp="1"/>
          </p:cNvSpPr>
          <p:nvPr>
            <p:ph sz="half" idx="2" hasCustomPrompt="1"/>
          </p:nvPr>
        </p:nvSpPr>
        <p:spPr>
          <a:xfrm>
            <a:off x="6172200" y="1825625"/>
            <a:ext cx="5181600" cy="4351338"/>
          </a:xfrm>
          <a:prstGeom prst="rect">
            <a:avLst/>
          </a:prstGeom>
        </p:spPr>
        <p:txBody>
          <a:bodyPr>
            <a:normAutofit/>
          </a:bodyPr>
          <a:lstStyle>
            <a:lvl1pPr>
              <a:lnSpc>
                <a:spcPct val="150000"/>
              </a:lnSpc>
              <a:defRPr lang="zh-CN" altLang="zh-CN" sz="1600" smtClean="0">
                <a:effectLst/>
              </a:defRPr>
            </a:lvl1pPr>
          </a:lstStyle>
          <a:p>
            <a:pPr lvl="0"/>
            <a:r>
              <a:rPr lang="zh-CN" altLang="en-US"/>
              <a:t>正文文本样式</a:t>
            </a:r>
            <a:r>
              <a:rPr lang="en-US" altLang="zh-CN"/>
              <a:t>——</a:t>
            </a:r>
            <a:endParaRPr lang="en-US" altLang="zh-CN"/>
          </a:p>
          <a:p>
            <a:pPr lvl="0"/>
            <a:r>
              <a:rPr lang="zh-CN" altLang="en-US"/>
              <a:t>作为全球领先的智能制造及工业互联网整体解决方案服务商，工业富联始终坚持深耕中国、布局全球的生产和经营策略，业务范围覆盖数据全流程，在全球产业链中构建起国内与国外的桥梁，并基于多年来在精益管理、供应链管理、柔性生产方面的经验，实现国内国外双循环，解决国内制造、原材料、销售在外问题，发挥桥梁纽带作用。</a:t>
            </a:r>
            <a:endParaRPr lang="zh-CN" altLang="zh-CN" sz="1050" kern="100">
              <a:effectLst/>
              <a:latin typeface="等线" panose="02010600030101010101" charset="-122"/>
              <a:ea typeface="等线" panose="02010600030101010101" charset="-122"/>
              <a:cs typeface="Times New Roman" panose="02020603050405020304" pitchFamily="18" charset="0"/>
            </a:endParaRPr>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1137457" y="2303115"/>
            <a:ext cx="5645728" cy="1894812"/>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5386DCD-524C-4D6B-849A-07B12901B9AD}" type="slidenum">
              <a:rPr lang="zh-CN" altLang="en-US" smtClean="0"/>
            </a:fld>
            <a:endParaRPr lang="zh-CN" altLang="en-US"/>
          </a:p>
        </p:txBody>
      </p:sp>
    </p:spTree>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137457" y="313068"/>
            <a:ext cx="5645728" cy="737165"/>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椭圆 2"/>
          <p:cNvSpPr/>
          <p:nvPr userDrawn="1"/>
        </p:nvSpPr>
        <p:spPr>
          <a:xfrm>
            <a:off x="2658110" y="1480345"/>
            <a:ext cx="6715760" cy="3652728"/>
          </a:xfrm>
          <a:prstGeom prst="ellipse">
            <a:avLst/>
          </a:prstGeom>
          <a:gradFill flip="none" rotWithShape="1">
            <a:gsLst>
              <a:gs pos="100000">
                <a:schemeClr val="accent1">
                  <a:lumMod val="75000"/>
                  <a:alpha val="0"/>
                </a:schemeClr>
              </a:gs>
              <a:gs pos="0">
                <a:schemeClr val="accent1">
                  <a:lumMod val="75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userDrawn="1"/>
        </p:nvSpPr>
        <p:spPr>
          <a:xfrm>
            <a:off x="3009065" y="2518616"/>
            <a:ext cx="5830442" cy="1446550"/>
          </a:xfrm>
          <a:prstGeom prst="rect">
            <a:avLst/>
          </a:prstGeom>
          <a:noFill/>
        </p:spPr>
        <p:txBody>
          <a:bodyPr wrap="square" rtlCol="0">
            <a:spAutoFit/>
          </a:bodyPr>
          <a:lstStyle/>
          <a:p>
            <a:r>
              <a:rPr lang="en-US" altLang="zh-CN"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rPr>
              <a:t>Thank you</a:t>
            </a:r>
            <a:endParaRPr lang="zh-CN" altLang="en-US" sz="8800" b="1">
              <a:solidFill>
                <a:schemeClr val="bg1"/>
              </a:solidFill>
              <a:effectLst>
                <a:outerShdw blurRad="38100" dist="38100" dir="2700000" algn="tl">
                  <a:srgbClr val="000000">
                    <a:alpha val="43137"/>
                  </a:srgbClr>
                </a:outerShdw>
              </a:effectLst>
              <a:latin typeface="Arial" panose="020B0604020202020204" pitchFamily="34" charset="0"/>
              <a:ea typeface="思源黑体 CN Heavy" panose="020B0A00000000000000" pitchFamily="34" charset="-122"/>
              <a:cs typeface="Arial" panose="020B0604020202020204" pitchFamily="34" charset="0"/>
            </a:endParaRPr>
          </a:p>
        </p:txBody>
      </p:sp>
    </p:spTree>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userDrawn="1">
  <p:cSld name="页码">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486738"/>
            <a:ext cx="9389882" cy="908429"/>
          </a:xfrm>
          <a:prstGeom prst="rect">
            <a:avLst/>
          </a:prstGeom>
        </p:spPr>
        <p:txBody>
          <a:bodyPr/>
          <a:lstStyle>
            <a:lvl1pPr>
              <a:defRPr>
                <a:latin typeface="思源黑体 CN Heavy" panose="020B0A00000000000000" pitchFamily="34" charset="-122"/>
                <a:ea typeface="思源黑体 CN Heavy" panose="020B0A00000000000000" pitchFamily="34" charset="-122"/>
              </a:defRPr>
            </a:lvl1pPr>
          </a:lstStyle>
          <a:p>
            <a:pPr>
              <a:defRPr/>
            </a:pPr>
            <a:r>
              <a:rPr kumimoji="1" lang="zh-CN" altLang="en-US" sz="3600" b="1">
                <a:solidFill>
                  <a:srgbClr val="002F75"/>
                </a:solidFill>
                <a:latin typeface="微软雅黑" panose="020B0503020204020204" pitchFamily="34" charset="-122"/>
                <a:ea typeface="微软雅黑" panose="020B0503020204020204" pitchFamily="34" charset="-122"/>
              </a:rPr>
              <a:t>主标题</a:t>
            </a:r>
            <a:r>
              <a:rPr kumimoji="1" lang="en-US" altLang="zh-CN" sz="3600" b="1">
                <a:solidFill>
                  <a:srgbClr val="002F75"/>
                </a:solidFill>
                <a:latin typeface="微软雅黑" panose="020B0503020204020204" pitchFamily="34" charset="-122"/>
                <a:ea typeface="微软雅黑" panose="020B0503020204020204" pitchFamily="34" charset="-122"/>
              </a:rPr>
              <a:t>-</a:t>
            </a:r>
            <a:r>
              <a:rPr kumimoji="1" lang="zh-CN" altLang="en-US" sz="3600" b="1">
                <a:solidFill>
                  <a:srgbClr val="002F75"/>
                </a:solidFill>
                <a:latin typeface="微软雅黑" panose="020B0503020204020204" pitchFamily="34" charset="-122"/>
                <a:ea typeface="微软雅黑" panose="020B0503020204020204" pitchFamily="34" charset="-122"/>
              </a:rPr>
              <a:t>字号</a:t>
            </a:r>
            <a:r>
              <a:rPr kumimoji="1" lang="en-US" altLang="zh-CN" sz="3600" b="1">
                <a:solidFill>
                  <a:srgbClr val="002F75"/>
                </a:solidFill>
                <a:latin typeface="微软雅黑" panose="020B0503020204020204" pitchFamily="34" charset="-122"/>
                <a:ea typeface="微软雅黑" panose="020B0503020204020204" pitchFamily="34" charset="-122"/>
              </a:rPr>
              <a:t>30-36</a:t>
            </a:r>
            <a:endParaRPr kumimoji="1" lang="zh-TW" altLang="en-US" sz="3600" b="1">
              <a:solidFill>
                <a:srgbClr val="002F75"/>
              </a:solidFill>
              <a:latin typeface="微软雅黑" panose="020B0503020204020204" pitchFamily="34" charset="-122"/>
              <a:ea typeface="微软雅黑" panose="020B0503020204020204" pitchFamily="34" charset="-122"/>
            </a:endParaRPr>
          </a:p>
        </p:txBody>
      </p:sp>
      <p:sp>
        <p:nvSpPr>
          <p:cNvPr id="3" name="内容占位符 2"/>
          <p:cNvSpPr>
            <a:spLocks noGrp="1"/>
          </p:cNvSpPr>
          <p:nvPr>
            <p:ph idx="1" hasCustomPrompt="1"/>
          </p:nvPr>
        </p:nvSpPr>
        <p:spPr>
          <a:xfrm>
            <a:off x="838200" y="2127243"/>
            <a:ext cx="9389882" cy="4227375"/>
          </a:xfrm>
          <a:prstGeom prst="rect">
            <a:avLst/>
          </a:prstGeom>
        </p:spPr>
        <p:txBody>
          <a:bodyPr>
            <a:normAutofit/>
          </a:bodyPr>
          <a:lstStyle>
            <a:lvl1pPr>
              <a:defRPr sz="1600" b="0">
                <a:latin typeface="思源黑体 CN Normal" panose="020B0400000000000000" pitchFamily="34" charset="-122"/>
                <a:ea typeface="思源黑体 CN Normal" panose="020B0400000000000000" pitchFamily="34" charset="-122"/>
              </a:defRPr>
            </a:lvl1pPr>
            <a:lvl2pPr>
              <a:defRPr sz="1600" b="0"/>
            </a:lvl2pPr>
            <a:lvl3pPr>
              <a:defRPr sz="1600" b="0"/>
            </a:lvl3pPr>
          </a:lstStyle>
          <a:p>
            <a:r>
              <a:rPr kumimoji="1" lang="zh-CN" altLang="en-US" sz="1600">
                <a:latin typeface="+mj-ea"/>
                <a:ea typeface="+mj-ea"/>
                <a:sym typeface="等线" panose="02010600030101010101" charset="-122"/>
              </a:rPr>
              <a:t>正文内容</a:t>
            </a:r>
            <a:r>
              <a:rPr kumimoji="1" lang="en-US" altLang="zh-CN" sz="1600">
                <a:latin typeface="+mj-ea"/>
                <a:ea typeface="+mj-ea"/>
                <a:sym typeface="等线" panose="02010600030101010101" charset="-122"/>
              </a:rPr>
              <a:t>-</a:t>
            </a:r>
            <a:r>
              <a:rPr kumimoji="1" lang="zh-CN" altLang="en-US" sz="1600">
                <a:latin typeface="+mj-ea"/>
                <a:ea typeface="+mj-ea"/>
                <a:sym typeface="等线" panose="02010600030101010101" charset="-122"/>
              </a:rPr>
              <a:t>字号</a:t>
            </a:r>
            <a:r>
              <a:rPr kumimoji="1" lang="en-US" altLang="zh-CN" sz="1600">
                <a:latin typeface="+mj-ea"/>
                <a:ea typeface="+mj-ea"/>
                <a:sym typeface="等线" panose="02010600030101010101" charset="-122"/>
              </a:rPr>
              <a:t>12-18</a:t>
            </a:r>
            <a:endParaRPr lang="zh-CN" altLang="en-US"/>
          </a:p>
        </p:txBody>
      </p:sp>
      <p:sp>
        <p:nvSpPr>
          <p:cNvPr id="4" name="灯片编号占位符 5"/>
          <p:cNvSpPr>
            <a:spLocks noGrp="1"/>
          </p:cNvSpPr>
          <p:nvPr>
            <p:ph type="sldNum" sz="quarter" idx="12"/>
          </p:nvPr>
        </p:nvSpPr>
        <p:spPr>
          <a:xfrm>
            <a:off x="11314045" y="6318435"/>
            <a:ext cx="740300" cy="365125"/>
          </a:xfrm>
          <a:prstGeom prst="rect">
            <a:avLst/>
          </a:prstGeom>
        </p:spPr>
        <p:txBody>
          <a:bodyPr/>
          <a:lstStyle>
            <a:lvl1pPr algn="r">
              <a:defRPr sz="1200">
                <a:latin typeface="思源黑体 CN Regular" panose="020B0500000000000000" pitchFamily="34" charset="-122"/>
                <a:ea typeface="思源黑体 CN Regular" panose="020B0500000000000000" pitchFamily="34" charset="-122"/>
              </a:defRPr>
            </a:lvl1pPr>
          </a:lstStyle>
          <a:p>
            <a:fld id="{E5386DCD-524C-4D6B-849A-07B12901B9AD}" type="slidenum">
              <a:rPr lang="zh-CN" altLang="en-US" smtClean="0"/>
            </a:fld>
            <a:r>
              <a:rPr lang="en-US" altLang="zh-CN"/>
              <a:t>/N</a:t>
            </a:r>
            <a:endParaRPr lang="en-US" altLang="zh-CN"/>
          </a:p>
        </p:txBody>
      </p:sp>
    </p:spTree>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image" Target="../media/image1.png"/><Relationship Id="rId17" Type="http://schemas.openxmlformats.org/officeDocument/2006/relationships/tags" Target="../tags/tag2.xml"/><Relationship Id="rId16" Type="http://schemas.openxmlformats.org/officeDocument/2006/relationships/image" Target="../media/image2.png"/><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slideLayout" Target="../slideLayouts/slideLayout23.xml"/><Relationship Id="rId7" Type="http://schemas.openxmlformats.org/officeDocument/2006/relationships/slideLayout" Target="../slideLayouts/slideLayout22.xml"/><Relationship Id="rId6" Type="http://schemas.openxmlformats.org/officeDocument/2006/relationships/slideLayout" Target="../slideLayouts/slideLayout21.xml"/><Relationship Id="rId5" Type="http://schemas.openxmlformats.org/officeDocument/2006/relationships/slideLayout" Target="../slideLayouts/slideLayout20.xml"/><Relationship Id="rId4" Type="http://schemas.openxmlformats.org/officeDocument/2006/relationships/slideLayout" Target="../slideLayouts/slideLayout19.xml"/><Relationship Id="rId3" Type="http://schemas.openxmlformats.org/officeDocument/2006/relationships/slideLayout" Target="../slideLayouts/slideLayout18.xml"/><Relationship Id="rId2" Type="http://schemas.openxmlformats.org/officeDocument/2006/relationships/slideLayout" Target="../slideLayouts/slideLayout17.xml"/><Relationship Id="rId19" Type="http://schemas.openxmlformats.org/officeDocument/2006/relationships/theme" Target="../theme/theme2.xml"/><Relationship Id="rId18" Type="http://schemas.openxmlformats.org/officeDocument/2006/relationships/image" Target="../media/image1.png"/><Relationship Id="rId17" Type="http://schemas.openxmlformats.org/officeDocument/2006/relationships/tags" Target="../tags/tag4.xml"/><Relationship Id="rId16" Type="http://schemas.openxmlformats.org/officeDocument/2006/relationships/image" Target="../media/image2.png"/><Relationship Id="rId15" Type="http://schemas.openxmlformats.org/officeDocument/2006/relationships/slideLayout" Target="../slideLayouts/slideLayout30.xml"/><Relationship Id="rId14" Type="http://schemas.openxmlformats.org/officeDocument/2006/relationships/slideLayout" Target="../slideLayouts/slideLayout29.xml"/><Relationship Id="rId13" Type="http://schemas.openxmlformats.org/officeDocument/2006/relationships/slideLayout" Target="../slideLayouts/slideLayout28.xml"/><Relationship Id="rId12" Type="http://schemas.openxmlformats.org/officeDocument/2006/relationships/slideLayout" Target="../slideLayouts/slideLayout27.xml"/><Relationship Id="rId11" Type="http://schemas.openxmlformats.org/officeDocument/2006/relationships/slideLayout" Target="../slideLayouts/slideLayout26.xml"/><Relationship Id="rId10" Type="http://schemas.openxmlformats.org/officeDocument/2006/relationships/slideLayout" Target="../slideLayouts/slideLayout25.xml"/><Relationship Id="rId1"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9.xml"/><Relationship Id="rId8" Type="http://schemas.openxmlformats.org/officeDocument/2006/relationships/slideLayout" Target="../slideLayouts/slideLayout38.xml"/><Relationship Id="rId7" Type="http://schemas.openxmlformats.org/officeDocument/2006/relationships/slideLayout" Target="../slideLayouts/slideLayout37.xml"/><Relationship Id="rId6" Type="http://schemas.openxmlformats.org/officeDocument/2006/relationships/slideLayout" Target="../slideLayouts/slideLayout36.xml"/><Relationship Id="rId5" Type="http://schemas.openxmlformats.org/officeDocument/2006/relationships/slideLayout" Target="../slideLayouts/slideLayout35.xml"/><Relationship Id="rId4" Type="http://schemas.openxmlformats.org/officeDocument/2006/relationships/slideLayout" Target="../slideLayouts/slideLayout34.xml"/><Relationship Id="rId3" Type="http://schemas.openxmlformats.org/officeDocument/2006/relationships/slideLayout" Target="../slideLayouts/slideLayout33.xml"/><Relationship Id="rId2" Type="http://schemas.openxmlformats.org/officeDocument/2006/relationships/slideLayout" Target="../slideLayouts/slideLayout32.xml"/><Relationship Id="rId19" Type="http://schemas.openxmlformats.org/officeDocument/2006/relationships/theme" Target="../theme/theme3.xml"/><Relationship Id="rId18" Type="http://schemas.openxmlformats.org/officeDocument/2006/relationships/image" Target="../media/image1.png"/><Relationship Id="rId17" Type="http://schemas.openxmlformats.org/officeDocument/2006/relationships/tags" Target="../tags/tag6.xml"/><Relationship Id="rId16" Type="http://schemas.openxmlformats.org/officeDocument/2006/relationships/image" Target="../media/image2.png"/><Relationship Id="rId15" Type="http://schemas.openxmlformats.org/officeDocument/2006/relationships/slideLayout" Target="../slideLayouts/slideLayout45.xml"/><Relationship Id="rId14" Type="http://schemas.openxmlformats.org/officeDocument/2006/relationships/slideLayout" Target="../slideLayouts/slideLayout44.xml"/><Relationship Id="rId13" Type="http://schemas.openxmlformats.org/officeDocument/2006/relationships/slideLayout" Target="../slideLayouts/slideLayout43.xml"/><Relationship Id="rId12" Type="http://schemas.openxmlformats.org/officeDocument/2006/relationships/slideLayout" Target="../slideLayouts/slideLayout42.xml"/><Relationship Id="rId11" Type="http://schemas.openxmlformats.org/officeDocument/2006/relationships/slideLayout" Target="../slideLayouts/slideLayout41.xml"/><Relationship Id="rId10" Type="http://schemas.openxmlformats.org/officeDocument/2006/relationships/slideLayout" Target="../slideLayouts/slideLayout40.xml"/><Relationship Id="rId1"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54.xml"/><Relationship Id="rId8" Type="http://schemas.openxmlformats.org/officeDocument/2006/relationships/slideLayout" Target="../slideLayouts/slideLayout53.xml"/><Relationship Id="rId7" Type="http://schemas.openxmlformats.org/officeDocument/2006/relationships/slideLayout" Target="../slideLayouts/slideLayout52.xml"/><Relationship Id="rId6" Type="http://schemas.openxmlformats.org/officeDocument/2006/relationships/slideLayout" Target="../slideLayouts/slideLayout51.xml"/><Relationship Id="rId5" Type="http://schemas.openxmlformats.org/officeDocument/2006/relationships/slideLayout" Target="../slideLayouts/slideLayout50.xml"/><Relationship Id="rId4" Type="http://schemas.openxmlformats.org/officeDocument/2006/relationships/slideLayout" Target="../slideLayouts/slideLayout49.xml"/><Relationship Id="rId3" Type="http://schemas.openxmlformats.org/officeDocument/2006/relationships/slideLayout" Target="../slideLayouts/slideLayout48.xml"/><Relationship Id="rId2" Type="http://schemas.openxmlformats.org/officeDocument/2006/relationships/slideLayout" Target="../slideLayouts/slideLayout47.xml"/><Relationship Id="rId19" Type="http://schemas.openxmlformats.org/officeDocument/2006/relationships/theme" Target="../theme/theme4.xml"/><Relationship Id="rId18" Type="http://schemas.openxmlformats.org/officeDocument/2006/relationships/image" Target="../media/image1.png"/><Relationship Id="rId17" Type="http://schemas.openxmlformats.org/officeDocument/2006/relationships/tags" Target="../tags/tag8.xml"/><Relationship Id="rId16" Type="http://schemas.openxmlformats.org/officeDocument/2006/relationships/image" Target="../media/image2.png"/><Relationship Id="rId15" Type="http://schemas.openxmlformats.org/officeDocument/2006/relationships/slideLayout" Target="../slideLayouts/slideLayout60.xml"/><Relationship Id="rId14" Type="http://schemas.openxmlformats.org/officeDocument/2006/relationships/slideLayout" Target="../slideLayouts/slideLayout59.xml"/><Relationship Id="rId13" Type="http://schemas.openxmlformats.org/officeDocument/2006/relationships/slideLayout" Target="../slideLayouts/slideLayout58.xml"/><Relationship Id="rId12" Type="http://schemas.openxmlformats.org/officeDocument/2006/relationships/slideLayout" Target="../slideLayouts/slideLayout57.xml"/><Relationship Id="rId11" Type="http://schemas.openxmlformats.org/officeDocument/2006/relationships/slideLayout" Target="../slideLayouts/slideLayout56.xml"/><Relationship Id="rId10" Type="http://schemas.openxmlformats.org/officeDocument/2006/relationships/slideLayout" Target="../slideLayouts/slideLayout55.xml"/><Relationship Id="rId1" Type="http://schemas.openxmlformats.org/officeDocument/2006/relationships/slideLayout" Target="../slideLayouts/slideLayout46.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69.xml"/><Relationship Id="rId8" Type="http://schemas.openxmlformats.org/officeDocument/2006/relationships/slideLayout" Target="../slideLayouts/slideLayout68.xml"/><Relationship Id="rId7" Type="http://schemas.openxmlformats.org/officeDocument/2006/relationships/slideLayout" Target="../slideLayouts/slideLayout67.xml"/><Relationship Id="rId6" Type="http://schemas.openxmlformats.org/officeDocument/2006/relationships/slideLayout" Target="../slideLayouts/slideLayout66.xml"/><Relationship Id="rId5" Type="http://schemas.openxmlformats.org/officeDocument/2006/relationships/slideLayout" Target="../slideLayouts/slideLayout65.xml"/><Relationship Id="rId4" Type="http://schemas.openxmlformats.org/officeDocument/2006/relationships/slideLayout" Target="../slideLayouts/slideLayout64.xml"/><Relationship Id="rId3" Type="http://schemas.openxmlformats.org/officeDocument/2006/relationships/slideLayout" Target="../slideLayouts/slideLayout63.xml"/><Relationship Id="rId2" Type="http://schemas.openxmlformats.org/officeDocument/2006/relationships/slideLayout" Target="../slideLayouts/slideLayout62.xml"/><Relationship Id="rId19" Type="http://schemas.openxmlformats.org/officeDocument/2006/relationships/theme" Target="../theme/theme5.xml"/><Relationship Id="rId18" Type="http://schemas.openxmlformats.org/officeDocument/2006/relationships/image" Target="../media/image1.png"/><Relationship Id="rId17" Type="http://schemas.openxmlformats.org/officeDocument/2006/relationships/tags" Target="../tags/tag10.xml"/><Relationship Id="rId16" Type="http://schemas.openxmlformats.org/officeDocument/2006/relationships/image" Target="../media/image2.png"/><Relationship Id="rId15" Type="http://schemas.openxmlformats.org/officeDocument/2006/relationships/slideLayout" Target="../slideLayouts/slideLayout75.xml"/><Relationship Id="rId14" Type="http://schemas.openxmlformats.org/officeDocument/2006/relationships/slideLayout" Target="../slideLayouts/slideLayout74.xml"/><Relationship Id="rId13" Type="http://schemas.openxmlformats.org/officeDocument/2006/relationships/slideLayout" Target="../slideLayouts/slideLayout73.xml"/><Relationship Id="rId12" Type="http://schemas.openxmlformats.org/officeDocument/2006/relationships/slideLayout" Target="../slideLayouts/slideLayout72.xml"/><Relationship Id="rId11" Type="http://schemas.openxmlformats.org/officeDocument/2006/relationships/slideLayout" Target="../slideLayouts/slideLayout71.xml"/><Relationship Id="rId10" Type="http://schemas.openxmlformats.org/officeDocument/2006/relationships/slideLayout" Target="../slideLayouts/slideLayout70.xml"/><Relationship Id="rId1" Type="http://schemas.openxmlformats.org/officeDocument/2006/relationships/slideLayout" Target="../slideLayouts/slideLayout61.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84.xml"/><Relationship Id="rId8" Type="http://schemas.openxmlformats.org/officeDocument/2006/relationships/slideLayout" Target="../slideLayouts/slideLayout83.xml"/><Relationship Id="rId7" Type="http://schemas.openxmlformats.org/officeDocument/2006/relationships/slideLayout" Target="../slideLayouts/slideLayout82.xml"/><Relationship Id="rId6" Type="http://schemas.openxmlformats.org/officeDocument/2006/relationships/slideLayout" Target="../slideLayouts/slideLayout81.xml"/><Relationship Id="rId5" Type="http://schemas.openxmlformats.org/officeDocument/2006/relationships/slideLayout" Target="../slideLayouts/slideLayout80.xml"/><Relationship Id="rId4" Type="http://schemas.openxmlformats.org/officeDocument/2006/relationships/slideLayout" Target="../slideLayouts/slideLayout79.xml"/><Relationship Id="rId3" Type="http://schemas.openxmlformats.org/officeDocument/2006/relationships/slideLayout" Target="../slideLayouts/slideLayout78.xml"/><Relationship Id="rId2" Type="http://schemas.openxmlformats.org/officeDocument/2006/relationships/slideLayout" Target="../slideLayouts/slideLayout77.xml"/><Relationship Id="rId19" Type="http://schemas.openxmlformats.org/officeDocument/2006/relationships/theme" Target="../theme/theme6.xml"/><Relationship Id="rId18" Type="http://schemas.openxmlformats.org/officeDocument/2006/relationships/image" Target="../media/image1.png"/><Relationship Id="rId17" Type="http://schemas.openxmlformats.org/officeDocument/2006/relationships/tags" Target="../tags/tag12.xml"/><Relationship Id="rId16" Type="http://schemas.openxmlformats.org/officeDocument/2006/relationships/image" Target="../media/image2.png"/><Relationship Id="rId15" Type="http://schemas.openxmlformats.org/officeDocument/2006/relationships/slideLayout" Target="../slideLayouts/slideLayout90.xml"/><Relationship Id="rId14" Type="http://schemas.openxmlformats.org/officeDocument/2006/relationships/slideLayout" Target="../slideLayouts/slideLayout89.xml"/><Relationship Id="rId13" Type="http://schemas.openxmlformats.org/officeDocument/2006/relationships/slideLayout" Target="../slideLayouts/slideLayout88.xml"/><Relationship Id="rId12" Type="http://schemas.openxmlformats.org/officeDocument/2006/relationships/slideLayout" Target="../slideLayouts/slideLayout87.xml"/><Relationship Id="rId11" Type="http://schemas.openxmlformats.org/officeDocument/2006/relationships/slideLayout" Target="../slideLayouts/slideLayout86.xml"/><Relationship Id="rId10" Type="http://schemas.openxmlformats.org/officeDocument/2006/relationships/slideLayout" Target="../slideLayouts/slideLayout85.xml"/><Relationship Id="rId1" Type="http://schemas.openxmlformats.org/officeDocument/2006/relationships/slideLayout" Target="../slideLayouts/slideLayout7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99.xml"/><Relationship Id="rId8" Type="http://schemas.openxmlformats.org/officeDocument/2006/relationships/slideLayout" Target="../slideLayouts/slideLayout98.xml"/><Relationship Id="rId7" Type="http://schemas.openxmlformats.org/officeDocument/2006/relationships/slideLayout" Target="../slideLayouts/slideLayout97.xml"/><Relationship Id="rId6" Type="http://schemas.openxmlformats.org/officeDocument/2006/relationships/slideLayout" Target="../slideLayouts/slideLayout96.xml"/><Relationship Id="rId5" Type="http://schemas.openxmlformats.org/officeDocument/2006/relationships/slideLayout" Target="../slideLayouts/slideLayout95.xml"/><Relationship Id="rId4" Type="http://schemas.openxmlformats.org/officeDocument/2006/relationships/slideLayout" Target="../slideLayouts/slideLayout94.xml"/><Relationship Id="rId3" Type="http://schemas.openxmlformats.org/officeDocument/2006/relationships/slideLayout" Target="../slideLayouts/slideLayout93.xml"/><Relationship Id="rId2" Type="http://schemas.openxmlformats.org/officeDocument/2006/relationships/slideLayout" Target="../slideLayouts/slideLayout92.xml"/><Relationship Id="rId19" Type="http://schemas.openxmlformats.org/officeDocument/2006/relationships/theme" Target="../theme/theme7.xml"/><Relationship Id="rId18" Type="http://schemas.openxmlformats.org/officeDocument/2006/relationships/image" Target="../media/image1.png"/><Relationship Id="rId17" Type="http://schemas.openxmlformats.org/officeDocument/2006/relationships/tags" Target="../tags/tag14.xml"/><Relationship Id="rId16" Type="http://schemas.openxmlformats.org/officeDocument/2006/relationships/image" Target="../media/image2.png"/><Relationship Id="rId15" Type="http://schemas.openxmlformats.org/officeDocument/2006/relationships/slideLayout" Target="../slideLayouts/slideLayout105.xml"/><Relationship Id="rId14" Type="http://schemas.openxmlformats.org/officeDocument/2006/relationships/slideLayout" Target="../slideLayouts/slideLayout104.xml"/><Relationship Id="rId13" Type="http://schemas.openxmlformats.org/officeDocument/2006/relationships/slideLayout" Target="../slideLayouts/slideLayout103.xml"/><Relationship Id="rId12" Type="http://schemas.openxmlformats.org/officeDocument/2006/relationships/slideLayout" Target="../slideLayouts/slideLayout102.xml"/><Relationship Id="rId11" Type="http://schemas.openxmlformats.org/officeDocument/2006/relationships/slideLayout" Target="../slideLayouts/slideLayout101.xml"/><Relationship Id="rId10" Type="http://schemas.openxmlformats.org/officeDocument/2006/relationships/slideLayout" Target="../slideLayouts/slideLayout100.xml"/><Relationship Id="rId1" Type="http://schemas.openxmlformats.org/officeDocument/2006/relationships/slideLayout" Target="../slideLayouts/slideLayout91.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114.xml"/><Relationship Id="rId8" Type="http://schemas.openxmlformats.org/officeDocument/2006/relationships/slideLayout" Target="../slideLayouts/slideLayout113.xml"/><Relationship Id="rId7" Type="http://schemas.openxmlformats.org/officeDocument/2006/relationships/slideLayout" Target="../slideLayouts/slideLayout112.xml"/><Relationship Id="rId6" Type="http://schemas.openxmlformats.org/officeDocument/2006/relationships/slideLayout" Target="../slideLayouts/slideLayout111.xml"/><Relationship Id="rId5" Type="http://schemas.openxmlformats.org/officeDocument/2006/relationships/slideLayout" Target="../slideLayouts/slideLayout110.xml"/><Relationship Id="rId4" Type="http://schemas.openxmlformats.org/officeDocument/2006/relationships/slideLayout" Target="../slideLayouts/slideLayout109.xml"/><Relationship Id="rId3" Type="http://schemas.openxmlformats.org/officeDocument/2006/relationships/slideLayout" Target="../slideLayouts/slideLayout108.xml"/><Relationship Id="rId2" Type="http://schemas.openxmlformats.org/officeDocument/2006/relationships/slideLayout" Target="../slideLayouts/slideLayout107.xml"/><Relationship Id="rId19" Type="http://schemas.openxmlformats.org/officeDocument/2006/relationships/theme" Target="../theme/theme8.xml"/><Relationship Id="rId18" Type="http://schemas.openxmlformats.org/officeDocument/2006/relationships/image" Target="../media/image1.png"/><Relationship Id="rId17" Type="http://schemas.openxmlformats.org/officeDocument/2006/relationships/tags" Target="../tags/tag16.xml"/><Relationship Id="rId16" Type="http://schemas.openxmlformats.org/officeDocument/2006/relationships/image" Target="../media/image2.png"/><Relationship Id="rId15" Type="http://schemas.openxmlformats.org/officeDocument/2006/relationships/slideLayout" Target="../slideLayouts/slideLayout120.xml"/><Relationship Id="rId14" Type="http://schemas.openxmlformats.org/officeDocument/2006/relationships/slideLayout" Target="../slideLayouts/slideLayout119.xml"/><Relationship Id="rId13" Type="http://schemas.openxmlformats.org/officeDocument/2006/relationships/slideLayout" Target="../slideLayouts/slideLayout118.xml"/><Relationship Id="rId12" Type="http://schemas.openxmlformats.org/officeDocument/2006/relationships/slideLayout" Target="../slideLayouts/slideLayout117.xml"/><Relationship Id="rId11" Type="http://schemas.openxmlformats.org/officeDocument/2006/relationships/slideLayout" Target="../slideLayouts/slideLayout116.xml"/><Relationship Id="rId10" Type="http://schemas.openxmlformats.org/officeDocument/2006/relationships/slideLayout" Target="../slideLayouts/slideLayout115.xml"/><Relationship Id="rId1" Type="http://schemas.openxmlformats.org/officeDocument/2006/relationships/slideLayout" Target="../slideLayouts/slideLayout106.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129.xml"/><Relationship Id="rId8" Type="http://schemas.openxmlformats.org/officeDocument/2006/relationships/slideLayout" Target="../slideLayouts/slideLayout128.xml"/><Relationship Id="rId7" Type="http://schemas.openxmlformats.org/officeDocument/2006/relationships/slideLayout" Target="../slideLayouts/slideLayout127.xml"/><Relationship Id="rId6" Type="http://schemas.openxmlformats.org/officeDocument/2006/relationships/slideLayout" Target="../slideLayouts/slideLayout126.xml"/><Relationship Id="rId5" Type="http://schemas.openxmlformats.org/officeDocument/2006/relationships/slideLayout" Target="../slideLayouts/slideLayout125.xml"/><Relationship Id="rId4" Type="http://schemas.openxmlformats.org/officeDocument/2006/relationships/slideLayout" Target="../slideLayouts/slideLayout124.xml"/><Relationship Id="rId3" Type="http://schemas.openxmlformats.org/officeDocument/2006/relationships/slideLayout" Target="../slideLayouts/slideLayout123.xml"/><Relationship Id="rId2" Type="http://schemas.openxmlformats.org/officeDocument/2006/relationships/slideLayout" Target="../slideLayouts/slideLayout122.xml"/><Relationship Id="rId19" Type="http://schemas.openxmlformats.org/officeDocument/2006/relationships/theme" Target="../theme/theme9.xml"/><Relationship Id="rId18" Type="http://schemas.openxmlformats.org/officeDocument/2006/relationships/image" Target="../media/image1.png"/><Relationship Id="rId17" Type="http://schemas.openxmlformats.org/officeDocument/2006/relationships/tags" Target="../tags/tag18.xml"/><Relationship Id="rId16" Type="http://schemas.openxmlformats.org/officeDocument/2006/relationships/image" Target="../media/image2.png"/><Relationship Id="rId15" Type="http://schemas.openxmlformats.org/officeDocument/2006/relationships/slideLayout" Target="../slideLayouts/slideLayout135.xml"/><Relationship Id="rId14" Type="http://schemas.openxmlformats.org/officeDocument/2006/relationships/slideLayout" Target="../slideLayouts/slideLayout134.xml"/><Relationship Id="rId13" Type="http://schemas.openxmlformats.org/officeDocument/2006/relationships/slideLayout" Target="../slideLayouts/slideLayout133.xml"/><Relationship Id="rId12" Type="http://schemas.openxmlformats.org/officeDocument/2006/relationships/slideLayout" Target="../slideLayouts/slideLayout132.xml"/><Relationship Id="rId11" Type="http://schemas.openxmlformats.org/officeDocument/2006/relationships/slideLayout" Target="../slideLayouts/slideLayout131.xml"/><Relationship Id="rId10" Type="http://schemas.openxmlformats.org/officeDocument/2006/relationships/slideLayout" Target="../slideLayouts/slideLayout130.xml"/><Relationship Id="rId1" Type="http://schemas.openxmlformats.org/officeDocument/2006/relationships/slideLayout" Target="../slideLayouts/slideLayout121.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44.xml"/><Relationship Id="rId8" Type="http://schemas.openxmlformats.org/officeDocument/2006/relationships/slideLayout" Target="../slideLayouts/slideLayout143.xml"/><Relationship Id="rId7" Type="http://schemas.openxmlformats.org/officeDocument/2006/relationships/slideLayout" Target="../slideLayouts/slideLayout142.xml"/><Relationship Id="rId6" Type="http://schemas.openxmlformats.org/officeDocument/2006/relationships/slideLayout" Target="../slideLayouts/slideLayout141.xml"/><Relationship Id="rId5" Type="http://schemas.openxmlformats.org/officeDocument/2006/relationships/slideLayout" Target="../slideLayouts/slideLayout140.xml"/><Relationship Id="rId4" Type="http://schemas.openxmlformats.org/officeDocument/2006/relationships/slideLayout" Target="../slideLayouts/slideLayout139.xml"/><Relationship Id="rId3" Type="http://schemas.openxmlformats.org/officeDocument/2006/relationships/slideLayout" Target="../slideLayouts/slideLayout138.xml"/><Relationship Id="rId2" Type="http://schemas.openxmlformats.org/officeDocument/2006/relationships/slideLayout" Target="../slideLayouts/slideLayout137.xml"/><Relationship Id="rId19" Type="http://schemas.openxmlformats.org/officeDocument/2006/relationships/theme" Target="../theme/theme10.xml"/><Relationship Id="rId18" Type="http://schemas.openxmlformats.org/officeDocument/2006/relationships/image" Target="../media/image1.png"/><Relationship Id="rId17" Type="http://schemas.openxmlformats.org/officeDocument/2006/relationships/tags" Target="../tags/tag20.xml"/><Relationship Id="rId16" Type="http://schemas.openxmlformats.org/officeDocument/2006/relationships/image" Target="../media/image2.png"/><Relationship Id="rId15" Type="http://schemas.openxmlformats.org/officeDocument/2006/relationships/slideLayout" Target="../slideLayouts/slideLayout150.xml"/><Relationship Id="rId14" Type="http://schemas.openxmlformats.org/officeDocument/2006/relationships/slideLayout" Target="../slideLayouts/slideLayout149.xml"/><Relationship Id="rId13" Type="http://schemas.openxmlformats.org/officeDocument/2006/relationships/slideLayout" Target="../slideLayouts/slideLayout148.xml"/><Relationship Id="rId12" Type="http://schemas.openxmlformats.org/officeDocument/2006/relationships/slideLayout" Target="../slideLayouts/slideLayout147.xml"/><Relationship Id="rId11" Type="http://schemas.openxmlformats.org/officeDocument/2006/relationships/slideLayout" Target="../slideLayouts/slideLayout146.xml"/><Relationship Id="rId10" Type="http://schemas.openxmlformats.org/officeDocument/2006/relationships/slideLayout" Target="../slideLayouts/slideLayout145.xml"/><Relationship Id="rId1" Type="http://schemas.openxmlformats.org/officeDocument/2006/relationships/slideLayout" Target="../slideLayouts/slideLayout136.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59.xml"/><Relationship Id="rId8" Type="http://schemas.openxmlformats.org/officeDocument/2006/relationships/slideLayout" Target="../slideLayouts/slideLayout158.xml"/><Relationship Id="rId7" Type="http://schemas.openxmlformats.org/officeDocument/2006/relationships/slideLayout" Target="../slideLayouts/slideLayout157.xml"/><Relationship Id="rId6" Type="http://schemas.openxmlformats.org/officeDocument/2006/relationships/slideLayout" Target="../slideLayouts/slideLayout156.xml"/><Relationship Id="rId5" Type="http://schemas.openxmlformats.org/officeDocument/2006/relationships/slideLayout" Target="../slideLayouts/slideLayout155.xml"/><Relationship Id="rId4" Type="http://schemas.openxmlformats.org/officeDocument/2006/relationships/slideLayout" Target="../slideLayouts/slideLayout154.xml"/><Relationship Id="rId3" Type="http://schemas.openxmlformats.org/officeDocument/2006/relationships/slideLayout" Target="../slideLayouts/slideLayout153.xml"/><Relationship Id="rId2" Type="http://schemas.openxmlformats.org/officeDocument/2006/relationships/slideLayout" Target="../slideLayouts/slideLayout152.xml"/><Relationship Id="rId19" Type="http://schemas.openxmlformats.org/officeDocument/2006/relationships/theme" Target="../theme/theme11.xml"/><Relationship Id="rId18" Type="http://schemas.openxmlformats.org/officeDocument/2006/relationships/image" Target="../media/image1.png"/><Relationship Id="rId17" Type="http://schemas.openxmlformats.org/officeDocument/2006/relationships/tags" Target="../tags/tag22.xml"/><Relationship Id="rId16" Type="http://schemas.openxmlformats.org/officeDocument/2006/relationships/image" Target="../media/image2.png"/><Relationship Id="rId15" Type="http://schemas.openxmlformats.org/officeDocument/2006/relationships/slideLayout" Target="../slideLayouts/slideLayout165.xml"/><Relationship Id="rId14" Type="http://schemas.openxmlformats.org/officeDocument/2006/relationships/slideLayout" Target="../slideLayouts/slideLayout164.xml"/><Relationship Id="rId13" Type="http://schemas.openxmlformats.org/officeDocument/2006/relationships/slideLayout" Target="../slideLayouts/slideLayout163.xml"/><Relationship Id="rId12" Type="http://schemas.openxmlformats.org/officeDocument/2006/relationships/slideLayout" Target="../slideLayouts/slideLayout162.xml"/><Relationship Id="rId11" Type="http://schemas.openxmlformats.org/officeDocument/2006/relationships/slideLayout" Target="../slideLayouts/slideLayout161.xml"/><Relationship Id="rId10" Type="http://schemas.openxmlformats.org/officeDocument/2006/relationships/slideLayout" Target="../slideLayouts/slideLayout160.xml"/><Relationship Id="rId1" Type="http://schemas.openxmlformats.org/officeDocument/2006/relationships/slideLayout" Target="../slideLayouts/slideLayout151.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174.xml"/><Relationship Id="rId8" Type="http://schemas.openxmlformats.org/officeDocument/2006/relationships/slideLayout" Target="../slideLayouts/slideLayout173.xml"/><Relationship Id="rId7" Type="http://schemas.openxmlformats.org/officeDocument/2006/relationships/slideLayout" Target="../slideLayouts/slideLayout172.xml"/><Relationship Id="rId6" Type="http://schemas.openxmlformats.org/officeDocument/2006/relationships/slideLayout" Target="../slideLayouts/slideLayout171.xml"/><Relationship Id="rId5" Type="http://schemas.openxmlformats.org/officeDocument/2006/relationships/slideLayout" Target="../slideLayouts/slideLayout170.xml"/><Relationship Id="rId4" Type="http://schemas.openxmlformats.org/officeDocument/2006/relationships/slideLayout" Target="../slideLayouts/slideLayout169.xml"/><Relationship Id="rId3" Type="http://schemas.openxmlformats.org/officeDocument/2006/relationships/slideLayout" Target="../slideLayouts/slideLayout168.xml"/><Relationship Id="rId2" Type="http://schemas.openxmlformats.org/officeDocument/2006/relationships/slideLayout" Target="../slideLayouts/slideLayout167.xml"/><Relationship Id="rId19" Type="http://schemas.openxmlformats.org/officeDocument/2006/relationships/theme" Target="../theme/theme12.xml"/><Relationship Id="rId18" Type="http://schemas.openxmlformats.org/officeDocument/2006/relationships/image" Target="../media/image1.png"/><Relationship Id="rId17" Type="http://schemas.openxmlformats.org/officeDocument/2006/relationships/tags" Target="../tags/tag24.xml"/><Relationship Id="rId16" Type="http://schemas.openxmlformats.org/officeDocument/2006/relationships/image" Target="../media/image2.png"/><Relationship Id="rId15" Type="http://schemas.openxmlformats.org/officeDocument/2006/relationships/slideLayout" Target="../slideLayouts/slideLayout180.xml"/><Relationship Id="rId14" Type="http://schemas.openxmlformats.org/officeDocument/2006/relationships/slideLayout" Target="../slideLayouts/slideLayout179.xml"/><Relationship Id="rId13" Type="http://schemas.openxmlformats.org/officeDocument/2006/relationships/slideLayout" Target="../slideLayouts/slideLayout178.xml"/><Relationship Id="rId12" Type="http://schemas.openxmlformats.org/officeDocument/2006/relationships/slideLayout" Target="../slideLayouts/slideLayout177.xml"/><Relationship Id="rId11" Type="http://schemas.openxmlformats.org/officeDocument/2006/relationships/slideLayout" Target="../slideLayouts/slideLayout176.xml"/><Relationship Id="rId10" Type="http://schemas.openxmlformats.org/officeDocument/2006/relationships/slideLayout" Target="../slideLayouts/slideLayout175.xml"/><Relationship Id="rId1" Type="http://schemas.openxmlformats.org/officeDocument/2006/relationships/slideLayout" Target="../slideLayouts/slideLayout166.xml"/></Relationships>
</file>

<file path=ppt/slideMasters/_rels/slideMaster13.xml.rels><?xml version="1.0" encoding="UTF-8" standalone="yes"?>
<Relationships xmlns="http://schemas.openxmlformats.org/package/2006/relationships"><Relationship Id="rId9" Type="http://schemas.openxmlformats.org/officeDocument/2006/relationships/slideLayout" Target="../slideLayouts/slideLayout189.xml"/><Relationship Id="rId8" Type="http://schemas.openxmlformats.org/officeDocument/2006/relationships/slideLayout" Target="../slideLayouts/slideLayout188.xml"/><Relationship Id="rId7" Type="http://schemas.openxmlformats.org/officeDocument/2006/relationships/slideLayout" Target="../slideLayouts/slideLayout187.xml"/><Relationship Id="rId6" Type="http://schemas.openxmlformats.org/officeDocument/2006/relationships/slideLayout" Target="../slideLayouts/slideLayout186.xml"/><Relationship Id="rId5" Type="http://schemas.openxmlformats.org/officeDocument/2006/relationships/slideLayout" Target="../slideLayouts/slideLayout185.xml"/><Relationship Id="rId4" Type="http://schemas.openxmlformats.org/officeDocument/2006/relationships/slideLayout" Target="../slideLayouts/slideLayout184.xml"/><Relationship Id="rId3" Type="http://schemas.openxmlformats.org/officeDocument/2006/relationships/slideLayout" Target="../slideLayouts/slideLayout183.xml"/><Relationship Id="rId2" Type="http://schemas.openxmlformats.org/officeDocument/2006/relationships/slideLayout" Target="../slideLayouts/slideLayout182.xml"/><Relationship Id="rId19" Type="http://schemas.openxmlformats.org/officeDocument/2006/relationships/theme" Target="../theme/theme13.xml"/><Relationship Id="rId18" Type="http://schemas.openxmlformats.org/officeDocument/2006/relationships/image" Target="../media/image1.png"/><Relationship Id="rId17" Type="http://schemas.openxmlformats.org/officeDocument/2006/relationships/tags" Target="../tags/tag26.xml"/><Relationship Id="rId16" Type="http://schemas.openxmlformats.org/officeDocument/2006/relationships/image" Target="../media/image2.png"/><Relationship Id="rId15" Type="http://schemas.openxmlformats.org/officeDocument/2006/relationships/slideLayout" Target="../slideLayouts/slideLayout195.xml"/><Relationship Id="rId14" Type="http://schemas.openxmlformats.org/officeDocument/2006/relationships/slideLayout" Target="../slideLayouts/slideLayout194.xml"/><Relationship Id="rId13" Type="http://schemas.openxmlformats.org/officeDocument/2006/relationships/slideLayout" Target="../slideLayouts/slideLayout193.xml"/><Relationship Id="rId12" Type="http://schemas.openxmlformats.org/officeDocument/2006/relationships/slideLayout" Target="../slideLayouts/slideLayout192.xml"/><Relationship Id="rId11" Type="http://schemas.openxmlformats.org/officeDocument/2006/relationships/slideLayout" Target="../slideLayouts/slideLayout191.xml"/><Relationship Id="rId10" Type="http://schemas.openxmlformats.org/officeDocument/2006/relationships/slideLayout" Target="../slideLayouts/slideLayout190.xml"/><Relationship Id="rId1" Type="http://schemas.openxmlformats.org/officeDocument/2006/relationships/slideLayout" Target="../slideLayouts/slideLayout181.xml"/></Relationships>
</file>

<file path=ppt/slideMasters/_rels/slideMaster14.xml.rels><?xml version="1.0" encoding="UTF-8" standalone="yes"?>
<Relationships xmlns="http://schemas.openxmlformats.org/package/2006/relationships"><Relationship Id="rId9" Type="http://schemas.openxmlformats.org/officeDocument/2006/relationships/slideLayout" Target="../slideLayouts/slideLayout204.xml"/><Relationship Id="rId8" Type="http://schemas.openxmlformats.org/officeDocument/2006/relationships/slideLayout" Target="../slideLayouts/slideLayout203.xml"/><Relationship Id="rId7" Type="http://schemas.openxmlformats.org/officeDocument/2006/relationships/slideLayout" Target="../slideLayouts/slideLayout202.xml"/><Relationship Id="rId6" Type="http://schemas.openxmlformats.org/officeDocument/2006/relationships/slideLayout" Target="../slideLayouts/slideLayout201.xml"/><Relationship Id="rId5" Type="http://schemas.openxmlformats.org/officeDocument/2006/relationships/slideLayout" Target="../slideLayouts/slideLayout200.xml"/><Relationship Id="rId4" Type="http://schemas.openxmlformats.org/officeDocument/2006/relationships/slideLayout" Target="../slideLayouts/slideLayout199.xml"/><Relationship Id="rId3" Type="http://schemas.openxmlformats.org/officeDocument/2006/relationships/slideLayout" Target="../slideLayouts/slideLayout198.xml"/><Relationship Id="rId2" Type="http://schemas.openxmlformats.org/officeDocument/2006/relationships/slideLayout" Target="../slideLayouts/slideLayout197.xml"/><Relationship Id="rId19" Type="http://schemas.openxmlformats.org/officeDocument/2006/relationships/theme" Target="../theme/theme14.xml"/><Relationship Id="rId18" Type="http://schemas.openxmlformats.org/officeDocument/2006/relationships/image" Target="../media/image1.png"/><Relationship Id="rId17" Type="http://schemas.openxmlformats.org/officeDocument/2006/relationships/tags" Target="../tags/tag28.xml"/><Relationship Id="rId16" Type="http://schemas.openxmlformats.org/officeDocument/2006/relationships/image" Target="../media/image2.png"/><Relationship Id="rId15" Type="http://schemas.openxmlformats.org/officeDocument/2006/relationships/slideLayout" Target="../slideLayouts/slideLayout210.xml"/><Relationship Id="rId14" Type="http://schemas.openxmlformats.org/officeDocument/2006/relationships/slideLayout" Target="../slideLayouts/slideLayout209.xml"/><Relationship Id="rId13" Type="http://schemas.openxmlformats.org/officeDocument/2006/relationships/slideLayout" Target="../slideLayouts/slideLayout208.xml"/><Relationship Id="rId12" Type="http://schemas.openxmlformats.org/officeDocument/2006/relationships/slideLayout" Target="../slideLayouts/slideLayout207.xml"/><Relationship Id="rId11" Type="http://schemas.openxmlformats.org/officeDocument/2006/relationships/slideLayout" Target="../slideLayouts/slideLayout206.xml"/><Relationship Id="rId10" Type="http://schemas.openxmlformats.org/officeDocument/2006/relationships/slideLayout" Target="../slideLayouts/slideLayout205.xml"/><Relationship Id="rId1" Type="http://schemas.openxmlformats.org/officeDocument/2006/relationships/slideLayout" Target="../slideLayouts/slideLayout196.xml"/></Relationships>
</file>

<file path=ppt/slideMasters/_rels/slideMaster15.xml.rels><?xml version="1.0" encoding="UTF-8" standalone="yes"?>
<Relationships xmlns="http://schemas.openxmlformats.org/package/2006/relationships"><Relationship Id="rId9" Type="http://schemas.openxmlformats.org/officeDocument/2006/relationships/slideLayout" Target="../slideLayouts/slideLayout219.xml"/><Relationship Id="rId8" Type="http://schemas.openxmlformats.org/officeDocument/2006/relationships/slideLayout" Target="../slideLayouts/slideLayout218.xml"/><Relationship Id="rId7" Type="http://schemas.openxmlformats.org/officeDocument/2006/relationships/slideLayout" Target="../slideLayouts/slideLayout217.xml"/><Relationship Id="rId6" Type="http://schemas.openxmlformats.org/officeDocument/2006/relationships/slideLayout" Target="../slideLayouts/slideLayout216.xml"/><Relationship Id="rId5" Type="http://schemas.openxmlformats.org/officeDocument/2006/relationships/slideLayout" Target="../slideLayouts/slideLayout215.xml"/><Relationship Id="rId4" Type="http://schemas.openxmlformats.org/officeDocument/2006/relationships/slideLayout" Target="../slideLayouts/slideLayout214.xml"/><Relationship Id="rId3" Type="http://schemas.openxmlformats.org/officeDocument/2006/relationships/slideLayout" Target="../slideLayouts/slideLayout213.xml"/><Relationship Id="rId2" Type="http://schemas.openxmlformats.org/officeDocument/2006/relationships/slideLayout" Target="../slideLayouts/slideLayout212.xml"/><Relationship Id="rId19" Type="http://schemas.openxmlformats.org/officeDocument/2006/relationships/theme" Target="../theme/theme15.xml"/><Relationship Id="rId18" Type="http://schemas.openxmlformats.org/officeDocument/2006/relationships/image" Target="../media/image1.png"/><Relationship Id="rId17" Type="http://schemas.openxmlformats.org/officeDocument/2006/relationships/tags" Target="../tags/tag30.xml"/><Relationship Id="rId16" Type="http://schemas.openxmlformats.org/officeDocument/2006/relationships/image" Target="../media/image2.png"/><Relationship Id="rId15" Type="http://schemas.openxmlformats.org/officeDocument/2006/relationships/slideLayout" Target="../slideLayouts/slideLayout225.xml"/><Relationship Id="rId14" Type="http://schemas.openxmlformats.org/officeDocument/2006/relationships/slideLayout" Target="../slideLayouts/slideLayout224.xml"/><Relationship Id="rId13" Type="http://schemas.openxmlformats.org/officeDocument/2006/relationships/slideLayout" Target="../slideLayouts/slideLayout223.xml"/><Relationship Id="rId12" Type="http://schemas.openxmlformats.org/officeDocument/2006/relationships/slideLayout" Target="../slideLayouts/slideLayout222.xml"/><Relationship Id="rId11" Type="http://schemas.openxmlformats.org/officeDocument/2006/relationships/slideLayout" Target="../slideLayouts/slideLayout221.xml"/><Relationship Id="rId10" Type="http://schemas.openxmlformats.org/officeDocument/2006/relationships/slideLayout" Target="../slideLayouts/slideLayout220.xml"/><Relationship Id="rId1" Type="http://schemas.openxmlformats.org/officeDocument/2006/relationships/slideLayout" Target="../slideLayouts/slideLayout211.xml"/></Relationships>
</file>

<file path=ppt/slideMasters/_rels/slideMaster16.xml.rels><?xml version="1.0" encoding="UTF-8" standalone="yes"?>
<Relationships xmlns="http://schemas.openxmlformats.org/package/2006/relationships"><Relationship Id="rId9" Type="http://schemas.openxmlformats.org/officeDocument/2006/relationships/slideLayout" Target="../slideLayouts/slideLayout234.xml"/><Relationship Id="rId8" Type="http://schemas.openxmlformats.org/officeDocument/2006/relationships/slideLayout" Target="../slideLayouts/slideLayout233.xml"/><Relationship Id="rId7" Type="http://schemas.openxmlformats.org/officeDocument/2006/relationships/slideLayout" Target="../slideLayouts/slideLayout232.xml"/><Relationship Id="rId6" Type="http://schemas.openxmlformats.org/officeDocument/2006/relationships/slideLayout" Target="../slideLayouts/slideLayout231.xml"/><Relationship Id="rId5" Type="http://schemas.openxmlformats.org/officeDocument/2006/relationships/slideLayout" Target="../slideLayouts/slideLayout230.xml"/><Relationship Id="rId4" Type="http://schemas.openxmlformats.org/officeDocument/2006/relationships/slideLayout" Target="../slideLayouts/slideLayout229.xml"/><Relationship Id="rId3" Type="http://schemas.openxmlformats.org/officeDocument/2006/relationships/slideLayout" Target="../slideLayouts/slideLayout228.xml"/><Relationship Id="rId2" Type="http://schemas.openxmlformats.org/officeDocument/2006/relationships/slideLayout" Target="../slideLayouts/slideLayout227.xml"/><Relationship Id="rId19" Type="http://schemas.openxmlformats.org/officeDocument/2006/relationships/theme" Target="../theme/theme16.xml"/><Relationship Id="rId18" Type="http://schemas.openxmlformats.org/officeDocument/2006/relationships/image" Target="../media/image1.png"/><Relationship Id="rId17" Type="http://schemas.openxmlformats.org/officeDocument/2006/relationships/tags" Target="../tags/tag32.xml"/><Relationship Id="rId16" Type="http://schemas.openxmlformats.org/officeDocument/2006/relationships/image" Target="../media/image2.png"/><Relationship Id="rId15" Type="http://schemas.openxmlformats.org/officeDocument/2006/relationships/slideLayout" Target="../slideLayouts/slideLayout240.xml"/><Relationship Id="rId14" Type="http://schemas.openxmlformats.org/officeDocument/2006/relationships/slideLayout" Target="../slideLayouts/slideLayout239.xml"/><Relationship Id="rId13" Type="http://schemas.openxmlformats.org/officeDocument/2006/relationships/slideLayout" Target="../slideLayouts/slideLayout238.xml"/><Relationship Id="rId12" Type="http://schemas.openxmlformats.org/officeDocument/2006/relationships/slideLayout" Target="../slideLayouts/slideLayout237.xml"/><Relationship Id="rId11" Type="http://schemas.openxmlformats.org/officeDocument/2006/relationships/slideLayout" Target="../slideLayouts/slideLayout236.xml"/><Relationship Id="rId10" Type="http://schemas.openxmlformats.org/officeDocument/2006/relationships/slideLayout" Target="../slideLayouts/slideLayout235.xml"/><Relationship Id="rId1" Type="http://schemas.openxmlformats.org/officeDocument/2006/relationships/slideLayout" Target="../slideLayouts/slideLayout226.xml"/></Relationships>
</file>

<file path=ppt/slideMasters/_rels/slideMaster17.xml.rels><?xml version="1.0" encoding="UTF-8" standalone="yes"?>
<Relationships xmlns="http://schemas.openxmlformats.org/package/2006/relationships"><Relationship Id="rId9" Type="http://schemas.openxmlformats.org/officeDocument/2006/relationships/slideLayout" Target="../slideLayouts/slideLayout249.xml"/><Relationship Id="rId8" Type="http://schemas.openxmlformats.org/officeDocument/2006/relationships/slideLayout" Target="../slideLayouts/slideLayout248.xml"/><Relationship Id="rId7" Type="http://schemas.openxmlformats.org/officeDocument/2006/relationships/slideLayout" Target="../slideLayouts/slideLayout247.xml"/><Relationship Id="rId6" Type="http://schemas.openxmlformats.org/officeDocument/2006/relationships/slideLayout" Target="../slideLayouts/slideLayout246.xml"/><Relationship Id="rId5" Type="http://schemas.openxmlformats.org/officeDocument/2006/relationships/slideLayout" Target="../slideLayouts/slideLayout245.xml"/><Relationship Id="rId4" Type="http://schemas.openxmlformats.org/officeDocument/2006/relationships/slideLayout" Target="../slideLayouts/slideLayout244.xml"/><Relationship Id="rId3" Type="http://schemas.openxmlformats.org/officeDocument/2006/relationships/slideLayout" Target="../slideLayouts/slideLayout243.xml"/><Relationship Id="rId2" Type="http://schemas.openxmlformats.org/officeDocument/2006/relationships/slideLayout" Target="../slideLayouts/slideLayout242.xml"/><Relationship Id="rId19" Type="http://schemas.openxmlformats.org/officeDocument/2006/relationships/theme" Target="../theme/theme17.xml"/><Relationship Id="rId18" Type="http://schemas.openxmlformats.org/officeDocument/2006/relationships/image" Target="../media/image1.png"/><Relationship Id="rId17" Type="http://schemas.openxmlformats.org/officeDocument/2006/relationships/tags" Target="../tags/tag34.xml"/><Relationship Id="rId16" Type="http://schemas.openxmlformats.org/officeDocument/2006/relationships/image" Target="../media/image2.png"/><Relationship Id="rId15" Type="http://schemas.openxmlformats.org/officeDocument/2006/relationships/slideLayout" Target="../slideLayouts/slideLayout255.xml"/><Relationship Id="rId14" Type="http://schemas.openxmlformats.org/officeDocument/2006/relationships/slideLayout" Target="../slideLayouts/slideLayout254.xml"/><Relationship Id="rId13" Type="http://schemas.openxmlformats.org/officeDocument/2006/relationships/slideLayout" Target="../slideLayouts/slideLayout253.xml"/><Relationship Id="rId12" Type="http://schemas.openxmlformats.org/officeDocument/2006/relationships/slideLayout" Target="../slideLayouts/slideLayout252.xml"/><Relationship Id="rId11" Type="http://schemas.openxmlformats.org/officeDocument/2006/relationships/slideLayout" Target="../slideLayouts/slideLayout251.xml"/><Relationship Id="rId10" Type="http://schemas.openxmlformats.org/officeDocument/2006/relationships/slideLayout" Target="../slideLayouts/slideLayout250.xml"/><Relationship Id="rId1" Type="http://schemas.openxmlformats.org/officeDocument/2006/relationships/slideLayout" Target="../slideLayouts/slideLayout241.xml"/></Relationships>
</file>

<file path=ppt/slideMasters/_rels/slideMaster18.xml.rels><?xml version="1.0" encoding="UTF-8" standalone="yes"?>
<Relationships xmlns="http://schemas.openxmlformats.org/package/2006/relationships"><Relationship Id="rId9" Type="http://schemas.openxmlformats.org/officeDocument/2006/relationships/slideLayout" Target="../slideLayouts/slideLayout264.xml"/><Relationship Id="rId8" Type="http://schemas.openxmlformats.org/officeDocument/2006/relationships/slideLayout" Target="../slideLayouts/slideLayout263.xml"/><Relationship Id="rId7" Type="http://schemas.openxmlformats.org/officeDocument/2006/relationships/slideLayout" Target="../slideLayouts/slideLayout262.xml"/><Relationship Id="rId6" Type="http://schemas.openxmlformats.org/officeDocument/2006/relationships/slideLayout" Target="../slideLayouts/slideLayout261.xml"/><Relationship Id="rId5" Type="http://schemas.openxmlformats.org/officeDocument/2006/relationships/slideLayout" Target="../slideLayouts/slideLayout260.xml"/><Relationship Id="rId4" Type="http://schemas.openxmlformats.org/officeDocument/2006/relationships/slideLayout" Target="../slideLayouts/slideLayout259.xml"/><Relationship Id="rId3" Type="http://schemas.openxmlformats.org/officeDocument/2006/relationships/slideLayout" Target="../slideLayouts/slideLayout258.xml"/><Relationship Id="rId2" Type="http://schemas.openxmlformats.org/officeDocument/2006/relationships/slideLayout" Target="../slideLayouts/slideLayout257.xml"/><Relationship Id="rId19" Type="http://schemas.openxmlformats.org/officeDocument/2006/relationships/theme" Target="../theme/theme18.xml"/><Relationship Id="rId18" Type="http://schemas.openxmlformats.org/officeDocument/2006/relationships/image" Target="../media/image1.png"/><Relationship Id="rId17" Type="http://schemas.openxmlformats.org/officeDocument/2006/relationships/tags" Target="../tags/tag36.xml"/><Relationship Id="rId16" Type="http://schemas.openxmlformats.org/officeDocument/2006/relationships/image" Target="../media/image2.png"/><Relationship Id="rId15" Type="http://schemas.openxmlformats.org/officeDocument/2006/relationships/slideLayout" Target="../slideLayouts/slideLayout270.xml"/><Relationship Id="rId14" Type="http://schemas.openxmlformats.org/officeDocument/2006/relationships/slideLayout" Target="../slideLayouts/slideLayout269.xml"/><Relationship Id="rId13" Type="http://schemas.openxmlformats.org/officeDocument/2006/relationships/slideLayout" Target="../slideLayouts/slideLayout268.xml"/><Relationship Id="rId12" Type="http://schemas.openxmlformats.org/officeDocument/2006/relationships/slideLayout" Target="../slideLayouts/slideLayout267.xml"/><Relationship Id="rId11" Type="http://schemas.openxmlformats.org/officeDocument/2006/relationships/slideLayout" Target="../slideLayouts/slideLayout266.xml"/><Relationship Id="rId10" Type="http://schemas.openxmlformats.org/officeDocument/2006/relationships/slideLayout" Target="../slideLayouts/slideLayout265.xml"/><Relationship Id="rId1" Type="http://schemas.openxmlformats.org/officeDocument/2006/relationships/slideLayout" Target="../slideLayouts/slideLayout256.xml"/></Relationships>
</file>

<file path=ppt/slideMasters/_rels/slideMaster19.xml.rels><?xml version="1.0" encoding="UTF-8" standalone="yes"?>
<Relationships xmlns="http://schemas.openxmlformats.org/package/2006/relationships"><Relationship Id="rId9" Type="http://schemas.openxmlformats.org/officeDocument/2006/relationships/slideLayout" Target="../slideLayouts/slideLayout279.xml"/><Relationship Id="rId8" Type="http://schemas.openxmlformats.org/officeDocument/2006/relationships/slideLayout" Target="../slideLayouts/slideLayout278.xml"/><Relationship Id="rId7" Type="http://schemas.openxmlformats.org/officeDocument/2006/relationships/slideLayout" Target="../slideLayouts/slideLayout277.xml"/><Relationship Id="rId6" Type="http://schemas.openxmlformats.org/officeDocument/2006/relationships/slideLayout" Target="../slideLayouts/slideLayout276.xml"/><Relationship Id="rId5" Type="http://schemas.openxmlformats.org/officeDocument/2006/relationships/slideLayout" Target="../slideLayouts/slideLayout275.xml"/><Relationship Id="rId4" Type="http://schemas.openxmlformats.org/officeDocument/2006/relationships/slideLayout" Target="../slideLayouts/slideLayout274.xml"/><Relationship Id="rId3" Type="http://schemas.openxmlformats.org/officeDocument/2006/relationships/slideLayout" Target="../slideLayouts/slideLayout273.xml"/><Relationship Id="rId2" Type="http://schemas.openxmlformats.org/officeDocument/2006/relationships/slideLayout" Target="../slideLayouts/slideLayout272.xml"/><Relationship Id="rId19" Type="http://schemas.openxmlformats.org/officeDocument/2006/relationships/theme" Target="../theme/theme19.xml"/><Relationship Id="rId18" Type="http://schemas.openxmlformats.org/officeDocument/2006/relationships/image" Target="../media/image1.png"/><Relationship Id="rId17" Type="http://schemas.openxmlformats.org/officeDocument/2006/relationships/tags" Target="../tags/tag38.xml"/><Relationship Id="rId16" Type="http://schemas.openxmlformats.org/officeDocument/2006/relationships/image" Target="../media/image2.png"/><Relationship Id="rId15" Type="http://schemas.openxmlformats.org/officeDocument/2006/relationships/slideLayout" Target="../slideLayouts/slideLayout285.xml"/><Relationship Id="rId14" Type="http://schemas.openxmlformats.org/officeDocument/2006/relationships/slideLayout" Target="../slideLayouts/slideLayout284.xml"/><Relationship Id="rId13" Type="http://schemas.openxmlformats.org/officeDocument/2006/relationships/slideLayout" Target="../slideLayouts/slideLayout283.xml"/><Relationship Id="rId12" Type="http://schemas.openxmlformats.org/officeDocument/2006/relationships/slideLayout" Target="../slideLayouts/slideLayout282.xml"/><Relationship Id="rId11" Type="http://schemas.openxmlformats.org/officeDocument/2006/relationships/slideLayout" Target="../slideLayouts/slideLayout281.xml"/><Relationship Id="rId10" Type="http://schemas.openxmlformats.org/officeDocument/2006/relationships/slideLayout" Target="../slideLayouts/slideLayout280.xml"/><Relationship Id="rId1" Type="http://schemas.openxmlformats.org/officeDocument/2006/relationships/slideLayout" Target="../slideLayouts/slideLayout271.xml"/></Relationships>
</file>

<file path=ppt/slideMasters/_rels/slideMaster20.xml.rels><?xml version="1.0" encoding="UTF-8" standalone="yes"?>
<Relationships xmlns="http://schemas.openxmlformats.org/package/2006/relationships"><Relationship Id="rId9" Type="http://schemas.openxmlformats.org/officeDocument/2006/relationships/slideLayout" Target="../slideLayouts/slideLayout294.xml"/><Relationship Id="rId8" Type="http://schemas.openxmlformats.org/officeDocument/2006/relationships/slideLayout" Target="../slideLayouts/slideLayout293.xml"/><Relationship Id="rId7" Type="http://schemas.openxmlformats.org/officeDocument/2006/relationships/slideLayout" Target="../slideLayouts/slideLayout292.xml"/><Relationship Id="rId6" Type="http://schemas.openxmlformats.org/officeDocument/2006/relationships/slideLayout" Target="../slideLayouts/slideLayout291.xml"/><Relationship Id="rId5" Type="http://schemas.openxmlformats.org/officeDocument/2006/relationships/slideLayout" Target="../slideLayouts/slideLayout290.xml"/><Relationship Id="rId4" Type="http://schemas.openxmlformats.org/officeDocument/2006/relationships/slideLayout" Target="../slideLayouts/slideLayout289.xml"/><Relationship Id="rId3" Type="http://schemas.openxmlformats.org/officeDocument/2006/relationships/slideLayout" Target="../slideLayouts/slideLayout288.xml"/><Relationship Id="rId2" Type="http://schemas.openxmlformats.org/officeDocument/2006/relationships/slideLayout" Target="../slideLayouts/slideLayout287.xml"/><Relationship Id="rId19" Type="http://schemas.openxmlformats.org/officeDocument/2006/relationships/theme" Target="../theme/theme20.xml"/><Relationship Id="rId18" Type="http://schemas.openxmlformats.org/officeDocument/2006/relationships/image" Target="../media/image1.png"/><Relationship Id="rId17" Type="http://schemas.openxmlformats.org/officeDocument/2006/relationships/tags" Target="../tags/tag40.xml"/><Relationship Id="rId16" Type="http://schemas.openxmlformats.org/officeDocument/2006/relationships/image" Target="../media/image2.png"/><Relationship Id="rId15" Type="http://schemas.openxmlformats.org/officeDocument/2006/relationships/slideLayout" Target="../slideLayouts/slideLayout300.xml"/><Relationship Id="rId14" Type="http://schemas.openxmlformats.org/officeDocument/2006/relationships/slideLayout" Target="../slideLayouts/slideLayout299.xml"/><Relationship Id="rId13" Type="http://schemas.openxmlformats.org/officeDocument/2006/relationships/slideLayout" Target="../slideLayouts/slideLayout298.xml"/><Relationship Id="rId12" Type="http://schemas.openxmlformats.org/officeDocument/2006/relationships/slideLayout" Target="../slideLayouts/slideLayout297.xml"/><Relationship Id="rId11" Type="http://schemas.openxmlformats.org/officeDocument/2006/relationships/slideLayout" Target="../slideLayouts/slideLayout296.xml"/><Relationship Id="rId10" Type="http://schemas.openxmlformats.org/officeDocument/2006/relationships/slideLayout" Target="../slideLayouts/slideLayout295.xml"/><Relationship Id="rId1" Type="http://schemas.openxmlformats.org/officeDocument/2006/relationships/slideLayout" Target="../slideLayouts/slideLayout286.xml"/></Relationships>
</file>

<file path=ppt/slideMasters/_rels/slideMaster21.xml.rels><?xml version="1.0" encoding="UTF-8" standalone="yes"?>
<Relationships xmlns="http://schemas.openxmlformats.org/package/2006/relationships"><Relationship Id="rId9" Type="http://schemas.openxmlformats.org/officeDocument/2006/relationships/slideLayout" Target="../slideLayouts/slideLayout309.xml"/><Relationship Id="rId8" Type="http://schemas.openxmlformats.org/officeDocument/2006/relationships/slideLayout" Target="../slideLayouts/slideLayout308.xml"/><Relationship Id="rId7" Type="http://schemas.openxmlformats.org/officeDocument/2006/relationships/slideLayout" Target="../slideLayouts/slideLayout307.xml"/><Relationship Id="rId6" Type="http://schemas.openxmlformats.org/officeDocument/2006/relationships/slideLayout" Target="../slideLayouts/slideLayout306.xml"/><Relationship Id="rId5" Type="http://schemas.openxmlformats.org/officeDocument/2006/relationships/slideLayout" Target="../slideLayouts/slideLayout305.xml"/><Relationship Id="rId4" Type="http://schemas.openxmlformats.org/officeDocument/2006/relationships/slideLayout" Target="../slideLayouts/slideLayout304.xml"/><Relationship Id="rId3" Type="http://schemas.openxmlformats.org/officeDocument/2006/relationships/slideLayout" Target="../slideLayouts/slideLayout303.xml"/><Relationship Id="rId2" Type="http://schemas.openxmlformats.org/officeDocument/2006/relationships/slideLayout" Target="../slideLayouts/slideLayout302.xml"/><Relationship Id="rId19" Type="http://schemas.openxmlformats.org/officeDocument/2006/relationships/theme" Target="../theme/theme21.xml"/><Relationship Id="rId18" Type="http://schemas.openxmlformats.org/officeDocument/2006/relationships/image" Target="../media/image1.png"/><Relationship Id="rId17" Type="http://schemas.openxmlformats.org/officeDocument/2006/relationships/tags" Target="../tags/tag42.xml"/><Relationship Id="rId16" Type="http://schemas.openxmlformats.org/officeDocument/2006/relationships/image" Target="../media/image2.png"/><Relationship Id="rId15" Type="http://schemas.openxmlformats.org/officeDocument/2006/relationships/slideLayout" Target="../slideLayouts/slideLayout315.xml"/><Relationship Id="rId14" Type="http://schemas.openxmlformats.org/officeDocument/2006/relationships/slideLayout" Target="../slideLayouts/slideLayout314.xml"/><Relationship Id="rId13" Type="http://schemas.openxmlformats.org/officeDocument/2006/relationships/slideLayout" Target="../slideLayouts/slideLayout313.xml"/><Relationship Id="rId12" Type="http://schemas.openxmlformats.org/officeDocument/2006/relationships/slideLayout" Target="../slideLayouts/slideLayout312.xml"/><Relationship Id="rId11" Type="http://schemas.openxmlformats.org/officeDocument/2006/relationships/slideLayout" Target="../slideLayouts/slideLayout311.xml"/><Relationship Id="rId10" Type="http://schemas.openxmlformats.org/officeDocument/2006/relationships/slideLayout" Target="../slideLayouts/slideLayout310.xml"/><Relationship Id="rId1" Type="http://schemas.openxmlformats.org/officeDocument/2006/relationships/slideLayout" Target="../slideLayouts/slideLayout301.xml"/></Relationships>
</file>

<file path=ppt/slideMasters/_rels/slideMaster22.xml.rels><?xml version="1.0" encoding="UTF-8" standalone="yes"?>
<Relationships xmlns="http://schemas.openxmlformats.org/package/2006/relationships"><Relationship Id="rId9" Type="http://schemas.openxmlformats.org/officeDocument/2006/relationships/slideLayout" Target="../slideLayouts/slideLayout324.xml"/><Relationship Id="rId8" Type="http://schemas.openxmlformats.org/officeDocument/2006/relationships/slideLayout" Target="../slideLayouts/slideLayout323.xml"/><Relationship Id="rId7" Type="http://schemas.openxmlformats.org/officeDocument/2006/relationships/slideLayout" Target="../slideLayouts/slideLayout322.xml"/><Relationship Id="rId6" Type="http://schemas.openxmlformats.org/officeDocument/2006/relationships/slideLayout" Target="../slideLayouts/slideLayout321.xml"/><Relationship Id="rId5" Type="http://schemas.openxmlformats.org/officeDocument/2006/relationships/slideLayout" Target="../slideLayouts/slideLayout320.xml"/><Relationship Id="rId4" Type="http://schemas.openxmlformats.org/officeDocument/2006/relationships/slideLayout" Target="../slideLayouts/slideLayout319.xml"/><Relationship Id="rId3" Type="http://schemas.openxmlformats.org/officeDocument/2006/relationships/slideLayout" Target="../slideLayouts/slideLayout318.xml"/><Relationship Id="rId2" Type="http://schemas.openxmlformats.org/officeDocument/2006/relationships/slideLayout" Target="../slideLayouts/slideLayout317.xml"/><Relationship Id="rId19" Type="http://schemas.openxmlformats.org/officeDocument/2006/relationships/theme" Target="../theme/theme22.xml"/><Relationship Id="rId18" Type="http://schemas.openxmlformats.org/officeDocument/2006/relationships/image" Target="../media/image1.png"/><Relationship Id="rId17" Type="http://schemas.openxmlformats.org/officeDocument/2006/relationships/tags" Target="../tags/tag44.xml"/><Relationship Id="rId16" Type="http://schemas.openxmlformats.org/officeDocument/2006/relationships/image" Target="../media/image2.png"/><Relationship Id="rId15" Type="http://schemas.openxmlformats.org/officeDocument/2006/relationships/slideLayout" Target="../slideLayouts/slideLayout330.xml"/><Relationship Id="rId14" Type="http://schemas.openxmlformats.org/officeDocument/2006/relationships/slideLayout" Target="../slideLayouts/slideLayout329.xml"/><Relationship Id="rId13" Type="http://schemas.openxmlformats.org/officeDocument/2006/relationships/slideLayout" Target="../slideLayouts/slideLayout328.xml"/><Relationship Id="rId12" Type="http://schemas.openxmlformats.org/officeDocument/2006/relationships/slideLayout" Target="../slideLayouts/slideLayout327.xml"/><Relationship Id="rId11" Type="http://schemas.openxmlformats.org/officeDocument/2006/relationships/slideLayout" Target="../slideLayouts/slideLayout326.xml"/><Relationship Id="rId10" Type="http://schemas.openxmlformats.org/officeDocument/2006/relationships/slideLayout" Target="../slideLayouts/slideLayout325.xml"/><Relationship Id="rId1" Type="http://schemas.openxmlformats.org/officeDocument/2006/relationships/slideLayout" Target="../slideLayouts/slideLayout316.xml"/></Relationships>
</file>

<file path=ppt/slideMasters/_rels/slideMaster23.xml.rels><?xml version="1.0" encoding="UTF-8" standalone="yes"?>
<Relationships xmlns="http://schemas.openxmlformats.org/package/2006/relationships"><Relationship Id="rId9" Type="http://schemas.openxmlformats.org/officeDocument/2006/relationships/slideLayout" Target="../slideLayouts/slideLayout339.xml"/><Relationship Id="rId8" Type="http://schemas.openxmlformats.org/officeDocument/2006/relationships/slideLayout" Target="../slideLayouts/slideLayout338.xml"/><Relationship Id="rId7" Type="http://schemas.openxmlformats.org/officeDocument/2006/relationships/slideLayout" Target="../slideLayouts/slideLayout337.xml"/><Relationship Id="rId6" Type="http://schemas.openxmlformats.org/officeDocument/2006/relationships/slideLayout" Target="../slideLayouts/slideLayout336.xml"/><Relationship Id="rId5" Type="http://schemas.openxmlformats.org/officeDocument/2006/relationships/slideLayout" Target="../slideLayouts/slideLayout335.xml"/><Relationship Id="rId4" Type="http://schemas.openxmlformats.org/officeDocument/2006/relationships/slideLayout" Target="../slideLayouts/slideLayout334.xml"/><Relationship Id="rId3" Type="http://schemas.openxmlformats.org/officeDocument/2006/relationships/slideLayout" Target="../slideLayouts/slideLayout333.xml"/><Relationship Id="rId2" Type="http://schemas.openxmlformats.org/officeDocument/2006/relationships/slideLayout" Target="../slideLayouts/slideLayout332.xml"/><Relationship Id="rId19" Type="http://schemas.openxmlformats.org/officeDocument/2006/relationships/theme" Target="../theme/theme23.xml"/><Relationship Id="rId18" Type="http://schemas.openxmlformats.org/officeDocument/2006/relationships/image" Target="../media/image1.png"/><Relationship Id="rId17" Type="http://schemas.openxmlformats.org/officeDocument/2006/relationships/tags" Target="../tags/tag46.xml"/><Relationship Id="rId16" Type="http://schemas.openxmlformats.org/officeDocument/2006/relationships/image" Target="../media/image2.png"/><Relationship Id="rId15" Type="http://schemas.openxmlformats.org/officeDocument/2006/relationships/slideLayout" Target="../slideLayouts/slideLayout345.xml"/><Relationship Id="rId14" Type="http://schemas.openxmlformats.org/officeDocument/2006/relationships/slideLayout" Target="../slideLayouts/slideLayout344.xml"/><Relationship Id="rId13" Type="http://schemas.openxmlformats.org/officeDocument/2006/relationships/slideLayout" Target="../slideLayouts/slideLayout343.xml"/><Relationship Id="rId12" Type="http://schemas.openxmlformats.org/officeDocument/2006/relationships/slideLayout" Target="../slideLayouts/slideLayout342.xml"/><Relationship Id="rId11" Type="http://schemas.openxmlformats.org/officeDocument/2006/relationships/slideLayout" Target="../slideLayouts/slideLayout341.xml"/><Relationship Id="rId10" Type="http://schemas.openxmlformats.org/officeDocument/2006/relationships/slideLayout" Target="../slideLayouts/slideLayout340.xml"/><Relationship Id="rId1" Type="http://schemas.openxmlformats.org/officeDocument/2006/relationships/slideLayout" Target="../slideLayouts/slideLayout331.xml"/></Relationships>
</file>

<file path=ppt/slideMasters/_rels/slideMaster24.xml.rels><?xml version="1.0" encoding="UTF-8" standalone="yes"?>
<Relationships xmlns="http://schemas.openxmlformats.org/package/2006/relationships"><Relationship Id="rId9" Type="http://schemas.openxmlformats.org/officeDocument/2006/relationships/slideLayout" Target="../slideLayouts/slideLayout354.xml"/><Relationship Id="rId8" Type="http://schemas.openxmlformats.org/officeDocument/2006/relationships/slideLayout" Target="../slideLayouts/slideLayout353.xml"/><Relationship Id="rId7" Type="http://schemas.openxmlformats.org/officeDocument/2006/relationships/slideLayout" Target="../slideLayouts/slideLayout352.xml"/><Relationship Id="rId6" Type="http://schemas.openxmlformats.org/officeDocument/2006/relationships/slideLayout" Target="../slideLayouts/slideLayout351.xml"/><Relationship Id="rId5" Type="http://schemas.openxmlformats.org/officeDocument/2006/relationships/slideLayout" Target="../slideLayouts/slideLayout350.xml"/><Relationship Id="rId4" Type="http://schemas.openxmlformats.org/officeDocument/2006/relationships/slideLayout" Target="../slideLayouts/slideLayout349.xml"/><Relationship Id="rId3" Type="http://schemas.openxmlformats.org/officeDocument/2006/relationships/slideLayout" Target="../slideLayouts/slideLayout348.xml"/><Relationship Id="rId2" Type="http://schemas.openxmlformats.org/officeDocument/2006/relationships/slideLayout" Target="../slideLayouts/slideLayout347.xml"/><Relationship Id="rId19" Type="http://schemas.openxmlformats.org/officeDocument/2006/relationships/theme" Target="../theme/theme24.xml"/><Relationship Id="rId18" Type="http://schemas.openxmlformats.org/officeDocument/2006/relationships/image" Target="../media/image1.png"/><Relationship Id="rId17" Type="http://schemas.openxmlformats.org/officeDocument/2006/relationships/tags" Target="../tags/tag48.xml"/><Relationship Id="rId16" Type="http://schemas.openxmlformats.org/officeDocument/2006/relationships/image" Target="../media/image2.png"/><Relationship Id="rId15" Type="http://schemas.openxmlformats.org/officeDocument/2006/relationships/slideLayout" Target="../slideLayouts/slideLayout360.xml"/><Relationship Id="rId14" Type="http://schemas.openxmlformats.org/officeDocument/2006/relationships/slideLayout" Target="../slideLayouts/slideLayout359.xml"/><Relationship Id="rId13" Type="http://schemas.openxmlformats.org/officeDocument/2006/relationships/slideLayout" Target="../slideLayouts/slideLayout358.xml"/><Relationship Id="rId12" Type="http://schemas.openxmlformats.org/officeDocument/2006/relationships/slideLayout" Target="../slideLayouts/slideLayout357.xml"/><Relationship Id="rId11" Type="http://schemas.openxmlformats.org/officeDocument/2006/relationships/slideLayout" Target="../slideLayouts/slideLayout356.xml"/><Relationship Id="rId10" Type="http://schemas.openxmlformats.org/officeDocument/2006/relationships/slideLayout" Target="../slideLayouts/slideLayout355.xml"/><Relationship Id="rId1" Type="http://schemas.openxmlformats.org/officeDocument/2006/relationships/slideLayout" Target="../slideLayouts/slideLayout346.xml"/></Relationships>
</file>

<file path=ppt/slideMasters/_rels/slideMaster25.xml.rels><?xml version="1.0" encoding="UTF-8" standalone="yes"?>
<Relationships xmlns="http://schemas.openxmlformats.org/package/2006/relationships"><Relationship Id="rId9" Type="http://schemas.openxmlformats.org/officeDocument/2006/relationships/slideLayout" Target="../slideLayouts/slideLayout369.xml"/><Relationship Id="rId8" Type="http://schemas.openxmlformats.org/officeDocument/2006/relationships/slideLayout" Target="../slideLayouts/slideLayout368.xml"/><Relationship Id="rId7" Type="http://schemas.openxmlformats.org/officeDocument/2006/relationships/slideLayout" Target="../slideLayouts/slideLayout367.xml"/><Relationship Id="rId6" Type="http://schemas.openxmlformats.org/officeDocument/2006/relationships/slideLayout" Target="../slideLayouts/slideLayout366.xml"/><Relationship Id="rId5" Type="http://schemas.openxmlformats.org/officeDocument/2006/relationships/slideLayout" Target="../slideLayouts/slideLayout365.xml"/><Relationship Id="rId4" Type="http://schemas.openxmlformats.org/officeDocument/2006/relationships/slideLayout" Target="../slideLayouts/slideLayout364.xml"/><Relationship Id="rId3" Type="http://schemas.openxmlformats.org/officeDocument/2006/relationships/slideLayout" Target="../slideLayouts/slideLayout363.xml"/><Relationship Id="rId2" Type="http://schemas.openxmlformats.org/officeDocument/2006/relationships/slideLayout" Target="../slideLayouts/slideLayout362.xml"/><Relationship Id="rId19" Type="http://schemas.openxmlformats.org/officeDocument/2006/relationships/theme" Target="../theme/theme25.xml"/><Relationship Id="rId18" Type="http://schemas.openxmlformats.org/officeDocument/2006/relationships/image" Target="../media/image1.png"/><Relationship Id="rId17" Type="http://schemas.openxmlformats.org/officeDocument/2006/relationships/tags" Target="../tags/tag50.xml"/><Relationship Id="rId16" Type="http://schemas.openxmlformats.org/officeDocument/2006/relationships/image" Target="../media/image2.png"/><Relationship Id="rId15" Type="http://schemas.openxmlformats.org/officeDocument/2006/relationships/slideLayout" Target="../slideLayouts/slideLayout375.xml"/><Relationship Id="rId14" Type="http://schemas.openxmlformats.org/officeDocument/2006/relationships/slideLayout" Target="../slideLayouts/slideLayout374.xml"/><Relationship Id="rId13" Type="http://schemas.openxmlformats.org/officeDocument/2006/relationships/slideLayout" Target="../slideLayouts/slideLayout373.xml"/><Relationship Id="rId12" Type="http://schemas.openxmlformats.org/officeDocument/2006/relationships/slideLayout" Target="../slideLayouts/slideLayout372.xml"/><Relationship Id="rId11" Type="http://schemas.openxmlformats.org/officeDocument/2006/relationships/slideLayout" Target="../slideLayouts/slideLayout371.xml"/><Relationship Id="rId10" Type="http://schemas.openxmlformats.org/officeDocument/2006/relationships/slideLayout" Target="../slideLayouts/slideLayout370.xml"/><Relationship Id="rId1" Type="http://schemas.openxmlformats.org/officeDocument/2006/relationships/slideLayout" Target="../slideLayouts/slideLayout36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6" name="文本占位符 5"/>
          <p:cNvSpPr>
            <a:spLocks noGrp="1"/>
          </p:cNvSpPr>
          <p:nvPr>
            <p:ph type="body" idx="1"/>
          </p:nvPr>
        </p:nvSpPr>
        <p:spPr>
          <a:xfrm>
            <a:off x="848411" y="2055043"/>
            <a:ext cx="9341964" cy="4318048"/>
          </a:xfrm>
          <a:prstGeom prst="rect">
            <a:avLst/>
          </a:prstGeom>
        </p:spPr>
        <p:txBody>
          <a:bodyPr vert="horz" lIns="91440" tIns="45720" rIns="91440" bIns="45720" rtlCol="0">
            <a:normAutofit/>
          </a:bodyPr>
          <a:lstStyle/>
          <a:p>
            <a:pPr lvl="2"/>
            <a:r>
              <a:rPr lang="en-US" altLang="zh-CN"/>
              <a:t>text</a:t>
            </a:r>
            <a:endParaRPr lang="zh-CN" altLang="en-US"/>
          </a:p>
        </p:txBody>
      </p:sp>
      <p:pic>
        <p:nvPicPr>
          <p:cNvPr id="3" name="图片 3"/>
          <p:cNvPicPr>
            <a:picLocks noChangeAspect="1"/>
          </p:cNvPicPr>
          <p:nvPr userDrawn="1">
            <p:custDataLst>
              <p:tags r:id="rId17"/>
            </p:custDataLst>
          </p:nvPr>
        </p:nvPicPr>
        <p:blipFill>
          <a:blip r:embed="rId18"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grpSp>
        <p:nvGrpSpPr>
          <p:cNvPr id="4" name="群組 3"/>
          <p:cNvGrpSpPr/>
          <p:nvPr userDrawn="1"/>
        </p:nvGrpSpPr>
        <p:grpSpPr>
          <a:xfrm>
            <a:off x="613481" y="3737885"/>
            <a:ext cx="11213145" cy="369333"/>
            <a:chOff x="613481" y="3737885"/>
            <a:chExt cx="11213145" cy="369333"/>
          </a:xfrm>
        </p:grpSpPr>
        <p:sp>
          <p:nvSpPr>
            <p:cNvPr id="7" name="文字方塊 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8" name="文字方塊 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9" name="文字方塊 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0" name="文字方塊 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1" name="群組 10"/>
          <p:cNvGrpSpPr/>
          <p:nvPr userDrawn="1"/>
        </p:nvGrpSpPr>
        <p:grpSpPr>
          <a:xfrm>
            <a:off x="1121481" y="1674381"/>
            <a:ext cx="11213145" cy="369333"/>
            <a:chOff x="613481" y="3737885"/>
            <a:chExt cx="11213145" cy="369333"/>
          </a:xfrm>
        </p:grpSpPr>
        <p:sp>
          <p:nvSpPr>
            <p:cNvPr id="12" name="文字方塊 11"/>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3" name="文字方塊 12"/>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4" name="文字方塊 13"/>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5" name="文字方塊 14"/>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6" name="群組 15"/>
          <p:cNvGrpSpPr/>
          <p:nvPr userDrawn="1"/>
        </p:nvGrpSpPr>
        <p:grpSpPr>
          <a:xfrm>
            <a:off x="1016082" y="5642940"/>
            <a:ext cx="11213145" cy="369333"/>
            <a:chOff x="613481" y="3737885"/>
            <a:chExt cx="11213145" cy="369333"/>
          </a:xfrm>
        </p:grpSpPr>
        <p:sp>
          <p:nvSpPr>
            <p:cNvPr id="17" name="文字方塊 1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8" name="文字方塊 1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9" name="文字方塊 1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20" name="文字方塊 1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ftr="0" dt="0"/>
  <p:txStyles>
    <p:titleStyle>
      <a:lvl1pPr algn="l" defTabSz="914400" rtl="0" eaLnBrk="1" latinLnBrk="0" hangingPunct="1">
        <a:lnSpc>
          <a:spcPct val="90000"/>
        </a:lnSpc>
        <a:spcBef>
          <a:spcPct val="0"/>
        </a:spcBef>
        <a:buNone/>
        <a:defRPr sz="3600" b="1" kern="1200">
          <a:solidFill>
            <a:schemeClr val="tx1"/>
          </a:solidFill>
          <a:latin typeface="Arial Black" panose="020B0A04020102020204" pitchFamily="34"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j-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6" name="文本占位符 5"/>
          <p:cNvSpPr>
            <a:spLocks noGrp="1"/>
          </p:cNvSpPr>
          <p:nvPr>
            <p:ph type="body" idx="1"/>
          </p:nvPr>
        </p:nvSpPr>
        <p:spPr>
          <a:xfrm>
            <a:off x="848411" y="2055043"/>
            <a:ext cx="9341964" cy="4318048"/>
          </a:xfrm>
          <a:prstGeom prst="rect">
            <a:avLst/>
          </a:prstGeom>
        </p:spPr>
        <p:txBody>
          <a:bodyPr vert="horz" lIns="91440" tIns="45720" rIns="91440" bIns="45720" rtlCol="0">
            <a:normAutofit/>
          </a:bodyPr>
          <a:lstStyle/>
          <a:p>
            <a:pPr lvl="2"/>
            <a:r>
              <a:rPr lang="en-US" altLang="zh-CN"/>
              <a:t>text</a:t>
            </a:r>
            <a:endParaRPr lang="zh-CN" altLang="en-US"/>
          </a:p>
        </p:txBody>
      </p:sp>
      <p:pic>
        <p:nvPicPr>
          <p:cNvPr id="3" name="图片 3"/>
          <p:cNvPicPr>
            <a:picLocks noChangeAspect="1"/>
          </p:cNvPicPr>
          <p:nvPr userDrawn="1">
            <p:custDataLst>
              <p:tags r:id="rId17"/>
            </p:custDataLst>
          </p:nvPr>
        </p:nvPicPr>
        <p:blipFill>
          <a:blip r:embed="rId18"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grpSp>
        <p:nvGrpSpPr>
          <p:cNvPr id="4" name="群組 3"/>
          <p:cNvGrpSpPr/>
          <p:nvPr userDrawn="1"/>
        </p:nvGrpSpPr>
        <p:grpSpPr>
          <a:xfrm>
            <a:off x="613481" y="3737885"/>
            <a:ext cx="11213145" cy="369333"/>
            <a:chOff x="613481" y="3737885"/>
            <a:chExt cx="11213145" cy="369333"/>
          </a:xfrm>
        </p:grpSpPr>
        <p:sp>
          <p:nvSpPr>
            <p:cNvPr id="7" name="文字方塊 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8" name="文字方塊 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9" name="文字方塊 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0" name="文字方塊 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1" name="群組 10"/>
          <p:cNvGrpSpPr/>
          <p:nvPr userDrawn="1"/>
        </p:nvGrpSpPr>
        <p:grpSpPr>
          <a:xfrm>
            <a:off x="1121481" y="1674381"/>
            <a:ext cx="11213145" cy="369333"/>
            <a:chOff x="613481" y="3737885"/>
            <a:chExt cx="11213145" cy="369333"/>
          </a:xfrm>
        </p:grpSpPr>
        <p:sp>
          <p:nvSpPr>
            <p:cNvPr id="12" name="文字方塊 11"/>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3" name="文字方塊 12"/>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4" name="文字方塊 13"/>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5" name="文字方塊 14"/>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6" name="群組 15"/>
          <p:cNvGrpSpPr/>
          <p:nvPr userDrawn="1"/>
        </p:nvGrpSpPr>
        <p:grpSpPr>
          <a:xfrm>
            <a:off x="1016082" y="5642940"/>
            <a:ext cx="11213145" cy="369333"/>
            <a:chOff x="613481" y="3737885"/>
            <a:chExt cx="11213145" cy="369333"/>
          </a:xfrm>
        </p:grpSpPr>
        <p:sp>
          <p:nvSpPr>
            <p:cNvPr id="17" name="文字方塊 1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8" name="文字方塊 1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9" name="文字方塊 1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20" name="文字方塊 1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Lst>
  <p:hf hdr="0" ftr="0" dt="0"/>
  <p:txStyles>
    <p:titleStyle>
      <a:lvl1pPr algn="l" defTabSz="914400" rtl="0" eaLnBrk="1" latinLnBrk="0" hangingPunct="1">
        <a:lnSpc>
          <a:spcPct val="90000"/>
        </a:lnSpc>
        <a:spcBef>
          <a:spcPct val="0"/>
        </a:spcBef>
        <a:buNone/>
        <a:defRPr sz="3600" b="1" kern="1200">
          <a:solidFill>
            <a:schemeClr val="tx1"/>
          </a:solidFill>
          <a:latin typeface="Arial Black" panose="020B0A04020102020204" pitchFamily="34"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j-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6" name="文本占位符 5"/>
          <p:cNvSpPr>
            <a:spLocks noGrp="1"/>
          </p:cNvSpPr>
          <p:nvPr>
            <p:ph type="body" idx="1"/>
          </p:nvPr>
        </p:nvSpPr>
        <p:spPr>
          <a:xfrm>
            <a:off x="848411" y="2055043"/>
            <a:ext cx="9341964" cy="4318048"/>
          </a:xfrm>
          <a:prstGeom prst="rect">
            <a:avLst/>
          </a:prstGeom>
        </p:spPr>
        <p:txBody>
          <a:bodyPr vert="horz" lIns="91440" tIns="45720" rIns="91440" bIns="45720" rtlCol="0">
            <a:normAutofit/>
          </a:bodyPr>
          <a:lstStyle/>
          <a:p>
            <a:pPr lvl="2"/>
            <a:r>
              <a:rPr lang="en-US" altLang="zh-CN"/>
              <a:t>text</a:t>
            </a:r>
            <a:endParaRPr lang="zh-CN" altLang="en-US"/>
          </a:p>
        </p:txBody>
      </p:sp>
      <p:pic>
        <p:nvPicPr>
          <p:cNvPr id="3" name="图片 3"/>
          <p:cNvPicPr>
            <a:picLocks noChangeAspect="1"/>
          </p:cNvPicPr>
          <p:nvPr userDrawn="1">
            <p:custDataLst>
              <p:tags r:id="rId17"/>
            </p:custDataLst>
          </p:nvPr>
        </p:nvPicPr>
        <p:blipFill>
          <a:blip r:embed="rId18"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grpSp>
        <p:nvGrpSpPr>
          <p:cNvPr id="4" name="群組 3"/>
          <p:cNvGrpSpPr/>
          <p:nvPr userDrawn="1"/>
        </p:nvGrpSpPr>
        <p:grpSpPr>
          <a:xfrm>
            <a:off x="613481" y="3737885"/>
            <a:ext cx="11213145" cy="369333"/>
            <a:chOff x="613481" y="3737885"/>
            <a:chExt cx="11213145" cy="369333"/>
          </a:xfrm>
        </p:grpSpPr>
        <p:sp>
          <p:nvSpPr>
            <p:cNvPr id="7" name="文字方塊 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8" name="文字方塊 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9" name="文字方塊 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0" name="文字方塊 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1" name="群組 10"/>
          <p:cNvGrpSpPr/>
          <p:nvPr userDrawn="1"/>
        </p:nvGrpSpPr>
        <p:grpSpPr>
          <a:xfrm>
            <a:off x="1121481" y="1674381"/>
            <a:ext cx="11213145" cy="369333"/>
            <a:chOff x="613481" y="3737885"/>
            <a:chExt cx="11213145" cy="369333"/>
          </a:xfrm>
        </p:grpSpPr>
        <p:sp>
          <p:nvSpPr>
            <p:cNvPr id="12" name="文字方塊 11"/>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3" name="文字方塊 12"/>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4" name="文字方塊 13"/>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5" name="文字方塊 14"/>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6" name="群組 15"/>
          <p:cNvGrpSpPr/>
          <p:nvPr userDrawn="1"/>
        </p:nvGrpSpPr>
        <p:grpSpPr>
          <a:xfrm>
            <a:off x="1016082" y="5642940"/>
            <a:ext cx="11213145" cy="369333"/>
            <a:chOff x="613481" y="3737885"/>
            <a:chExt cx="11213145" cy="369333"/>
          </a:xfrm>
        </p:grpSpPr>
        <p:sp>
          <p:nvSpPr>
            <p:cNvPr id="17" name="文字方塊 1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8" name="文字方塊 1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9" name="文字方塊 1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20" name="文字方塊 1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Lst>
  <p:hf hdr="0" ftr="0" dt="0"/>
  <p:txStyles>
    <p:titleStyle>
      <a:lvl1pPr algn="l" defTabSz="914400" rtl="0" eaLnBrk="1" latinLnBrk="0" hangingPunct="1">
        <a:lnSpc>
          <a:spcPct val="90000"/>
        </a:lnSpc>
        <a:spcBef>
          <a:spcPct val="0"/>
        </a:spcBef>
        <a:buNone/>
        <a:defRPr sz="3600" b="1" kern="1200">
          <a:solidFill>
            <a:schemeClr val="tx1"/>
          </a:solidFill>
          <a:latin typeface="Arial Black" panose="020B0A04020102020204" pitchFamily="34"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j-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6" name="文本占位符 5"/>
          <p:cNvSpPr>
            <a:spLocks noGrp="1"/>
          </p:cNvSpPr>
          <p:nvPr>
            <p:ph type="body" idx="1"/>
          </p:nvPr>
        </p:nvSpPr>
        <p:spPr>
          <a:xfrm>
            <a:off x="848411" y="2055043"/>
            <a:ext cx="9341964" cy="4318048"/>
          </a:xfrm>
          <a:prstGeom prst="rect">
            <a:avLst/>
          </a:prstGeom>
        </p:spPr>
        <p:txBody>
          <a:bodyPr vert="horz" lIns="91440" tIns="45720" rIns="91440" bIns="45720" rtlCol="0">
            <a:normAutofit/>
          </a:bodyPr>
          <a:lstStyle/>
          <a:p>
            <a:pPr lvl="2"/>
            <a:r>
              <a:rPr lang="en-US" altLang="zh-CN"/>
              <a:t>text</a:t>
            </a:r>
            <a:endParaRPr lang="zh-CN" altLang="en-US"/>
          </a:p>
        </p:txBody>
      </p:sp>
      <p:pic>
        <p:nvPicPr>
          <p:cNvPr id="3" name="图片 3"/>
          <p:cNvPicPr>
            <a:picLocks noChangeAspect="1"/>
          </p:cNvPicPr>
          <p:nvPr userDrawn="1">
            <p:custDataLst>
              <p:tags r:id="rId17"/>
            </p:custDataLst>
          </p:nvPr>
        </p:nvPicPr>
        <p:blipFill>
          <a:blip r:embed="rId18"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grpSp>
        <p:nvGrpSpPr>
          <p:cNvPr id="4" name="群組 3"/>
          <p:cNvGrpSpPr/>
          <p:nvPr userDrawn="1"/>
        </p:nvGrpSpPr>
        <p:grpSpPr>
          <a:xfrm>
            <a:off x="613481" y="3737885"/>
            <a:ext cx="11213145" cy="369333"/>
            <a:chOff x="613481" y="3737885"/>
            <a:chExt cx="11213145" cy="369333"/>
          </a:xfrm>
        </p:grpSpPr>
        <p:sp>
          <p:nvSpPr>
            <p:cNvPr id="7" name="文字方塊 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8" name="文字方塊 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9" name="文字方塊 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0" name="文字方塊 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1" name="群組 10"/>
          <p:cNvGrpSpPr/>
          <p:nvPr userDrawn="1"/>
        </p:nvGrpSpPr>
        <p:grpSpPr>
          <a:xfrm>
            <a:off x="1121481" y="1674381"/>
            <a:ext cx="11213145" cy="369333"/>
            <a:chOff x="613481" y="3737885"/>
            <a:chExt cx="11213145" cy="369333"/>
          </a:xfrm>
        </p:grpSpPr>
        <p:sp>
          <p:nvSpPr>
            <p:cNvPr id="12" name="文字方塊 11"/>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3" name="文字方塊 12"/>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4" name="文字方塊 13"/>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5" name="文字方塊 14"/>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6" name="群組 15"/>
          <p:cNvGrpSpPr/>
          <p:nvPr userDrawn="1"/>
        </p:nvGrpSpPr>
        <p:grpSpPr>
          <a:xfrm>
            <a:off x="1016082" y="5642940"/>
            <a:ext cx="11213145" cy="369333"/>
            <a:chOff x="613481" y="3737885"/>
            <a:chExt cx="11213145" cy="369333"/>
          </a:xfrm>
        </p:grpSpPr>
        <p:sp>
          <p:nvSpPr>
            <p:cNvPr id="17" name="文字方塊 1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8" name="文字方塊 1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9" name="文字方塊 1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20" name="文字方塊 1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Lst>
  <p:hf hdr="0" ftr="0" dt="0"/>
  <p:txStyles>
    <p:titleStyle>
      <a:lvl1pPr algn="l" defTabSz="914400" rtl="0" eaLnBrk="1" latinLnBrk="0" hangingPunct="1">
        <a:lnSpc>
          <a:spcPct val="90000"/>
        </a:lnSpc>
        <a:spcBef>
          <a:spcPct val="0"/>
        </a:spcBef>
        <a:buNone/>
        <a:defRPr sz="3600" b="1" kern="1200">
          <a:solidFill>
            <a:schemeClr val="tx1"/>
          </a:solidFill>
          <a:latin typeface="Arial Black" panose="020B0A04020102020204" pitchFamily="34"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j-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6" name="文本占位符 5"/>
          <p:cNvSpPr>
            <a:spLocks noGrp="1"/>
          </p:cNvSpPr>
          <p:nvPr>
            <p:ph type="body" idx="1"/>
          </p:nvPr>
        </p:nvSpPr>
        <p:spPr>
          <a:xfrm>
            <a:off x="848411" y="2055043"/>
            <a:ext cx="9341964" cy="4318048"/>
          </a:xfrm>
          <a:prstGeom prst="rect">
            <a:avLst/>
          </a:prstGeom>
        </p:spPr>
        <p:txBody>
          <a:bodyPr vert="horz" lIns="91440" tIns="45720" rIns="91440" bIns="45720" rtlCol="0">
            <a:normAutofit/>
          </a:bodyPr>
          <a:lstStyle/>
          <a:p>
            <a:pPr lvl="2"/>
            <a:r>
              <a:rPr lang="en-US" altLang="zh-CN"/>
              <a:t>text</a:t>
            </a:r>
            <a:endParaRPr lang="zh-CN" altLang="en-US"/>
          </a:p>
        </p:txBody>
      </p:sp>
      <p:pic>
        <p:nvPicPr>
          <p:cNvPr id="3" name="图片 3"/>
          <p:cNvPicPr>
            <a:picLocks noChangeAspect="1"/>
          </p:cNvPicPr>
          <p:nvPr userDrawn="1">
            <p:custDataLst>
              <p:tags r:id="rId17"/>
            </p:custDataLst>
          </p:nvPr>
        </p:nvPicPr>
        <p:blipFill>
          <a:blip r:embed="rId18"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grpSp>
        <p:nvGrpSpPr>
          <p:cNvPr id="4" name="群組 3"/>
          <p:cNvGrpSpPr/>
          <p:nvPr userDrawn="1"/>
        </p:nvGrpSpPr>
        <p:grpSpPr>
          <a:xfrm>
            <a:off x="613481" y="3737885"/>
            <a:ext cx="11213145" cy="369333"/>
            <a:chOff x="613481" y="3737885"/>
            <a:chExt cx="11213145" cy="369333"/>
          </a:xfrm>
        </p:grpSpPr>
        <p:sp>
          <p:nvSpPr>
            <p:cNvPr id="7" name="文字方塊 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8" name="文字方塊 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9" name="文字方塊 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0" name="文字方塊 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1" name="群組 10"/>
          <p:cNvGrpSpPr/>
          <p:nvPr userDrawn="1"/>
        </p:nvGrpSpPr>
        <p:grpSpPr>
          <a:xfrm>
            <a:off x="1121481" y="1674381"/>
            <a:ext cx="11213145" cy="369333"/>
            <a:chOff x="613481" y="3737885"/>
            <a:chExt cx="11213145" cy="369333"/>
          </a:xfrm>
        </p:grpSpPr>
        <p:sp>
          <p:nvSpPr>
            <p:cNvPr id="12" name="文字方塊 11"/>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3" name="文字方塊 12"/>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4" name="文字方塊 13"/>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5" name="文字方塊 14"/>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6" name="群組 15"/>
          <p:cNvGrpSpPr/>
          <p:nvPr userDrawn="1"/>
        </p:nvGrpSpPr>
        <p:grpSpPr>
          <a:xfrm>
            <a:off x="1016082" y="5642940"/>
            <a:ext cx="11213145" cy="369333"/>
            <a:chOff x="613481" y="3737885"/>
            <a:chExt cx="11213145" cy="369333"/>
          </a:xfrm>
        </p:grpSpPr>
        <p:sp>
          <p:nvSpPr>
            <p:cNvPr id="17" name="文字方塊 1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8" name="文字方塊 1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9" name="文字方塊 1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20" name="文字方塊 1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spTree>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 id="2147483727" r:id="rId15"/>
  </p:sldLayoutIdLst>
  <p:hf hdr="0" ftr="0" dt="0"/>
  <p:txStyles>
    <p:titleStyle>
      <a:lvl1pPr algn="l" defTabSz="914400" rtl="0" eaLnBrk="1" latinLnBrk="0" hangingPunct="1">
        <a:lnSpc>
          <a:spcPct val="90000"/>
        </a:lnSpc>
        <a:spcBef>
          <a:spcPct val="0"/>
        </a:spcBef>
        <a:buNone/>
        <a:defRPr sz="3600" b="1" kern="1200">
          <a:solidFill>
            <a:schemeClr val="tx1"/>
          </a:solidFill>
          <a:latin typeface="Arial Black" panose="020B0A04020102020204" pitchFamily="34"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j-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6" name="文本占位符 5"/>
          <p:cNvSpPr>
            <a:spLocks noGrp="1"/>
          </p:cNvSpPr>
          <p:nvPr>
            <p:ph type="body" idx="1"/>
          </p:nvPr>
        </p:nvSpPr>
        <p:spPr>
          <a:xfrm>
            <a:off x="848411" y="2055043"/>
            <a:ext cx="9341964" cy="4318048"/>
          </a:xfrm>
          <a:prstGeom prst="rect">
            <a:avLst/>
          </a:prstGeom>
        </p:spPr>
        <p:txBody>
          <a:bodyPr vert="horz" lIns="91440" tIns="45720" rIns="91440" bIns="45720" rtlCol="0">
            <a:normAutofit/>
          </a:bodyPr>
          <a:lstStyle/>
          <a:p>
            <a:pPr lvl="2"/>
            <a:r>
              <a:rPr lang="en-US" altLang="zh-CN"/>
              <a:t>text</a:t>
            </a:r>
            <a:endParaRPr lang="zh-CN" altLang="en-US"/>
          </a:p>
        </p:txBody>
      </p:sp>
      <p:pic>
        <p:nvPicPr>
          <p:cNvPr id="3" name="图片 3"/>
          <p:cNvPicPr>
            <a:picLocks noChangeAspect="1"/>
          </p:cNvPicPr>
          <p:nvPr userDrawn="1">
            <p:custDataLst>
              <p:tags r:id="rId17"/>
            </p:custDataLst>
          </p:nvPr>
        </p:nvPicPr>
        <p:blipFill>
          <a:blip r:embed="rId18"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grpSp>
        <p:nvGrpSpPr>
          <p:cNvPr id="4" name="群組 3"/>
          <p:cNvGrpSpPr/>
          <p:nvPr userDrawn="1"/>
        </p:nvGrpSpPr>
        <p:grpSpPr>
          <a:xfrm>
            <a:off x="613481" y="3737885"/>
            <a:ext cx="11213145" cy="369333"/>
            <a:chOff x="613481" y="3737885"/>
            <a:chExt cx="11213145" cy="369333"/>
          </a:xfrm>
        </p:grpSpPr>
        <p:sp>
          <p:nvSpPr>
            <p:cNvPr id="7" name="文字方塊 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8" name="文字方塊 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9" name="文字方塊 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0" name="文字方塊 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1" name="群組 10"/>
          <p:cNvGrpSpPr/>
          <p:nvPr userDrawn="1"/>
        </p:nvGrpSpPr>
        <p:grpSpPr>
          <a:xfrm>
            <a:off x="1121481" y="1674381"/>
            <a:ext cx="11213145" cy="369333"/>
            <a:chOff x="613481" y="3737885"/>
            <a:chExt cx="11213145" cy="369333"/>
          </a:xfrm>
        </p:grpSpPr>
        <p:sp>
          <p:nvSpPr>
            <p:cNvPr id="12" name="文字方塊 11"/>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3" name="文字方塊 12"/>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4" name="文字方塊 13"/>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5" name="文字方塊 14"/>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6" name="群組 15"/>
          <p:cNvGrpSpPr/>
          <p:nvPr userDrawn="1"/>
        </p:nvGrpSpPr>
        <p:grpSpPr>
          <a:xfrm>
            <a:off x="1016082" y="5642940"/>
            <a:ext cx="11213145" cy="369333"/>
            <a:chOff x="613481" y="3737885"/>
            <a:chExt cx="11213145" cy="369333"/>
          </a:xfrm>
        </p:grpSpPr>
        <p:sp>
          <p:nvSpPr>
            <p:cNvPr id="17" name="文字方塊 1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8" name="文字方塊 1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9" name="文字方塊 1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20" name="文字方塊 1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Lst>
  <p:hf hdr="0" ftr="0" dt="0"/>
  <p:txStyles>
    <p:titleStyle>
      <a:lvl1pPr algn="l" defTabSz="914400" rtl="0" eaLnBrk="1" latinLnBrk="0" hangingPunct="1">
        <a:lnSpc>
          <a:spcPct val="90000"/>
        </a:lnSpc>
        <a:spcBef>
          <a:spcPct val="0"/>
        </a:spcBef>
        <a:buNone/>
        <a:defRPr sz="3600" b="1" kern="1200">
          <a:solidFill>
            <a:schemeClr val="tx1"/>
          </a:solidFill>
          <a:latin typeface="Arial Black" panose="020B0A04020102020204" pitchFamily="34"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j-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6" name="文本占位符 5"/>
          <p:cNvSpPr>
            <a:spLocks noGrp="1"/>
          </p:cNvSpPr>
          <p:nvPr>
            <p:ph type="body" idx="1"/>
          </p:nvPr>
        </p:nvSpPr>
        <p:spPr>
          <a:xfrm>
            <a:off x="848411" y="2055043"/>
            <a:ext cx="9341964" cy="4318048"/>
          </a:xfrm>
          <a:prstGeom prst="rect">
            <a:avLst/>
          </a:prstGeom>
        </p:spPr>
        <p:txBody>
          <a:bodyPr vert="horz" lIns="91440" tIns="45720" rIns="91440" bIns="45720" rtlCol="0">
            <a:normAutofit/>
          </a:bodyPr>
          <a:lstStyle/>
          <a:p>
            <a:pPr lvl="2"/>
            <a:r>
              <a:rPr lang="en-US" altLang="zh-CN"/>
              <a:t>text</a:t>
            </a:r>
            <a:endParaRPr lang="zh-CN" altLang="en-US"/>
          </a:p>
        </p:txBody>
      </p:sp>
      <p:pic>
        <p:nvPicPr>
          <p:cNvPr id="3" name="图片 3"/>
          <p:cNvPicPr>
            <a:picLocks noChangeAspect="1"/>
          </p:cNvPicPr>
          <p:nvPr userDrawn="1">
            <p:custDataLst>
              <p:tags r:id="rId17"/>
            </p:custDataLst>
          </p:nvPr>
        </p:nvPicPr>
        <p:blipFill>
          <a:blip r:embed="rId18"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grpSp>
        <p:nvGrpSpPr>
          <p:cNvPr id="4" name="群組 3"/>
          <p:cNvGrpSpPr/>
          <p:nvPr userDrawn="1"/>
        </p:nvGrpSpPr>
        <p:grpSpPr>
          <a:xfrm>
            <a:off x="613481" y="3737885"/>
            <a:ext cx="11213145" cy="369333"/>
            <a:chOff x="613481" y="3737885"/>
            <a:chExt cx="11213145" cy="369333"/>
          </a:xfrm>
        </p:grpSpPr>
        <p:sp>
          <p:nvSpPr>
            <p:cNvPr id="7" name="文字方塊 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8" name="文字方塊 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9" name="文字方塊 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0" name="文字方塊 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1" name="群組 10"/>
          <p:cNvGrpSpPr/>
          <p:nvPr userDrawn="1"/>
        </p:nvGrpSpPr>
        <p:grpSpPr>
          <a:xfrm>
            <a:off x="1121481" y="1674381"/>
            <a:ext cx="11213145" cy="369333"/>
            <a:chOff x="613481" y="3737885"/>
            <a:chExt cx="11213145" cy="369333"/>
          </a:xfrm>
        </p:grpSpPr>
        <p:sp>
          <p:nvSpPr>
            <p:cNvPr id="12" name="文字方塊 11"/>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3" name="文字方塊 12"/>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4" name="文字方塊 13"/>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5" name="文字方塊 14"/>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6" name="群組 15"/>
          <p:cNvGrpSpPr/>
          <p:nvPr userDrawn="1"/>
        </p:nvGrpSpPr>
        <p:grpSpPr>
          <a:xfrm>
            <a:off x="1016082" y="5642940"/>
            <a:ext cx="11213145" cy="369333"/>
            <a:chOff x="613481" y="3737885"/>
            <a:chExt cx="11213145" cy="369333"/>
          </a:xfrm>
        </p:grpSpPr>
        <p:sp>
          <p:nvSpPr>
            <p:cNvPr id="17" name="文字方塊 1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8" name="文字方塊 1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9" name="文字方塊 1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20" name="文字方塊 1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Lst>
  <p:hf hdr="0" ftr="0" dt="0"/>
  <p:txStyles>
    <p:titleStyle>
      <a:lvl1pPr algn="l" defTabSz="914400" rtl="0" eaLnBrk="1" latinLnBrk="0" hangingPunct="1">
        <a:lnSpc>
          <a:spcPct val="90000"/>
        </a:lnSpc>
        <a:spcBef>
          <a:spcPct val="0"/>
        </a:spcBef>
        <a:buNone/>
        <a:defRPr sz="3600" b="1" kern="1200">
          <a:solidFill>
            <a:schemeClr val="tx1"/>
          </a:solidFill>
          <a:latin typeface="Arial Black" panose="020B0A04020102020204" pitchFamily="34"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j-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6" name="文本占位符 5"/>
          <p:cNvSpPr>
            <a:spLocks noGrp="1"/>
          </p:cNvSpPr>
          <p:nvPr>
            <p:ph type="body" idx="1"/>
          </p:nvPr>
        </p:nvSpPr>
        <p:spPr>
          <a:xfrm>
            <a:off x="848411" y="2055043"/>
            <a:ext cx="9341964" cy="4318048"/>
          </a:xfrm>
          <a:prstGeom prst="rect">
            <a:avLst/>
          </a:prstGeom>
        </p:spPr>
        <p:txBody>
          <a:bodyPr vert="horz" lIns="91440" tIns="45720" rIns="91440" bIns="45720" rtlCol="0">
            <a:normAutofit/>
          </a:bodyPr>
          <a:lstStyle/>
          <a:p>
            <a:pPr lvl="2"/>
            <a:r>
              <a:rPr lang="en-US" altLang="zh-CN"/>
              <a:t>text</a:t>
            </a:r>
            <a:endParaRPr lang="zh-CN" altLang="en-US"/>
          </a:p>
        </p:txBody>
      </p:sp>
      <p:pic>
        <p:nvPicPr>
          <p:cNvPr id="3" name="图片 3"/>
          <p:cNvPicPr>
            <a:picLocks noChangeAspect="1"/>
          </p:cNvPicPr>
          <p:nvPr userDrawn="1">
            <p:custDataLst>
              <p:tags r:id="rId17"/>
            </p:custDataLst>
          </p:nvPr>
        </p:nvPicPr>
        <p:blipFill>
          <a:blip r:embed="rId18"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grpSp>
        <p:nvGrpSpPr>
          <p:cNvPr id="4" name="群組 3"/>
          <p:cNvGrpSpPr/>
          <p:nvPr userDrawn="1"/>
        </p:nvGrpSpPr>
        <p:grpSpPr>
          <a:xfrm>
            <a:off x="613481" y="3737885"/>
            <a:ext cx="11213145" cy="369333"/>
            <a:chOff x="613481" y="3737885"/>
            <a:chExt cx="11213145" cy="369333"/>
          </a:xfrm>
        </p:grpSpPr>
        <p:sp>
          <p:nvSpPr>
            <p:cNvPr id="7" name="文字方塊 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8" name="文字方塊 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9" name="文字方塊 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0" name="文字方塊 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1" name="群組 10"/>
          <p:cNvGrpSpPr/>
          <p:nvPr userDrawn="1"/>
        </p:nvGrpSpPr>
        <p:grpSpPr>
          <a:xfrm>
            <a:off x="1121481" y="1674381"/>
            <a:ext cx="11213145" cy="369333"/>
            <a:chOff x="613481" y="3737885"/>
            <a:chExt cx="11213145" cy="369333"/>
          </a:xfrm>
        </p:grpSpPr>
        <p:sp>
          <p:nvSpPr>
            <p:cNvPr id="12" name="文字方塊 11"/>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3" name="文字方塊 12"/>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4" name="文字方塊 13"/>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5" name="文字方塊 14"/>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6" name="群組 15"/>
          <p:cNvGrpSpPr/>
          <p:nvPr userDrawn="1"/>
        </p:nvGrpSpPr>
        <p:grpSpPr>
          <a:xfrm>
            <a:off x="1016082" y="5642940"/>
            <a:ext cx="11213145" cy="369333"/>
            <a:chOff x="613481" y="3737885"/>
            <a:chExt cx="11213145" cy="369333"/>
          </a:xfrm>
        </p:grpSpPr>
        <p:sp>
          <p:nvSpPr>
            <p:cNvPr id="17" name="文字方塊 1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8" name="文字方塊 1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9" name="文字方塊 1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20" name="文字方塊 1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spTree>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 id="2147483772" r:id="rId12"/>
    <p:sldLayoutId id="2147483773" r:id="rId13"/>
    <p:sldLayoutId id="2147483774" r:id="rId14"/>
    <p:sldLayoutId id="2147483775" r:id="rId15"/>
  </p:sldLayoutIdLst>
  <p:hf hdr="0" ftr="0" dt="0"/>
  <p:txStyles>
    <p:titleStyle>
      <a:lvl1pPr algn="l" defTabSz="914400" rtl="0" eaLnBrk="1" latinLnBrk="0" hangingPunct="1">
        <a:lnSpc>
          <a:spcPct val="90000"/>
        </a:lnSpc>
        <a:spcBef>
          <a:spcPct val="0"/>
        </a:spcBef>
        <a:buNone/>
        <a:defRPr sz="3600" b="1" kern="1200">
          <a:solidFill>
            <a:schemeClr val="tx1"/>
          </a:solidFill>
          <a:latin typeface="Arial Black" panose="020B0A04020102020204" pitchFamily="34"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j-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6" name="文本占位符 5"/>
          <p:cNvSpPr>
            <a:spLocks noGrp="1"/>
          </p:cNvSpPr>
          <p:nvPr>
            <p:ph type="body" idx="1"/>
          </p:nvPr>
        </p:nvSpPr>
        <p:spPr>
          <a:xfrm>
            <a:off x="848411" y="2055043"/>
            <a:ext cx="9341964" cy="4318048"/>
          </a:xfrm>
          <a:prstGeom prst="rect">
            <a:avLst/>
          </a:prstGeom>
        </p:spPr>
        <p:txBody>
          <a:bodyPr vert="horz" lIns="91440" tIns="45720" rIns="91440" bIns="45720" rtlCol="0">
            <a:normAutofit/>
          </a:bodyPr>
          <a:lstStyle/>
          <a:p>
            <a:pPr lvl="2"/>
            <a:r>
              <a:rPr lang="en-US" altLang="zh-CN"/>
              <a:t>text</a:t>
            </a:r>
            <a:endParaRPr lang="zh-CN" altLang="en-US"/>
          </a:p>
        </p:txBody>
      </p:sp>
      <p:pic>
        <p:nvPicPr>
          <p:cNvPr id="3" name="图片 3"/>
          <p:cNvPicPr>
            <a:picLocks noChangeAspect="1"/>
          </p:cNvPicPr>
          <p:nvPr userDrawn="1">
            <p:custDataLst>
              <p:tags r:id="rId17"/>
            </p:custDataLst>
          </p:nvPr>
        </p:nvPicPr>
        <p:blipFill>
          <a:blip r:embed="rId18"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grpSp>
        <p:nvGrpSpPr>
          <p:cNvPr id="4" name="群組 3"/>
          <p:cNvGrpSpPr/>
          <p:nvPr userDrawn="1"/>
        </p:nvGrpSpPr>
        <p:grpSpPr>
          <a:xfrm>
            <a:off x="613481" y="3737885"/>
            <a:ext cx="11213145" cy="369333"/>
            <a:chOff x="613481" y="3737885"/>
            <a:chExt cx="11213145" cy="369333"/>
          </a:xfrm>
        </p:grpSpPr>
        <p:sp>
          <p:nvSpPr>
            <p:cNvPr id="7" name="文字方塊 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8" name="文字方塊 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9" name="文字方塊 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0" name="文字方塊 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1" name="群組 10"/>
          <p:cNvGrpSpPr/>
          <p:nvPr userDrawn="1"/>
        </p:nvGrpSpPr>
        <p:grpSpPr>
          <a:xfrm>
            <a:off x="1121481" y="1674381"/>
            <a:ext cx="11213145" cy="369333"/>
            <a:chOff x="613481" y="3737885"/>
            <a:chExt cx="11213145" cy="369333"/>
          </a:xfrm>
        </p:grpSpPr>
        <p:sp>
          <p:nvSpPr>
            <p:cNvPr id="12" name="文字方塊 11"/>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3" name="文字方塊 12"/>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4" name="文字方塊 13"/>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5" name="文字方塊 14"/>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6" name="群組 15"/>
          <p:cNvGrpSpPr/>
          <p:nvPr userDrawn="1"/>
        </p:nvGrpSpPr>
        <p:grpSpPr>
          <a:xfrm>
            <a:off x="1016082" y="5642940"/>
            <a:ext cx="11213145" cy="369333"/>
            <a:chOff x="613481" y="3737885"/>
            <a:chExt cx="11213145" cy="369333"/>
          </a:xfrm>
        </p:grpSpPr>
        <p:sp>
          <p:nvSpPr>
            <p:cNvPr id="17" name="文字方塊 1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8" name="文字方塊 1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9" name="文字方塊 1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20" name="文字方塊 1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spTree>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 id="2147483788" r:id="rId12"/>
    <p:sldLayoutId id="2147483789" r:id="rId13"/>
    <p:sldLayoutId id="2147483790" r:id="rId14"/>
    <p:sldLayoutId id="2147483791" r:id="rId15"/>
  </p:sldLayoutIdLst>
  <p:hf hdr="0" ftr="0" dt="0"/>
  <p:txStyles>
    <p:titleStyle>
      <a:lvl1pPr algn="l" defTabSz="914400" rtl="0" eaLnBrk="1" latinLnBrk="0" hangingPunct="1">
        <a:lnSpc>
          <a:spcPct val="90000"/>
        </a:lnSpc>
        <a:spcBef>
          <a:spcPct val="0"/>
        </a:spcBef>
        <a:buNone/>
        <a:defRPr sz="3600" b="1" kern="1200">
          <a:solidFill>
            <a:schemeClr val="tx1"/>
          </a:solidFill>
          <a:latin typeface="Arial Black" panose="020B0A04020102020204" pitchFamily="34"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j-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6" name="文本占位符 5"/>
          <p:cNvSpPr>
            <a:spLocks noGrp="1"/>
          </p:cNvSpPr>
          <p:nvPr>
            <p:ph type="body" idx="1"/>
          </p:nvPr>
        </p:nvSpPr>
        <p:spPr>
          <a:xfrm>
            <a:off x="848411" y="2055043"/>
            <a:ext cx="9341964" cy="4318048"/>
          </a:xfrm>
          <a:prstGeom prst="rect">
            <a:avLst/>
          </a:prstGeom>
        </p:spPr>
        <p:txBody>
          <a:bodyPr vert="horz" lIns="91440" tIns="45720" rIns="91440" bIns="45720" rtlCol="0">
            <a:normAutofit/>
          </a:bodyPr>
          <a:lstStyle/>
          <a:p>
            <a:pPr lvl="2"/>
            <a:r>
              <a:rPr lang="en-US" altLang="zh-CN"/>
              <a:t>text</a:t>
            </a:r>
            <a:endParaRPr lang="zh-CN" altLang="en-US"/>
          </a:p>
        </p:txBody>
      </p:sp>
      <p:pic>
        <p:nvPicPr>
          <p:cNvPr id="3" name="图片 3"/>
          <p:cNvPicPr>
            <a:picLocks noChangeAspect="1"/>
          </p:cNvPicPr>
          <p:nvPr userDrawn="1">
            <p:custDataLst>
              <p:tags r:id="rId17"/>
            </p:custDataLst>
          </p:nvPr>
        </p:nvPicPr>
        <p:blipFill>
          <a:blip r:embed="rId18"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grpSp>
        <p:nvGrpSpPr>
          <p:cNvPr id="4" name="群組 3"/>
          <p:cNvGrpSpPr/>
          <p:nvPr userDrawn="1"/>
        </p:nvGrpSpPr>
        <p:grpSpPr>
          <a:xfrm>
            <a:off x="613481" y="3737885"/>
            <a:ext cx="11213145" cy="369333"/>
            <a:chOff x="613481" y="3737885"/>
            <a:chExt cx="11213145" cy="369333"/>
          </a:xfrm>
        </p:grpSpPr>
        <p:sp>
          <p:nvSpPr>
            <p:cNvPr id="7" name="文字方塊 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8" name="文字方塊 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9" name="文字方塊 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0" name="文字方塊 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1" name="群組 10"/>
          <p:cNvGrpSpPr/>
          <p:nvPr userDrawn="1"/>
        </p:nvGrpSpPr>
        <p:grpSpPr>
          <a:xfrm>
            <a:off x="1121481" y="1674381"/>
            <a:ext cx="11213145" cy="369333"/>
            <a:chOff x="613481" y="3737885"/>
            <a:chExt cx="11213145" cy="369333"/>
          </a:xfrm>
        </p:grpSpPr>
        <p:sp>
          <p:nvSpPr>
            <p:cNvPr id="12" name="文字方塊 11"/>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3" name="文字方塊 12"/>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4" name="文字方塊 13"/>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5" name="文字方塊 14"/>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6" name="群組 15"/>
          <p:cNvGrpSpPr/>
          <p:nvPr userDrawn="1"/>
        </p:nvGrpSpPr>
        <p:grpSpPr>
          <a:xfrm>
            <a:off x="1016082" y="5642940"/>
            <a:ext cx="11213145" cy="369333"/>
            <a:chOff x="613481" y="3737885"/>
            <a:chExt cx="11213145" cy="369333"/>
          </a:xfrm>
        </p:grpSpPr>
        <p:sp>
          <p:nvSpPr>
            <p:cNvPr id="17" name="文字方塊 1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8" name="文字方塊 1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9" name="文字方塊 1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20" name="文字方塊 1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4" r:id="rId12"/>
    <p:sldLayoutId id="2147483805" r:id="rId13"/>
    <p:sldLayoutId id="2147483806" r:id="rId14"/>
    <p:sldLayoutId id="2147483807" r:id="rId15"/>
  </p:sldLayoutIdLst>
  <p:hf hdr="0" ftr="0" dt="0"/>
  <p:txStyles>
    <p:titleStyle>
      <a:lvl1pPr algn="l" defTabSz="914400" rtl="0" eaLnBrk="1" latinLnBrk="0" hangingPunct="1">
        <a:lnSpc>
          <a:spcPct val="90000"/>
        </a:lnSpc>
        <a:spcBef>
          <a:spcPct val="0"/>
        </a:spcBef>
        <a:buNone/>
        <a:defRPr sz="3600" b="1" kern="1200">
          <a:solidFill>
            <a:schemeClr val="tx1"/>
          </a:solidFill>
          <a:latin typeface="Arial Black" panose="020B0A04020102020204" pitchFamily="34"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j-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6" name="文本占位符 5"/>
          <p:cNvSpPr>
            <a:spLocks noGrp="1"/>
          </p:cNvSpPr>
          <p:nvPr>
            <p:ph type="body" idx="1"/>
          </p:nvPr>
        </p:nvSpPr>
        <p:spPr>
          <a:xfrm>
            <a:off x="848411" y="2055043"/>
            <a:ext cx="9341964" cy="4318048"/>
          </a:xfrm>
          <a:prstGeom prst="rect">
            <a:avLst/>
          </a:prstGeom>
        </p:spPr>
        <p:txBody>
          <a:bodyPr vert="horz" lIns="91440" tIns="45720" rIns="91440" bIns="45720" rtlCol="0">
            <a:normAutofit/>
          </a:bodyPr>
          <a:lstStyle/>
          <a:p>
            <a:pPr lvl="2"/>
            <a:r>
              <a:rPr lang="en-US" altLang="zh-CN"/>
              <a:t>text</a:t>
            </a:r>
            <a:endParaRPr lang="zh-CN" altLang="en-US"/>
          </a:p>
        </p:txBody>
      </p:sp>
      <p:pic>
        <p:nvPicPr>
          <p:cNvPr id="3" name="图片 3"/>
          <p:cNvPicPr>
            <a:picLocks noChangeAspect="1"/>
          </p:cNvPicPr>
          <p:nvPr userDrawn="1">
            <p:custDataLst>
              <p:tags r:id="rId17"/>
            </p:custDataLst>
          </p:nvPr>
        </p:nvPicPr>
        <p:blipFill>
          <a:blip r:embed="rId18"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grpSp>
        <p:nvGrpSpPr>
          <p:cNvPr id="4" name="群組 3"/>
          <p:cNvGrpSpPr/>
          <p:nvPr userDrawn="1"/>
        </p:nvGrpSpPr>
        <p:grpSpPr>
          <a:xfrm>
            <a:off x="613481" y="3737885"/>
            <a:ext cx="11213145" cy="369333"/>
            <a:chOff x="613481" y="3737885"/>
            <a:chExt cx="11213145" cy="369333"/>
          </a:xfrm>
        </p:grpSpPr>
        <p:sp>
          <p:nvSpPr>
            <p:cNvPr id="7" name="文字方塊 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8" name="文字方塊 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9" name="文字方塊 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0" name="文字方塊 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1" name="群組 10"/>
          <p:cNvGrpSpPr/>
          <p:nvPr userDrawn="1"/>
        </p:nvGrpSpPr>
        <p:grpSpPr>
          <a:xfrm>
            <a:off x="1121481" y="1674381"/>
            <a:ext cx="11213145" cy="369333"/>
            <a:chOff x="613481" y="3737885"/>
            <a:chExt cx="11213145" cy="369333"/>
          </a:xfrm>
        </p:grpSpPr>
        <p:sp>
          <p:nvSpPr>
            <p:cNvPr id="12" name="文字方塊 11"/>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3" name="文字方塊 12"/>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4" name="文字方塊 13"/>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5" name="文字方塊 14"/>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6" name="群組 15"/>
          <p:cNvGrpSpPr/>
          <p:nvPr userDrawn="1"/>
        </p:nvGrpSpPr>
        <p:grpSpPr>
          <a:xfrm>
            <a:off x="1016082" y="5642940"/>
            <a:ext cx="11213145" cy="369333"/>
            <a:chOff x="613481" y="3737885"/>
            <a:chExt cx="11213145" cy="369333"/>
          </a:xfrm>
        </p:grpSpPr>
        <p:sp>
          <p:nvSpPr>
            <p:cNvPr id="17" name="文字方塊 1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8" name="文字方塊 1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9" name="文字方塊 1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20" name="文字方塊 1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spTree>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 id="2147483820" r:id="rId12"/>
    <p:sldLayoutId id="2147483821" r:id="rId13"/>
    <p:sldLayoutId id="2147483822" r:id="rId14"/>
    <p:sldLayoutId id="2147483823" r:id="rId15"/>
  </p:sldLayoutIdLst>
  <p:hf hdr="0" ftr="0" dt="0"/>
  <p:txStyles>
    <p:titleStyle>
      <a:lvl1pPr algn="l" defTabSz="914400" rtl="0" eaLnBrk="1" latinLnBrk="0" hangingPunct="1">
        <a:lnSpc>
          <a:spcPct val="90000"/>
        </a:lnSpc>
        <a:spcBef>
          <a:spcPct val="0"/>
        </a:spcBef>
        <a:buNone/>
        <a:defRPr sz="3600" b="1" kern="1200">
          <a:solidFill>
            <a:schemeClr val="tx1"/>
          </a:solidFill>
          <a:latin typeface="Arial Black" panose="020B0A04020102020204" pitchFamily="34"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j-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6" name="文本占位符 5"/>
          <p:cNvSpPr>
            <a:spLocks noGrp="1"/>
          </p:cNvSpPr>
          <p:nvPr>
            <p:ph type="body" idx="1"/>
          </p:nvPr>
        </p:nvSpPr>
        <p:spPr>
          <a:xfrm>
            <a:off x="848411" y="2055043"/>
            <a:ext cx="9341964" cy="4318048"/>
          </a:xfrm>
          <a:prstGeom prst="rect">
            <a:avLst/>
          </a:prstGeom>
        </p:spPr>
        <p:txBody>
          <a:bodyPr vert="horz" lIns="91440" tIns="45720" rIns="91440" bIns="45720" rtlCol="0">
            <a:normAutofit/>
          </a:bodyPr>
          <a:lstStyle/>
          <a:p>
            <a:pPr lvl="2"/>
            <a:r>
              <a:rPr lang="en-US" altLang="zh-CN"/>
              <a:t>text</a:t>
            </a:r>
            <a:endParaRPr lang="zh-CN" altLang="en-US"/>
          </a:p>
        </p:txBody>
      </p:sp>
      <p:pic>
        <p:nvPicPr>
          <p:cNvPr id="3" name="图片 3"/>
          <p:cNvPicPr>
            <a:picLocks noChangeAspect="1"/>
          </p:cNvPicPr>
          <p:nvPr userDrawn="1">
            <p:custDataLst>
              <p:tags r:id="rId17"/>
            </p:custDataLst>
          </p:nvPr>
        </p:nvPicPr>
        <p:blipFill>
          <a:blip r:embed="rId18"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grpSp>
        <p:nvGrpSpPr>
          <p:cNvPr id="4" name="群組 3"/>
          <p:cNvGrpSpPr/>
          <p:nvPr userDrawn="1"/>
        </p:nvGrpSpPr>
        <p:grpSpPr>
          <a:xfrm>
            <a:off x="613481" y="3737885"/>
            <a:ext cx="11213145" cy="369333"/>
            <a:chOff x="613481" y="3737885"/>
            <a:chExt cx="11213145" cy="369333"/>
          </a:xfrm>
        </p:grpSpPr>
        <p:sp>
          <p:nvSpPr>
            <p:cNvPr id="7" name="文字方塊 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8" name="文字方塊 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9" name="文字方塊 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0" name="文字方塊 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1" name="群組 10"/>
          <p:cNvGrpSpPr/>
          <p:nvPr userDrawn="1"/>
        </p:nvGrpSpPr>
        <p:grpSpPr>
          <a:xfrm>
            <a:off x="1121481" y="1674381"/>
            <a:ext cx="11213145" cy="369333"/>
            <a:chOff x="613481" y="3737885"/>
            <a:chExt cx="11213145" cy="369333"/>
          </a:xfrm>
        </p:grpSpPr>
        <p:sp>
          <p:nvSpPr>
            <p:cNvPr id="12" name="文字方塊 11"/>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3" name="文字方塊 12"/>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4" name="文字方塊 13"/>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5" name="文字方塊 14"/>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6" name="群組 15"/>
          <p:cNvGrpSpPr/>
          <p:nvPr userDrawn="1"/>
        </p:nvGrpSpPr>
        <p:grpSpPr>
          <a:xfrm>
            <a:off x="1016082" y="5642940"/>
            <a:ext cx="11213145" cy="369333"/>
            <a:chOff x="613481" y="3737885"/>
            <a:chExt cx="11213145" cy="369333"/>
          </a:xfrm>
        </p:grpSpPr>
        <p:sp>
          <p:nvSpPr>
            <p:cNvPr id="17" name="文字方塊 1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8" name="文字方塊 1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9" name="文字方塊 1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20" name="文字方塊 1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spTree>
  </p:cSld>
  <p:clrMap bg1="lt1" tx1="dk1" bg2="lt2" tx2="dk2" accent1="accent1" accent2="accent2" accent3="accent3" accent4="accent4" accent5="accent5" accent6="accent6" hlink="hlink" folHlink="folHlink"/>
  <p:sldLayoutIdLst>
    <p:sldLayoutId id="2147483825" r:id="rId1"/>
    <p:sldLayoutId id="2147483826" r:id="rId2"/>
    <p:sldLayoutId id="2147483827" r:id="rId3"/>
    <p:sldLayoutId id="2147483828" r:id="rId4"/>
    <p:sldLayoutId id="2147483829" r:id="rId5"/>
    <p:sldLayoutId id="2147483830" r:id="rId6"/>
    <p:sldLayoutId id="2147483831" r:id="rId7"/>
    <p:sldLayoutId id="2147483832" r:id="rId8"/>
    <p:sldLayoutId id="2147483833" r:id="rId9"/>
    <p:sldLayoutId id="2147483834" r:id="rId10"/>
    <p:sldLayoutId id="2147483835" r:id="rId11"/>
    <p:sldLayoutId id="2147483836" r:id="rId12"/>
    <p:sldLayoutId id="2147483837" r:id="rId13"/>
    <p:sldLayoutId id="2147483838" r:id="rId14"/>
    <p:sldLayoutId id="2147483839" r:id="rId15"/>
  </p:sldLayoutIdLst>
  <p:hf hdr="0" ftr="0" dt="0"/>
  <p:txStyles>
    <p:titleStyle>
      <a:lvl1pPr algn="l" defTabSz="914400" rtl="0" eaLnBrk="1" latinLnBrk="0" hangingPunct="1">
        <a:lnSpc>
          <a:spcPct val="90000"/>
        </a:lnSpc>
        <a:spcBef>
          <a:spcPct val="0"/>
        </a:spcBef>
        <a:buNone/>
        <a:defRPr sz="3600" b="1" kern="1200">
          <a:solidFill>
            <a:schemeClr val="tx1"/>
          </a:solidFill>
          <a:latin typeface="Arial Black" panose="020B0A04020102020204" pitchFamily="34"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j-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6" name="文本占位符 5"/>
          <p:cNvSpPr>
            <a:spLocks noGrp="1"/>
          </p:cNvSpPr>
          <p:nvPr>
            <p:ph type="body" idx="1"/>
          </p:nvPr>
        </p:nvSpPr>
        <p:spPr>
          <a:xfrm>
            <a:off x="848411" y="2055043"/>
            <a:ext cx="9341964" cy="4318048"/>
          </a:xfrm>
          <a:prstGeom prst="rect">
            <a:avLst/>
          </a:prstGeom>
        </p:spPr>
        <p:txBody>
          <a:bodyPr vert="horz" lIns="91440" tIns="45720" rIns="91440" bIns="45720" rtlCol="0">
            <a:normAutofit/>
          </a:bodyPr>
          <a:lstStyle/>
          <a:p>
            <a:pPr lvl="2"/>
            <a:r>
              <a:rPr lang="en-US" altLang="zh-CN"/>
              <a:t>text</a:t>
            </a:r>
            <a:endParaRPr lang="zh-CN" altLang="en-US"/>
          </a:p>
        </p:txBody>
      </p:sp>
      <p:pic>
        <p:nvPicPr>
          <p:cNvPr id="3" name="图片 3"/>
          <p:cNvPicPr>
            <a:picLocks noChangeAspect="1"/>
          </p:cNvPicPr>
          <p:nvPr userDrawn="1">
            <p:custDataLst>
              <p:tags r:id="rId17"/>
            </p:custDataLst>
          </p:nvPr>
        </p:nvPicPr>
        <p:blipFill>
          <a:blip r:embed="rId18"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grpSp>
        <p:nvGrpSpPr>
          <p:cNvPr id="4" name="群組 3"/>
          <p:cNvGrpSpPr/>
          <p:nvPr userDrawn="1"/>
        </p:nvGrpSpPr>
        <p:grpSpPr>
          <a:xfrm>
            <a:off x="613481" y="3737885"/>
            <a:ext cx="11213145" cy="369333"/>
            <a:chOff x="613481" y="3737885"/>
            <a:chExt cx="11213145" cy="369333"/>
          </a:xfrm>
        </p:grpSpPr>
        <p:sp>
          <p:nvSpPr>
            <p:cNvPr id="7" name="文字方塊 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8" name="文字方塊 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9" name="文字方塊 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0" name="文字方塊 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1" name="群組 10"/>
          <p:cNvGrpSpPr/>
          <p:nvPr userDrawn="1"/>
        </p:nvGrpSpPr>
        <p:grpSpPr>
          <a:xfrm>
            <a:off x="1121481" y="1674381"/>
            <a:ext cx="11213145" cy="369333"/>
            <a:chOff x="613481" y="3737885"/>
            <a:chExt cx="11213145" cy="369333"/>
          </a:xfrm>
        </p:grpSpPr>
        <p:sp>
          <p:nvSpPr>
            <p:cNvPr id="12" name="文字方塊 11"/>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3" name="文字方塊 12"/>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4" name="文字方塊 13"/>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5" name="文字方塊 14"/>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6" name="群組 15"/>
          <p:cNvGrpSpPr/>
          <p:nvPr userDrawn="1"/>
        </p:nvGrpSpPr>
        <p:grpSpPr>
          <a:xfrm>
            <a:off x="1016082" y="5642940"/>
            <a:ext cx="11213145" cy="369333"/>
            <a:chOff x="613481" y="3737885"/>
            <a:chExt cx="11213145" cy="369333"/>
          </a:xfrm>
        </p:grpSpPr>
        <p:sp>
          <p:nvSpPr>
            <p:cNvPr id="17" name="文字方塊 1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8" name="文字方塊 1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9" name="文字方塊 1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20" name="文字方塊 1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 id="2147483852" r:id="rId12"/>
    <p:sldLayoutId id="2147483853" r:id="rId13"/>
    <p:sldLayoutId id="2147483854" r:id="rId14"/>
    <p:sldLayoutId id="2147483855" r:id="rId15"/>
  </p:sldLayoutIdLst>
  <p:hf hdr="0" ftr="0" dt="0"/>
  <p:txStyles>
    <p:titleStyle>
      <a:lvl1pPr algn="l" defTabSz="914400" rtl="0" eaLnBrk="1" latinLnBrk="0" hangingPunct="1">
        <a:lnSpc>
          <a:spcPct val="90000"/>
        </a:lnSpc>
        <a:spcBef>
          <a:spcPct val="0"/>
        </a:spcBef>
        <a:buNone/>
        <a:defRPr sz="3600" b="1" kern="1200">
          <a:solidFill>
            <a:schemeClr val="tx1"/>
          </a:solidFill>
          <a:latin typeface="Arial Black" panose="020B0A04020102020204" pitchFamily="34"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j-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6" name="文本占位符 5"/>
          <p:cNvSpPr>
            <a:spLocks noGrp="1"/>
          </p:cNvSpPr>
          <p:nvPr>
            <p:ph type="body" idx="1"/>
          </p:nvPr>
        </p:nvSpPr>
        <p:spPr>
          <a:xfrm>
            <a:off x="848411" y="2055043"/>
            <a:ext cx="9341964" cy="4318048"/>
          </a:xfrm>
          <a:prstGeom prst="rect">
            <a:avLst/>
          </a:prstGeom>
        </p:spPr>
        <p:txBody>
          <a:bodyPr vert="horz" lIns="91440" tIns="45720" rIns="91440" bIns="45720" rtlCol="0">
            <a:normAutofit/>
          </a:bodyPr>
          <a:lstStyle/>
          <a:p>
            <a:pPr lvl="2"/>
            <a:r>
              <a:rPr lang="en-US" altLang="zh-CN"/>
              <a:t>text</a:t>
            </a:r>
            <a:endParaRPr lang="zh-CN" altLang="en-US"/>
          </a:p>
        </p:txBody>
      </p:sp>
      <p:pic>
        <p:nvPicPr>
          <p:cNvPr id="3" name="图片 3"/>
          <p:cNvPicPr>
            <a:picLocks noChangeAspect="1"/>
          </p:cNvPicPr>
          <p:nvPr userDrawn="1">
            <p:custDataLst>
              <p:tags r:id="rId17"/>
            </p:custDataLst>
          </p:nvPr>
        </p:nvPicPr>
        <p:blipFill>
          <a:blip r:embed="rId18"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grpSp>
        <p:nvGrpSpPr>
          <p:cNvPr id="4" name="群組 3"/>
          <p:cNvGrpSpPr/>
          <p:nvPr userDrawn="1"/>
        </p:nvGrpSpPr>
        <p:grpSpPr>
          <a:xfrm>
            <a:off x="613481" y="3737885"/>
            <a:ext cx="11213145" cy="369333"/>
            <a:chOff x="613481" y="3737885"/>
            <a:chExt cx="11213145" cy="369333"/>
          </a:xfrm>
        </p:grpSpPr>
        <p:sp>
          <p:nvSpPr>
            <p:cNvPr id="7" name="文字方塊 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8" name="文字方塊 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9" name="文字方塊 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0" name="文字方塊 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1" name="群組 10"/>
          <p:cNvGrpSpPr/>
          <p:nvPr userDrawn="1"/>
        </p:nvGrpSpPr>
        <p:grpSpPr>
          <a:xfrm>
            <a:off x="1121481" y="1674381"/>
            <a:ext cx="11213145" cy="369333"/>
            <a:chOff x="613481" y="3737885"/>
            <a:chExt cx="11213145" cy="369333"/>
          </a:xfrm>
        </p:grpSpPr>
        <p:sp>
          <p:nvSpPr>
            <p:cNvPr id="12" name="文字方塊 11"/>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3" name="文字方塊 12"/>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4" name="文字方塊 13"/>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5" name="文字方塊 14"/>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6" name="群組 15"/>
          <p:cNvGrpSpPr/>
          <p:nvPr userDrawn="1"/>
        </p:nvGrpSpPr>
        <p:grpSpPr>
          <a:xfrm>
            <a:off x="1016082" y="5642940"/>
            <a:ext cx="11213145" cy="369333"/>
            <a:chOff x="613481" y="3737885"/>
            <a:chExt cx="11213145" cy="369333"/>
          </a:xfrm>
        </p:grpSpPr>
        <p:sp>
          <p:nvSpPr>
            <p:cNvPr id="17" name="文字方塊 1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8" name="文字方塊 1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9" name="文字方塊 1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20" name="文字方塊 1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spTree>
  </p:cSld>
  <p:clrMap bg1="lt1" tx1="dk1" bg2="lt2" tx2="dk2" accent1="accent1" accent2="accent2" accent3="accent3" accent4="accent4" accent5="accent5" accent6="accent6" hlink="hlink" folHlink="folHlink"/>
  <p:sldLayoutIdLst>
    <p:sldLayoutId id="2147483857" r:id="rId1"/>
    <p:sldLayoutId id="2147483858" r:id="rId2"/>
    <p:sldLayoutId id="2147483859" r:id="rId3"/>
    <p:sldLayoutId id="2147483860" r:id="rId4"/>
    <p:sldLayoutId id="2147483861" r:id="rId5"/>
    <p:sldLayoutId id="2147483862" r:id="rId6"/>
    <p:sldLayoutId id="2147483863" r:id="rId7"/>
    <p:sldLayoutId id="2147483864" r:id="rId8"/>
    <p:sldLayoutId id="2147483865" r:id="rId9"/>
    <p:sldLayoutId id="2147483866" r:id="rId10"/>
    <p:sldLayoutId id="2147483867" r:id="rId11"/>
    <p:sldLayoutId id="2147483868" r:id="rId12"/>
    <p:sldLayoutId id="2147483869" r:id="rId13"/>
    <p:sldLayoutId id="2147483870" r:id="rId14"/>
    <p:sldLayoutId id="2147483871" r:id="rId15"/>
  </p:sldLayoutIdLst>
  <p:hf hdr="0" ftr="0" dt="0"/>
  <p:txStyles>
    <p:titleStyle>
      <a:lvl1pPr algn="l" defTabSz="914400" rtl="0" eaLnBrk="1" latinLnBrk="0" hangingPunct="1">
        <a:lnSpc>
          <a:spcPct val="90000"/>
        </a:lnSpc>
        <a:spcBef>
          <a:spcPct val="0"/>
        </a:spcBef>
        <a:buNone/>
        <a:defRPr sz="3600" b="1" kern="1200">
          <a:solidFill>
            <a:schemeClr val="tx1"/>
          </a:solidFill>
          <a:latin typeface="Arial Black" panose="020B0A04020102020204" pitchFamily="34"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j-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6" name="文本占位符 5"/>
          <p:cNvSpPr>
            <a:spLocks noGrp="1"/>
          </p:cNvSpPr>
          <p:nvPr>
            <p:ph type="body" idx="1"/>
          </p:nvPr>
        </p:nvSpPr>
        <p:spPr>
          <a:xfrm>
            <a:off x="848411" y="2055043"/>
            <a:ext cx="9341964" cy="4318048"/>
          </a:xfrm>
          <a:prstGeom prst="rect">
            <a:avLst/>
          </a:prstGeom>
        </p:spPr>
        <p:txBody>
          <a:bodyPr vert="horz" lIns="91440" tIns="45720" rIns="91440" bIns="45720" rtlCol="0">
            <a:normAutofit/>
          </a:bodyPr>
          <a:lstStyle/>
          <a:p>
            <a:pPr lvl="2"/>
            <a:r>
              <a:rPr lang="en-US" altLang="zh-CN"/>
              <a:t>text</a:t>
            </a:r>
            <a:endParaRPr lang="zh-CN" altLang="en-US"/>
          </a:p>
        </p:txBody>
      </p:sp>
      <p:pic>
        <p:nvPicPr>
          <p:cNvPr id="3" name="图片 3"/>
          <p:cNvPicPr>
            <a:picLocks noChangeAspect="1"/>
          </p:cNvPicPr>
          <p:nvPr userDrawn="1">
            <p:custDataLst>
              <p:tags r:id="rId17"/>
            </p:custDataLst>
          </p:nvPr>
        </p:nvPicPr>
        <p:blipFill>
          <a:blip r:embed="rId18"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grpSp>
        <p:nvGrpSpPr>
          <p:cNvPr id="4" name="群組 3"/>
          <p:cNvGrpSpPr/>
          <p:nvPr userDrawn="1"/>
        </p:nvGrpSpPr>
        <p:grpSpPr>
          <a:xfrm>
            <a:off x="613481" y="3737885"/>
            <a:ext cx="11213145" cy="369333"/>
            <a:chOff x="613481" y="3737885"/>
            <a:chExt cx="11213145" cy="369333"/>
          </a:xfrm>
        </p:grpSpPr>
        <p:sp>
          <p:nvSpPr>
            <p:cNvPr id="7" name="文字方塊 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8" name="文字方塊 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9" name="文字方塊 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0" name="文字方塊 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1" name="群組 10"/>
          <p:cNvGrpSpPr/>
          <p:nvPr userDrawn="1"/>
        </p:nvGrpSpPr>
        <p:grpSpPr>
          <a:xfrm>
            <a:off x="1121481" y="1674381"/>
            <a:ext cx="11213145" cy="369333"/>
            <a:chOff x="613481" y="3737885"/>
            <a:chExt cx="11213145" cy="369333"/>
          </a:xfrm>
        </p:grpSpPr>
        <p:sp>
          <p:nvSpPr>
            <p:cNvPr id="12" name="文字方塊 11"/>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3" name="文字方塊 12"/>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4" name="文字方塊 13"/>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5" name="文字方塊 14"/>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6" name="群組 15"/>
          <p:cNvGrpSpPr/>
          <p:nvPr userDrawn="1"/>
        </p:nvGrpSpPr>
        <p:grpSpPr>
          <a:xfrm>
            <a:off x="1016082" y="5642940"/>
            <a:ext cx="11213145" cy="369333"/>
            <a:chOff x="613481" y="3737885"/>
            <a:chExt cx="11213145" cy="369333"/>
          </a:xfrm>
        </p:grpSpPr>
        <p:sp>
          <p:nvSpPr>
            <p:cNvPr id="17" name="文字方塊 1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8" name="文字方塊 1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9" name="文字方塊 1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20" name="文字方塊 1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spTree>
  </p:cSld>
  <p:clrMap bg1="lt1" tx1="dk1" bg2="lt2" tx2="dk2" accent1="accent1" accent2="accent2" accent3="accent3" accent4="accent4" accent5="accent5" accent6="accent6" hlink="hlink" folHlink="folHlink"/>
  <p:sldLayoutIdLst>
    <p:sldLayoutId id="2147483873" r:id="rId1"/>
    <p:sldLayoutId id="2147483874" r:id="rId2"/>
    <p:sldLayoutId id="2147483875" r:id="rId3"/>
    <p:sldLayoutId id="2147483876" r:id="rId4"/>
    <p:sldLayoutId id="2147483877" r:id="rId5"/>
    <p:sldLayoutId id="2147483878" r:id="rId6"/>
    <p:sldLayoutId id="2147483879" r:id="rId7"/>
    <p:sldLayoutId id="2147483880" r:id="rId8"/>
    <p:sldLayoutId id="2147483881" r:id="rId9"/>
    <p:sldLayoutId id="2147483882" r:id="rId10"/>
    <p:sldLayoutId id="2147483883" r:id="rId11"/>
    <p:sldLayoutId id="2147483884" r:id="rId12"/>
    <p:sldLayoutId id="2147483885" r:id="rId13"/>
    <p:sldLayoutId id="2147483886" r:id="rId14"/>
    <p:sldLayoutId id="2147483887" r:id="rId15"/>
  </p:sldLayoutIdLst>
  <p:hf hdr="0" ftr="0" dt="0"/>
  <p:txStyles>
    <p:titleStyle>
      <a:lvl1pPr algn="l" defTabSz="914400" rtl="0" eaLnBrk="1" latinLnBrk="0" hangingPunct="1">
        <a:lnSpc>
          <a:spcPct val="90000"/>
        </a:lnSpc>
        <a:spcBef>
          <a:spcPct val="0"/>
        </a:spcBef>
        <a:buNone/>
        <a:defRPr sz="3600" b="1" kern="1200">
          <a:solidFill>
            <a:schemeClr val="tx1"/>
          </a:solidFill>
          <a:latin typeface="Arial Black" panose="020B0A04020102020204" pitchFamily="34"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j-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6" name="文本占位符 5"/>
          <p:cNvSpPr>
            <a:spLocks noGrp="1"/>
          </p:cNvSpPr>
          <p:nvPr>
            <p:ph type="body" idx="1"/>
          </p:nvPr>
        </p:nvSpPr>
        <p:spPr>
          <a:xfrm>
            <a:off x="848411" y="2055043"/>
            <a:ext cx="9341964" cy="4318048"/>
          </a:xfrm>
          <a:prstGeom prst="rect">
            <a:avLst/>
          </a:prstGeom>
        </p:spPr>
        <p:txBody>
          <a:bodyPr vert="horz" lIns="91440" tIns="45720" rIns="91440" bIns="45720" rtlCol="0">
            <a:normAutofit/>
          </a:bodyPr>
          <a:lstStyle/>
          <a:p>
            <a:pPr lvl="2"/>
            <a:r>
              <a:rPr lang="en-US" altLang="zh-CN"/>
              <a:t>text</a:t>
            </a:r>
            <a:endParaRPr lang="zh-CN" altLang="en-US"/>
          </a:p>
        </p:txBody>
      </p:sp>
      <p:pic>
        <p:nvPicPr>
          <p:cNvPr id="3" name="图片 3"/>
          <p:cNvPicPr>
            <a:picLocks noChangeAspect="1"/>
          </p:cNvPicPr>
          <p:nvPr userDrawn="1">
            <p:custDataLst>
              <p:tags r:id="rId17"/>
            </p:custDataLst>
          </p:nvPr>
        </p:nvPicPr>
        <p:blipFill>
          <a:blip r:embed="rId18"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grpSp>
        <p:nvGrpSpPr>
          <p:cNvPr id="4" name="群組 3"/>
          <p:cNvGrpSpPr/>
          <p:nvPr userDrawn="1"/>
        </p:nvGrpSpPr>
        <p:grpSpPr>
          <a:xfrm>
            <a:off x="613481" y="3737885"/>
            <a:ext cx="11213145" cy="369333"/>
            <a:chOff x="613481" y="3737885"/>
            <a:chExt cx="11213145" cy="369333"/>
          </a:xfrm>
        </p:grpSpPr>
        <p:sp>
          <p:nvSpPr>
            <p:cNvPr id="7" name="文字方塊 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8" name="文字方塊 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9" name="文字方塊 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0" name="文字方塊 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1" name="群組 10"/>
          <p:cNvGrpSpPr/>
          <p:nvPr userDrawn="1"/>
        </p:nvGrpSpPr>
        <p:grpSpPr>
          <a:xfrm>
            <a:off x="1121481" y="1674381"/>
            <a:ext cx="11213145" cy="369333"/>
            <a:chOff x="613481" y="3737885"/>
            <a:chExt cx="11213145" cy="369333"/>
          </a:xfrm>
        </p:grpSpPr>
        <p:sp>
          <p:nvSpPr>
            <p:cNvPr id="12" name="文字方塊 11"/>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3" name="文字方塊 12"/>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4" name="文字方塊 13"/>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5" name="文字方塊 14"/>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6" name="群組 15"/>
          <p:cNvGrpSpPr/>
          <p:nvPr userDrawn="1"/>
        </p:nvGrpSpPr>
        <p:grpSpPr>
          <a:xfrm>
            <a:off x="1016082" y="5642940"/>
            <a:ext cx="11213145" cy="369333"/>
            <a:chOff x="613481" y="3737885"/>
            <a:chExt cx="11213145" cy="369333"/>
          </a:xfrm>
        </p:grpSpPr>
        <p:sp>
          <p:nvSpPr>
            <p:cNvPr id="17" name="文字方塊 1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8" name="文字方塊 1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9" name="文字方塊 1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20" name="文字方塊 1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spTree>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 id="2147483900" r:id="rId12"/>
    <p:sldLayoutId id="2147483901" r:id="rId13"/>
    <p:sldLayoutId id="2147483902" r:id="rId14"/>
    <p:sldLayoutId id="2147483903" r:id="rId15"/>
  </p:sldLayoutIdLst>
  <p:hf hdr="0" ftr="0" dt="0"/>
  <p:txStyles>
    <p:titleStyle>
      <a:lvl1pPr algn="l" defTabSz="914400" rtl="0" eaLnBrk="1" latinLnBrk="0" hangingPunct="1">
        <a:lnSpc>
          <a:spcPct val="90000"/>
        </a:lnSpc>
        <a:spcBef>
          <a:spcPct val="0"/>
        </a:spcBef>
        <a:buNone/>
        <a:defRPr sz="3600" b="1" kern="1200">
          <a:solidFill>
            <a:schemeClr val="tx1"/>
          </a:solidFill>
          <a:latin typeface="Arial Black" panose="020B0A04020102020204" pitchFamily="34"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j-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6" name="文本占位符 5"/>
          <p:cNvSpPr>
            <a:spLocks noGrp="1"/>
          </p:cNvSpPr>
          <p:nvPr>
            <p:ph type="body" idx="1"/>
          </p:nvPr>
        </p:nvSpPr>
        <p:spPr>
          <a:xfrm>
            <a:off x="848411" y="2055043"/>
            <a:ext cx="9341964" cy="4318048"/>
          </a:xfrm>
          <a:prstGeom prst="rect">
            <a:avLst/>
          </a:prstGeom>
        </p:spPr>
        <p:txBody>
          <a:bodyPr vert="horz" lIns="91440" tIns="45720" rIns="91440" bIns="45720" rtlCol="0">
            <a:normAutofit/>
          </a:bodyPr>
          <a:lstStyle/>
          <a:p>
            <a:pPr lvl="2"/>
            <a:r>
              <a:rPr lang="en-US" altLang="zh-CN"/>
              <a:t>text</a:t>
            </a:r>
            <a:endParaRPr lang="zh-CN" altLang="en-US"/>
          </a:p>
        </p:txBody>
      </p:sp>
      <p:pic>
        <p:nvPicPr>
          <p:cNvPr id="3" name="图片 3"/>
          <p:cNvPicPr>
            <a:picLocks noChangeAspect="1"/>
          </p:cNvPicPr>
          <p:nvPr userDrawn="1">
            <p:custDataLst>
              <p:tags r:id="rId17"/>
            </p:custDataLst>
          </p:nvPr>
        </p:nvPicPr>
        <p:blipFill>
          <a:blip r:embed="rId18"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grpSp>
        <p:nvGrpSpPr>
          <p:cNvPr id="4" name="群組 3"/>
          <p:cNvGrpSpPr/>
          <p:nvPr userDrawn="1"/>
        </p:nvGrpSpPr>
        <p:grpSpPr>
          <a:xfrm>
            <a:off x="613481" y="3737885"/>
            <a:ext cx="11213145" cy="369333"/>
            <a:chOff x="613481" y="3737885"/>
            <a:chExt cx="11213145" cy="369333"/>
          </a:xfrm>
        </p:grpSpPr>
        <p:sp>
          <p:nvSpPr>
            <p:cNvPr id="7" name="文字方塊 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8" name="文字方塊 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9" name="文字方塊 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0" name="文字方塊 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1" name="群組 10"/>
          <p:cNvGrpSpPr/>
          <p:nvPr userDrawn="1"/>
        </p:nvGrpSpPr>
        <p:grpSpPr>
          <a:xfrm>
            <a:off x="1121481" y="1674381"/>
            <a:ext cx="11213145" cy="369333"/>
            <a:chOff x="613481" y="3737885"/>
            <a:chExt cx="11213145" cy="369333"/>
          </a:xfrm>
        </p:grpSpPr>
        <p:sp>
          <p:nvSpPr>
            <p:cNvPr id="12" name="文字方塊 11"/>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3" name="文字方塊 12"/>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4" name="文字方塊 13"/>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5" name="文字方塊 14"/>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6" name="群組 15"/>
          <p:cNvGrpSpPr/>
          <p:nvPr userDrawn="1"/>
        </p:nvGrpSpPr>
        <p:grpSpPr>
          <a:xfrm>
            <a:off x="1016082" y="5642940"/>
            <a:ext cx="11213145" cy="369333"/>
            <a:chOff x="613481" y="3737885"/>
            <a:chExt cx="11213145" cy="369333"/>
          </a:xfrm>
        </p:grpSpPr>
        <p:sp>
          <p:nvSpPr>
            <p:cNvPr id="17" name="文字方塊 1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8" name="文字方塊 1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9" name="文字方塊 1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20" name="文字方塊 1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spTree>
  </p:cSld>
  <p:clrMap bg1="lt1" tx1="dk1" bg2="lt2" tx2="dk2" accent1="accent1" accent2="accent2" accent3="accent3" accent4="accent4" accent5="accent5" accent6="accent6" hlink="hlink" folHlink="folHlink"/>
  <p:sldLayoutIdLst>
    <p:sldLayoutId id="2147483905" r:id="rId1"/>
    <p:sldLayoutId id="2147483906" r:id="rId2"/>
    <p:sldLayoutId id="2147483907" r:id="rId3"/>
    <p:sldLayoutId id="2147483908" r:id="rId4"/>
    <p:sldLayoutId id="2147483909" r:id="rId5"/>
    <p:sldLayoutId id="2147483910" r:id="rId6"/>
    <p:sldLayoutId id="2147483911" r:id="rId7"/>
    <p:sldLayoutId id="2147483912" r:id="rId8"/>
    <p:sldLayoutId id="2147483913" r:id="rId9"/>
    <p:sldLayoutId id="2147483914" r:id="rId10"/>
    <p:sldLayoutId id="2147483915" r:id="rId11"/>
    <p:sldLayoutId id="2147483916" r:id="rId12"/>
    <p:sldLayoutId id="2147483917" r:id="rId13"/>
    <p:sldLayoutId id="2147483918" r:id="rId14"/>
    <p:sldLayoutId id="2147483919" r:id="rId15"/>
  </p:sldLayoutIdLst>
  <p:hf hdr="0" ftr="0" dt="0"/>
  <p:txStyles>
    <p:titleStyle>
      <a:lvl1pPr algn="l" defTabSz="914400" rtl="0" eaLnBrk="1" latinLnBrk="0" hangingPunct="1">
        <a:lnSpc>
          <a:spcPct val="90000"/>
        </a:lnSpc>
        <a:spcBef>
          <a:spcPct val="0"/>
        </a:spcBef>
        <a:buNone/>
        <a:defRPr sz="3600" b="1" kern="1200">
          <a:solidFill>
            <a:schemeClr val="tx1"/>
          </a:solidFill>
          <a:latin typeface="Arial Black" panose="020B0A04020102020204" pitchFamily="34"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j-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6" name="文本占位符 5"/>
          <p:cNvSpPr>
            <a:spLocks noGrp="1"/>
          </p:cNvSpPr>
          <p:nvPr>
            <p:ph type="body" idx="1"/>
          </p:nvPr>
        </p:nvSpPr>
        <p:spPr>
          <a:xfrm>
            <a:off x="848411" y="2055043"/>
            <a:ext cx="9341964" cy="4318048"/>
          </a:xfrm>
          <a:prstGeom prst="rect">
            <a:avLst/>
          </a:prstGeom>
        </p:spPr>
        <p:txBody>
          <a:bodyPr vert="horz" lIns="91440" tIns="45720" rIns="91440" bIns="45720" rtlCol="0">
            <a:normAutofit/>
          </a:bodyPr>
          <a:lstStyle/>
          <a:p>
            <a:pPr lvl="2"/>
            <a:r>
              <a:rPr lang="en-US" altLang="zh-CN"/>
              <a:t>text</a:t>
            </a:r>
            <a:endParaRPr lang="zh-CN" altLang="en-US"/>
          </a:p>
        </p:txBody>
      </p:sp>
      <p:pic>
        <p:nvPicPr>
          <p:cNvPr id="3" name="图片 3"/>
          <p:cNvPicPr>
            <a:picLocks noChangeAspect="1"/>
          </p:cNvPicPr>
          <p:nvPr userDrawn="1">
            <p:custDataLst>
              <p:tags r:id="rId17"/>
            </p:custDataLst>
          </p:nvPr>
        </p:nvPicPr>
        <p:blipFill>
          <a:blip r:embed="rId18"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grpSp>
        <p:nvGrpSpPr>
          <p:cNvPr id="4" name="群組 3"/>
          <p:cNvGrpSpPr/>
          <p:nvPr userDrawn="1"/>
        </p:nvGrpSpPr>
        <p:grpSpPr>
          <a:xfrm>
            <a:off x="613481" y="3737885"/>
            <a:ext cx="11213145" cy="369333"/>
            <a:chOff x="613481" y="3737885"/>
            <a:chExt cx="11213145" cy="369333"/>
          </a:xfrm>
        </p:grpSpPr>
        <p:sp>
          <p:nvSpPr>
            <p:cNvPr id="7" name="文字方塊 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8" name="文字方塊 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9" name="文字方塊 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0" name="文字方塊 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1" name="群組 10"/>
          <p:cNvGrpSpPr/>
          <p:nvPr userDrawn="1"/>
        </p:nvGrpSpPr>
        <p:grpSpPr>
          <a:xfrm>
            <a:off x="1121481" y="1674381"/>
            <a:ext cx="11213145" cy="369333"/>
            <a:chOff x="613481" y="3737885"/>
            <a:chExt cx="11213145" cy="369333"/>
          </a:xfrm>
        </p:grpSpPr>
        <p:sp>
          <p:nvSpPr>
            <p:cNvPr id="12" name="文字方塊 11"/>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3" name="文字方塊 12"/>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4" name="文字方塊 13"/>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5" name="文字方塊 14"/>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6" name="群組 15"/>
          <p:cNvGrpSpPr/>
          <p:nvPr userDrawn="1"/>
        </p:nvGrpSpPr>
        <p:grpSpPr>
          <a:xfrm>
            <a:off x="1016082" y="5642940"/>
            <a:ext cx="11213145" cy="369333"/>
            <a:chOff x="613481" y="3737885"/>
            <a:chExt cx="11213145" cy="369333"/>
          </a:xfrm>
        </p:grpSpPr>
        <p:sp>
          <p:nvSpPr>
            <p:cNvPr id="17" name="文字方塊 1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8" name="文字方塊 1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9" name="文字方塊 1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20" name="文字方塊 1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spTree>
  </p:cSld>
  <p:clrMap bg1="lt1" tx1="dk1" bg2="lt2" tx2="dk2" accent1="accent1" accent2="accent2" accent3="accent3" accent4="accent4" accent5="accent5" accent6="accent6" hlink="hlink" folHlink="folHlink"/>
  <p:sldLayoutIdLst>
    <p:sldLayoutId id="2147483921" r:id="rId1"/>
    <p:sldLayoutId id="2147483922" r:id="rId2"/>
    <p:sldLayoutId id="2147483923" r:id="rId3"/>
    <p:sldLayoutId id="2147483924" r:id="rId4"/>
    <p:sldLayoutId id="2147483925" r:id="rId5"/>
    <p:sldLayoutId id="2147483926" r:id="rId6"/>
    <p:sldLayoutId id="2147483927" r:id="rId7"/>
    <p:sldLayoutId id="2147483928" r:id="rId8"/>
    <p:sldLayoutId id="2147483929" r:id="rId9"/>
    <p:sldLayoutId id="2147483930" r:id="rId10"/>
    <p:sldLayoutId id="2147483931" r:id="rId11"/>
    <p:sldLayoutId id="2147483932" r:id="rId12"/>
    <p:sldLayoutId id="2147483933" r:id="rId13"/>
    <p:sldLayoutId id="2147483934" r:id="rId14"/>
    <p:sldLayoutId id="2147483935" r:id="rId15"/>
  </p:sldLayoutIdLst>
  <p:hf hdr="0" ftr="0" dt="0"/>
  <p:txStyles>
    <p:titleStyle>
      <a:lvl1pPr algn="l" defTabSz="914400" rtl="0" eaLnBrk="1" latinLnBrk="0" hangingPunct="1">
        <a:lnSpc>
          <a:spcPct val="90000"/>
        </a:lnSpc>
        <a:spcBef>
          <a:spcPct val="0"/>
        </a:spcBef>
        <a:buNone/>
        <a:defRPr sz="3600" b="1" kern="1200">
          <a:solidFill>
            <a:schemeClr val="tx1"/>
          </a:solidFill>
          <a:latin typeface="Arial Black" panose="020B0A04020102020204" pitchFamily="34"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j-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6" name="文本占位符 5"/>
          <p:cNvSpPr>
            <a:spLocks noGrp="1"/>
          </p:cNvSpPr>
          <p:nvPr>
            <p:ph type="body" idx="1"/>
          </p:nvPr>
        </p:nvSpPr>
        <p:spPr>
          <a:xfrm>
            <a:off x="848411" y="2055043"/>
            <a:ext cx="9341964" cy="4318048"/>
          </a:xfrm>
          <a:prstGeom prst="rect">
            <a:avLst/>
          </a:prstGeom>
        </p:spPr>
        <p:txBody>
          <a:bodyPr vert="horz" lIns="91440" tIns="45720" rIns="91440" bIns="45720" rtlCol="0">
            <a:normAutofit/>
          </a:bodyPr>
          <a:lstStyle/>
          <a:p>
            <a:pPr lvl="2"/>
            <a:r>
              <a:rPr lang="en-US" altLang="zh-CN"/>
              <a:t>text</a:t>
            </a:r>
            <a:endParaRPr lang="zh-CN" altLang="en-US"/>
          </a:p>
        </p:txBody>
      </p:sp>
      <p:pic>
        <p:nvPicPr>
          <p:cNvPr id="3" name="图片 3"/>
          <p:cNvPicPr>
            <a:picLocks noChangeAspect="1"/>
          </p:cNvPicPr>
          <p:nvPr userDrawn="1">
            <p:custDataLst>
              <p:tags r:id="rId17"/>
            </p:custDataLst>
          </p:nvPr>
        </p:nvPicPr>
        <p:blipFill>
          <a:blip r:embed="rId18"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grpSp>
        <p:nvGrpSpPr>
          <p:cNvPr id="4" name="群組 3"/>
          <p:cNvGrpSpPr/>
          <p:nvPr userDrawn="1"/>
        </p:nvGrpSpPr>
        <p:grpSpPr>
          <a:xfrm>
            <a:off x="613481" y="3737885"/>
            <a:ext cx="11213145" cy="369333"/>
            <a:chOff x="613481" y="3737885"/>
            <a:chExt cx="11213145" cy="369333"/>
          </a:xfrm>
        </p:grpSpPr>
        <p:sp>
          <p:nvSpPr>
            <p:cNvPr id="7" name="文字方塊 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8" name="文字方塊 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9" name="文字方塊 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0" name="文字方塊 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1" name="群組 10"/>
          <p:cNvGrpSpPr/>
          <p:nvPr userDrawn="1"/>
        </p:nvGrpSpPr>
        <p:grpSpPr>
          <a:xfrm>
            <a:off x="1121481" y="1674381"/>
            <a:ext cx="11213145" cy="369333"/>
            <a:chOff x="613481" y="3737885"/>
            <a:chExt cx="11213145" cy="369333"/>
          </a:xfrm>
        </p:grpSpPr>
        <p:sp>
          <p:nvSpPr>
            <p:cNvPr id="12" name="文字方塊 11"/>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3" name="文字方塊 12"/>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4" name="文字方塊 13"/>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5" name="文字方塊 14"/>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6" name="群組 15"/>
          <p:cNvGrpSpPr/>
          <p:nvPr userDrawn="1"/>
        </p:nvGrpSpPr>
        <p:grpSpPr>
          <a:xfrm>
            <a:off x="1016082" y="5642940"/>
            <a:ext cx="11213145" cy="369333"/>
            <a:chOff x="613481" y="3737885"/>
            <a:chExt cx="11213145" cy="369333"/>
          </a:xfrm>
        </p:grpSpPr>
        <p:sp>
          <p:nvSpPr>
            <p:cNvPr id="17" name="文字方塊 1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8" name="文字方塊 1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9" name="文字方塊 1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20" name="文字方塊 1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spTree>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 id="2147483948" r:id="rId12"/>
    <p:sldLayoutId id="2147483949" r:id="rId13"/>
    <p:sldLayoutId id="2147483950" r:id="rId14"/>
    <p:sldLayoutId id="2147483951" r:id="rId15"/>
  </p:sldLayoutIdLst>
  <p:hf hdr="0" ftr="0" dt="0"/>
  <p:txStyles>
    <p:titleStyle>
      <a:lvl1pPr algn="l" defTabSz="914400" rtl="0" eaLnBrk="1" latinLnBrk="0" hangingPunct="1">
        <a:lnSpc>
          <a:spcPct val="90000"/>
        </a:lnSpc>
        <a:spcBef>
          <a:spcPct val="0"/>
        </a:spcBef>
        <a:buNone/>
        <a:defRPr sz="3600" b="1" kern="1200">
          <a:solidFill>
            <a:schemeClr val="tx1"/>
          </a:solidFill>
          <a:latin typeface="Arial Black" panose="020B0A04020102020204" pitchFamily="34"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j-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6" name="文本占位符 5"/>
          <p:cNvSpPr>
            <a:spLocks noGrp="1"/>
          </p:cNvSpPr>
          <p:nvPr>
            <p:ph type="body" idx="1"/>
          </p:nvPr>
        </p:nvSpPr>
        <p:spPr>
          <a:xfrm>
            <a:off x="848411" y="2055043"/>
            <a:ext cx="9341964" cy="4318048"/>
          </a:xfrm>
          <a:prstGeom prst="rect">
            <a:avLst/>
          </a:prstGeom>
        </p:spPr>
        <p:txBody>
          <a:bodyPr vert="horz" lIns="91440" tIns="45720" rIns="91440" bIns="45720" rtlCol="0">
            <a:normAutofit/>
          </a:bodyPr>
          <a:lstStyle/>
          <a:p>
            <a:pPr lvl="2"/>
            <a:r>
              <a:rPr lang="en-US" altLang="zh-CN"/>
              <a:t>text</a:t>
            </a:r>
            <a:endParaRPr lang="zh-CN" altLang="en-US"/>
          </a:p>
        </p:txBody>
      </p:sp>
      <p:pic>
        <p:nvPicPr>
          <p:cNvPr id="3" name="图片 3"/>
          <p:cNvPicPr>
            <a:picLocks noChangeAspect="1"/>
          </p:cNvPicPr>
          <p:nvPr userDrawn="1">
            <p:custDataLst>
              <p:tags r:id="rId17"/>
            </p:custDataLst>
          </p:nvPr>
        </p:nvPicPr>
        <p:blipFill>
          <a:blip r:embed="rId18"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grpSp>
        <p:nvGrpSpPr>
          <p:cNvPr id="4" name="群組 3"/>
          <p:cNvGrpSpPr/>
          <p:nvPr userDrawn="1"/>
        </p:nvGrpSpPr>
        <p:grpSpPr>
          <a:xfrm>
            <a:off x="613481" y="3737885"/>
            <a:ext cx="11213145" cy="369333"/>
            <a:chOff x="613481" y="3737885"/>
            <a:chExt cx="11213145" cy="369333"/>
          </a:xfrm>
        </p:grpSpPr>
        <p:sp>
          <p:nvSpPr>
            <p:cNvPr id="7" name="文字方塊 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8" name="文字方塊 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9" name="文字方塊 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0" name="文字方塊 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1" name="群組 10"/>
          <p:cNvGrpSpPr/>
          <p:nvPr userDrawn="1"/>
        </p:nvGrpSpPr>
        <p:grpSpPr>
          <a:xfrm>
            <a:off x="1121481" y="1674381"/>
            <a:ext cx="11213145" cy="369333"/>
            <a:chOff x="613481" y="3737885"/>
            <a:chExt cx="11213145" cy="369333"/>
          </a:xfrm>
        </p:grpSpPr>
        <p:sp>
          <p:nvSpPr>
            <p:cNvPr id="12" name="文字方塊 11"/>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3" name="文字方塊 12"/>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4" name="文字方塊 13"/>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5" name="文字方塊 14"/>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6" name="群組 15"/>
          <p:cNvGrpSpPr/>
          <p:nvPr userDrawn="1"/>
        </p:nvGrpSpPr>
        <p:grpSpPr>
          <a:xfrm>
            <a:off x="1016082" y="5642940"/>
            <a:ext cx="11213145" cy="369333"/>
            <a:chOff x="613481" y="3737885"/>
            <a:chExt cx="11213145" cy="369333"/>
          </a:xfrm>
        </p:grpSpPr>
        <p:sp>
          <p:nvSpPr>
            <p:cNvPr id="17" name="文字方塊 1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8" name="文字方塊 1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9" name="文字方塊 1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20" name="文字方塊 1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spTree>
  </p:cSld>
  <p:clrMap bg1="lt1" tx1="dk1" bg2="lt2" tx2="dk2" accent1="accent1" accent2="accent2" accent3="accent3" accent4="accent4" accent5="accent5" accent6="accent6" hlink="hlink" folHlink="folHlink"/>
  <p:sldLayoutIdLst>
    <p:sldLayoutId id="2147483953" r:id="rId1"/>
    <p:sldLayoutId id="2147483954" r:id="rId2"/>
    <p:sldLayoutId id="2147483955" r:id="rId3"/>
    <p:sldLayoutId id="2147483956" r:id="rId4"/>
    <p:sldLayoutId id="2147483957" r:id="rId5"/>
    <p:sldLayoutId id="2147483958" r:id="rId6"/>
    <p:sldLayoutId id="2147483959" r:id="rId7"/>
    <p:sldLayoutId id="2147483960" r:id="rId8"/>
    <p:sldLayoutId id="2147483961" r:id="rId9"/>
    <p:sldLayoutId id="2147483962" r:id="rId10"/>
    <p:sldLayoutId id="2147483963" r:id="rId11"/>
    <p:sldLayoutId id="2147483964" r:id="rId12"/>
    <p:sldLayoutId id="2147483965" r:id="rId13"/>
    <p:sldLayoutId id="2147483966" r:id="rId14"/>
    <p:sldLayoutId id="2147483967" r:id="rId15"/>
  </p:sldLayoutIdLst>
  <p:hf hdr="0" ftr="0" dt="0"/>
  <p:txStyles>
    <p:titleStyle>
      <a:lvl1pPr algn="l" defTabSz="914400" rtl="0" eaLnBrk="1" latinLnBrk="0" hangingPunct="1">
        <a:lnSpc>
          <a:spcPct val="90000"/>
        </a:lnSpc>
        <a:spcBef>
          <a:spcPct val="0"/>
        </a:spcBef>
        <a:buNone/>
        <a:defRPr sz="3600" b="1" kern="1200">
          <a:solidFill>
            <a:schemeClr val="tx1"/>
          </a:solidFill>
          <a:latin typeface="Arial Black" panose="020B0A04020102020204" pitchFamily="34"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j-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6" name="文本占位符 5"/>
          <p:cNvSpPr>
            <a:spLocks noGrp="1"/>
          </p:cNvSpPr>
          <p:nvPr>
            <p:ph type="body" idx="1"/>
          </p:nvPr>
        </p:nvSpPr>
        <p:spPr>
          <a:xfrm>
            <a:off x="848411" y="2055043"/>
            <a:ext cx="9341964" cy="4318048"/>
          </a:xfrm>
          <a:prstGeom prst="rect">
            <a:avLst/>
          </a:prstGeom>
        </p:spPr>
        <p:txBody>
          <a:bodyPr vert="horz" lIns="91440" tIns="45720" rIns="91440" bIns="45720" rtlCol="0">
            <a:normAutofit/>
          </a:bodyPr>
          <a:lstStyle/>
          <a:p>
            <a:pPr lvl="2"/>
            <a:r>
              <a:rPr lang="en-US" altLang="zh-CN"/>
              <a:t>text</a:t>
            </a:r>
            <a:endParaRPr lang="zh-CN" altLang="en-US"/>
          </a:p>
        </p:txBody>
      </p:sp>
      <p:pic>
        <p:nvPicPr>
          <p:cNvPr id="3" name="图片 3"/>
          <p:cNvPicPr>
            <a:picLocks noChangeAspect="1"/>
          </p:cNvPicPr>
          <p:nvPr userDrawn="1">
            <p:custDataLst>
              <p:tags r:id="rId17"/>
            </p:custDataLst>
          </p:nvPr>
        </p:nvPicPr>
        <p:blipFill>
          <a:blip r:embed="rId18"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grpSp>
        <p:nvGrpSpPr>
          <p:cNvPr id="4" name="群組 3"/>
          <p:cNvGrpSpPr/>
          <p:nvPr userDrawn="1"/>
        </p:nvGrpSpPr>
        <p:grpSpPr>
          <a:xfrm>
            <a:off x="613481" y="3737885"/>
            <a:ext cx="11213145" cy="369333"/>
            <a:chOff x="613481" y="3737885"/>
            <a:chExt cx="11213145" cy="369333"/>
          </a:xfrm>
        </p:grpSpPr>
        <p:sp>
          <p:nvSpPr>
            <p:cNvPr id="7" name="文字方塊 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8" name="文字方塊 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9" name="文字方塊 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0" name="文字方塊 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1" name="群組 10"/>
          <p:cNvGrpSpPr/>
          <p:nvPr userDrawn="1"/>
        </p:nvGrpSpPr>
        <p:grpSpPr>
          <a:xfrm>
            <a:off x="1121481" y="1674381"/>
            <a:ext cx="11213145" cy="369333"/>
            <a:chOff x="613481" y="3737885"/>
            <a:chExt cx="11213145" cy="369333"/>
          </a:xfrm>
        </p:grpSpPr>
        <p:sp>
          <p:nvSpPr>
            <p:cNvPr id="12" name="文字方塊 11"/>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3" name="文字方塊 12"/>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4" name="文字方塊 13"/>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5" name="文字方塊 14"/>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6" name="群組 15"/>
          <p:cNvGrpSpPr/>
          <p:nvPr userDrawn="1"/>
        </p:nvGrpSpPr>
        <p:grpSpPr>
          <a:xfrm>
            <a:off x="1016082" y="5642940"/>
            <a:ext cx="11213145" cy="369333"/>
            <a:chOff x="613481" y="3737885"/>
            <a:chExt cx="11213145" cy="369333"/>
          </a:xfrm>
        </p:grpSpPr>
        <p:sp>
          <p:nvSpPr>
            <p:cNvPr id="17" name="文字方塊 1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8" name="文字方塊 1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9" name="文字方塊 1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20" name="文字方塊 1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spTree>
  </p:cSld>
  <p:clrMap bg1="lt1" tx1="dk1" bg2="lt2" tx2="dk2" accent1="accent1" accent2="accent2" accent3="accent3" accent4="accent4" accent5="accent5" accent6="accent6" hlink="hlink" folHlink="folHlink"/>
  <p:sldLayoutIdLst>
    <p:sldLayoutId id="2147483969" r:id="rId1"/>
    <p:sldLayoutId id="2147483970" r:id="rId2"/>
    <p:sldLayoutId id="2147483971" r:id="rId3"/>
    <p:sldLayoutId id="2147483972" r:id="rId4"/>
    <p:sldLayoutId id="2147483973" r:id="rId5"/>
    <p:sldLayoutId id="2147483974" r:id="rId6"/>
    <p:sldLayoutId id="2147483975" r:id="rId7"/>
    <p:sldLayoutId id="2147483976" r:id="rId8"/>
    <p:sldLayoutId id="2147483977" r:id="rId9"/>
    <p:sldLayoutId id="2147483978" r:id="rId10"/>
    <p:sldLayoutId id="2147483979" r:id="rId11"/>
    <p:sldLayoutId id="2147483980" r:id="rId12"/>
    <p:sldLayoutId id="2147483981" r:id="rId13"/>
    <p:sldLayoutId id="2147483982" r:id="rId14"/>
    <p:sldLayoutId id="2147483983" r:id="rId15"/>
  </p:sldLayoutIdLst>
  <p:hf hdr="0" ftr="0" dt="0"/>
  <p:txStyles>
    <p:titleStyle>
      <a:lvl1pPr algn="l" defTabSz="914400" rtl="0" eaLnBrk="1" latinLnBrk="0" hangingPunct="1">
        <a:lnSpc>
          <a:spcPct val="90000"/>
        </a:lnSpc>
        <a:spcBef>
          <a:spcPct val="0"/>
        </a:spcBef>
        <a:buNone/>
        <a:defRPr sz="3600" b="1" kern="1200">
          <a:solidFill>
            <a:schemeClr val="tx1"/>
          </a:solidFill>
          <a:latin typeface="Arial Black" panose="020B0A04020102020204" pitchFamily="34"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j-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6" name="文本占位符 5"/>
          <p:cNvSpPr>
            <a:spLocks noGrp="1"/>
          </p:cNvSpPr>
          <p:nvPr>
            <p:ph type="body" idx="1"/>
          </p:nvPr>
        </p:nvSpPr>
        <p:spPr>
          <a:xfrm>
            <a:off x="848411" y="2055043"/>
            <a:ext cx="9341964" cy="4318048"/>
          </a:xfrm>
          <a:prstGeom prst="rect">
            <a:avLst/>
          </a:prstGeom>
        </p:spPr>
        <p:txBody>
          <a:bodyPr vert="horz" lIns="91440" tIns="45720" rIns="91440" bIns="45720" rtlCol="0">
            <a:normAutofit/>
          </a:bodyPr>
          <a:lstStyle/>
          <a:p>
            <a:pPr lvl="2"/>
            <a:r>
              <a:rPr lang="en-US" altLang="zh-CN"/>
              <a:t>text</a:t>
            </a:r>
            <a:endParaRPr lang="zh-CN" altLang="en-US"/>
          </a:p>
        </p:txBody>
      </p:sp>
      <p:pic>
        <p:nvPicPr>
          <p:cNvPr id="3" name="图片 3"/>
          <p:cNvPicPr>
            <a:picLocks noChangeAspect="1"/>
          </p:cNvPicPr>
          <p:nvPr userDrawn="1">
            <p:custDataLst>
              <p:tags r:id="rId17"/>
            </p:custDataLst>
          </p:nvPr>
        </p:nvPicPr>
        <p:blipFill>
          <a:blip r:embed="rId18"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grpSp>
        <p:nvGrpSpPr>
          <p:cNvPr id="4" name="群組 3"/>
          <p:cNvGrpSpPr/>
          <p:nvPr userDrawn="1"/>
        </p:nvGrpSpPr>
        <p:grpSpPr>
          <a:xfrm>
            <a:off x="613481" y="3737885"/>
            <a:ext cx="11213145" cy="369333"/>
            <a:chOff x="613481" y="3737885"/>
            <a:chExt cx="11213145" cy="369333"/>
          </a:xfrm>
        </p:grpSpPr>
        <p:sp>
          <p:nvSpPr>
            <p:cNvPr id="7" name="文字方塊 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8" name="文字方塊 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9" name="文字方塊 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0" name="文字方塊 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1" name="群組 10"/>
          <p:cNvGrpSpPr/>
          <p:nvPr userDrawn="1"/>
        </p:nvGrpSpPr>
        <p:grpSpPr>
          <a:xfrm>
            <a:off x="1121481" y="1674381"/>
            <a:ext cx="11213145" cy="369333"/>
            <a:chOff x="613481" y="3737885"/>
            <a:chExt cx="11213145" cy="369333"/>
          </a:xfrm>
        </p:grpSpPr>
        <p:sp>
          <p:nvSpPr>
            <p:cNvPr id="12" name="文字方塊 11"/>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3" name="文字方塊 12"/>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4" name="文字方塊 13"/>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5" name="文字方塊 14"/>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6" name="群組 15"/>
          <p:cNvGrpSpPr/>
          <p:nvPr userDrawn="1"/>
        </p:nvGrpSpPr>
        <p:grpSpPr>
          <a:xfrm>
            <a:off x="1016082" y="5642940"/>
            <a:ext cx="11213145" cy="369333"/>
            <a:chOff x="613481" y="3737885"/>
            <a:chExt cx="11213145" cy="369333"/>
          </a:xfrm>
        </p:grpSpPr>
        <p:sp>
          <p:nvSpPr>
            <p:cNvPr id="17" name="文字方塊 1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8" name="文字方塊 1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9" name="文字方塊 1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20" name="文字方塊 1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spTree>
  </p:cSld>
  <p:clrMap bg1="lt1" tx1="dk1" bg2="lt2" tx2="dk2" accent1="accent1" accent2="accent2" accent3="accent3" accent4="accent4" accent5="accent5" accent6="accent6" hlink="hlink" folHlink="folHlink"/>
  <p:sldLayoutIdLst>
    <p:sldLayoutId id="2147483985" r:id="rId1"/>
    <p:sldLayoutId id="2147483986" r:id="rId2"/>
    <p:sldLayoutId id="2147483987" r:id="rId3"/>
    <p:sldLayoutId id="2147483988" r:id="rId4"/>
    <p:sldLayoutId id="2147483989" r:id="rId5"/>
    <p:sldLayoutId id="2147483990" r:id="rId6"/>
    <p:sldLayoutId id="2147483991" r:id="rId7"/>
    <p:sldLayoutId id="2147483992" r:id="rId8"/>
    <p:sldLayoutId id="2147483993" r:id="rId9"/>
    <p:sldLayoutId id="2147483994" r:id="rId10"/>
    <p:sldLayoutId id="2147483995" r:id="rId11"/>
    <p:sldLayoutId id="2147483996" r:id="rId12"/>
    <p:sldLayoutId id="2147483997" r:id="rId13"/>
    <p:sldLayoutId id="2147483998" r:id="rId14"/>
    <p:sldLayoutId id="2147483999" r:id="rId15"/>
  </p:sldLayoutIdLst>
  <p:hf hdr="0" ftr="0" dt="0"/>
  <p:txStyles>
    <p:titleStyle>
      <a:lvl1pPr algn="l" defTabSz="914400" rtl="0" eaLnBrk="1" latinLnBrk="0" hangingPunct="1">
        <a:lnSpc>
          <a:spcPct val="90000"/>
        </a:lnSpc>
        <a:spcBef>
          <a:spcPct val="0"/>
        </a:spcBef>
        <a:buNone/>
        <a:defRPr sz="3600" b="1" kern="1200">
          <a:solidFill>
            <a:schemeClr val="tx1"/>
          </a:solidFill>
          <a:latin typeface="Arial Black" panose="020B0A04020102020204" pitchFamily="34"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j-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6" name="文本占位符 5"/>
          <p:cNvSpPr>
            <a:spLocks noGrp="1"/>
          </p:cNvSpPr>
          <p:nvPr>
            <p:ph type="body" idx="1"/>
          </p:nvPr>
        </p:nvSpPr>
        <p:spPr>
          <a:xfrm>
            <a:off x="848411" y="2055043"/>
            <a:ext cx="9341964" cy="4318048"/>
          </a:xfrm>
          <a:prstGeom prst="rect">
            <a:avLst/>
          </a:prstGeom>
        </p:spPr>
        <p:txBody>
          <a:bodyPr vert="horz" lIns="91440" tIns="45720" rIns="91440" bIns="45720" rtlCol="0">
            <a:normAutofit/>
          </a:bodyPr>
          <a:lstStyle/>
          <a:p>
            <a:pPr lvl="2"/>
            <a:r>
              <a:rPr lang="en-US" altLang="zh-CN"/>
              <a:t>text</a:t>
            </a:r>
            <a:endParaRPr lang="zh-CN" altLang="en-US"/>
          </a:p>
        </p:txBody>
      </p:sp>
      <p:pic>
        <p:nvPicPr>
          <p:cNvPr id="3" name="图片 3"/>
          <p:cNvPicPr>
            <a:picLocks noChangeAspect="1"/>
          </p:cNvPicPr>
          <p:nvPr userDrawn="1">
            <p:custDataLst>
              <p:tags r:id="rId17"/>
            </p:custDataLst>
          </p:nvPr>
        </p:nvPicPr>
        <p:blipFill>
          <a:blip r:embed="rId18"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grpSp>
        <p:nvGrpSpPr>
          <p:cNvPr id="4" name="群組 3"/>
          <p:cNvGrpSpPr/>
          <p:nvPr userDrawn="1"/>
        </p:nvGrpSpPr>
        <p:grpSpPr>
          <a:xfrm>
            <a:off x="613481" y="3737885"/>
            <a:ext cx="11213145" cy="369333"/>
            <a:chOff x="613481" y="3737885"/>
            <a:chExt cx="11213145" cy="369333"/>
          </a:xfrm>
        </p:grpSpPr>
        <p:sp>
          <p:nvSpPr>
            <p:cNvPr id="7" name="文字方塊 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8" name="文字方塊 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9" name="文字方塊 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0" name="文字方塊 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1" name="群組 10"/>
          <p:cNvGrpSpPr/>
          <p:nvPr userDrawn="1"/>
        </p:nvGrpSpPr>
        <p:grpSpPr>
          <a:xfrm>
            <a:off x="1121481" y="1674381"/>
            <a:ext cx="11213145" cy="369333"/>
            <a:chOff x="613481" y="3737885"/>
            <a:chExt cx="11213145" cy="369333"/>
          </a:xfrm>
        </p:grpSpPr>
        <p:sp>
          <p:nvSpPr>
            <p:cNvPr id="12" name="文字方塊 11"/>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3" name="文字方塊 12"/>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4" name="文字方塊 13"/>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5" name="文字方塊 14"/>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6" name="群組 15"/>
          <p:cNvGrpSpPr/>
          <p:nvPr userDrawn="1"/>
        </p:nvGrpSpPr>
        <p:grpSpPr>
          <a:xfrm>
            <a:off x="1016082" y="5642940"/>
            <a:ext cx="11213145" cy="369333"/>
            <a:chOff x="613481" y="3737885"/>
            <a:chExt cx="11213145" cy="369333"/>
          </a:xfrm>
        </p:grpSpPr>
        <p:sp>
          <p:nvSpPr>
            <p:cNvPr id="17" name="文字方塊 1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8" name="文字方塊 1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9" name="文字方塊 1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20" name="文字方塊 1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spTree>
  </p:cSld>
  <p:clrMap bg1="lt1" tx1="dk1" bg2="lt2" tx2="dk2" accent1="accent1" accent2="accent2" accent3="accent3" accent4="accent4" accent5="accent5" accent6="accent6" hlink="hlink" folHlink="folHlink"/>
  <p:sldLayoutIdLst>
    <p:sldLayoutId id="2147484001" r:id="rId1"/>
    <p:sldLayoutId id="2147484002" r:id="rId2"/>
    <p:sldLayoutId id="2147484003" r:id="rId3"/>
    <p:sldLayoutId id="2147484004" r:id="rId4"/>
    <p:sldLayoutId id="2147484005" r:id="rId5"/>
    <p:sldLayoutId id="2147484006" r:id="rId6"/>
    <p:sldLayoutId id="2147484007" r:id="rId7"/>
    <p:sldLayoutId id="2147484008" r:id="rId8"/>
    <p:sldLayoutId id="2147484009" r:id="rId9"/>
    <p:sldLayoutId id="2147484010" r:id="rId10"/>
    <p:sldLayoutId id="2147484011" r:id="rId11"/>
    <p:sldLayoutId id="2147484012" r:id="rId12"/>
    <p:sldLayoutId id="2147484013" r:id="rId13"/>
    <p:sldLayoutId id="2147484014" r:id="rId14"/>
    <p:sldLayoutId id="2147484015" r:id="rId15"/>
  </p:sldLayoutIdLst>
  <p:hf hdr="0" ftr="0" dt="0"/>
  <p:txStyles>
    <p:titleStyle>
      <a:lvl1pPr algn="l" defTabSz="914400" rtl="0" eaLnBrk="1" latinLnBrk="0" hangingPunct="1">
        <a:lnSpc>
          <a:spcPct val="90000"/>
        </a:lnSpc>
        <a:spcBef>
          <a:spcPct val="0"/>
        </a:spcBef>
        <a:buNone/>
        <a:defRPr sz="3600" b="1" kern="1200">
          <a:solidFill>
            <a:schemeClr val="tx1"/>
          </a:solidFill>
          <a:latin typeface="Arial Black" panose="020B0A04020102020204" pitchFamily="34"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j-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6" name="文本占位符 5"/>
          <p:cNvSpPr>
            <a:spLocks noGrp="1"/>
          </p:cNvSpPr>
          <p:nvPr>
            <p:ph type="body" idx="1"/>
          </p:nvPr>
        </p:nvSpPr>
        <p:spPr>
          <a:xfrm>
            <a:off x="848411" y="2055043"/>
            <a:ext cx="9341964" cy="4318048"/>
          </a:xfrm>
          <a:prstGeom prst="rect">
            <a:avLst/>
          </a:prstGeom>
        </p:spPr>
        <p:txBody>
          <a:bodyPr vert="horz" lIns="91440" tIns="45720" rIns="91440" bIns="45720" rtlCol="0">
            <a:normAutofit/>
          </a:bodyPr>
          <a:lstStyle/>
          <a:p>
            <a:pPr lvl="2"/>
            <a:r>
              <a:rPr lang="en-US" altLang="zh-CN"/>
              <a:t>text</a:t>
            </a:r>
            <a:endParaRPr lang="zh-CN" altLang="en-US"/>
          </a:p>
        </p:txBody>
      </p:sp>
      <p:pic>
        <p:nvPicPr>
          <p:cNvPr id="3" name="图片 3"/>
          <p:cNvPicPr>
            <a:picLocks noChangeAspect="1"/>
          </p:cNvPicPr>
          <p:nvPr userDrawn="1">
            <p:custDataLst>
              <p:tags r:id="rId17"/>
            </p:custDataLst>
          </p:nvPr>
        </p:nvPicPr>
        <p:blipFill>
          <a:blip r:embed="rId18"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grpSp>
        <p:nvGrpSpPr>
          <p:cNvPr id="4" name="群組 3"/>
          <p:cNvGrpSpPr/>
          <p:nvPr userDrawn="1"/>
        </p:nvGrpSpPr>
        <p:grpSpPr>
          <a:xfrm>
            <a:off x="613481" y="3737885"/>
            <a:ext cx="11213145" cy="369333"/>
            <a:chOff x="613481" y="3737885"/>
            <a:chExt cx="11213145" cy="369333"/>
          </a:xfrm>
        </p:grpSpPr>
        <p:sp>
          <p:nvSpPr>
            <p:cNvPr id="7" name="文字方塊 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8" name="文字方塊 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9" name="文字方塊 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0" name="文字方塊 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1" name="群組 10"/>
          <p:cNvGrpSpPr/>
          <p:nvPr userDrawn="1"/>
        </p:nvGrpSpPr>
        <p:grpSpPr>
          <a:xfrm>
            <a:off x="1121481" y="1674381"/>
            <a:ext cx="11213145" cy="369333"/>
            <a:chOff x="613481" y="3737885"/>
            <a:chExt cx="11213145" cy="369333"/>
          </a:xfrm>
        </p:grpSpPr>
        <p:sp>
          <p:nvSpPr>
            <p:cNvPr id="12" name="文字方塊 11"/>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3" name="文字方塊 12"/>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4" name="文字方塊 13"/>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5" name="文字方塊 14"/>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6" name="群組 15"/>
          <p:cNvGrpSpPr/>
          <p:nvPr userDrawn="1"/>
        </p:nvGrpSpPr>
        <p:grpSpPr>
          <a:xfrm>
            <a:off x="1016082" y="5642940"/>
            <a:ext cx="11213145" cy="369333"/>
            <a:chOff x="613481" y="3737885"/>
            <a:chExt cx="11213145" cy="369333"/>
          </a:xfrm>
        </p:grpSpPr>
        <p:sp>
          <p:nvSpPr>
            <p:cNvPr id="17" name="文字方塊 1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8" name="文字方塊 1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9" name="文字方塊 1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20" name="文字方塊 1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spTree>
  </p:cSld>
  <p:clrMap bg1="lt1" tx1="dk1" bg2="lt2" tx2="dk2" accent1="accent1" accent2="accent2" accent3="accent3" accent4="accent4" accent5="accent5" accent6="accent6" hlink="hlink" folHlink="folHlink"/>
  <p:sldLayoutIdLst>
    <p:sldLayoutId id="2147484017" r:id="rId1"/>
    <p:sldLayoutId id="2147484018" r:id="rId2"/>
    <p:sldLayoutId id="2147484019" r:id="rId3"/>
    <p:sldLayoutId id="2147484020" r:id="rId4"/>
    <p:sldLayoutId id="2147484021" r:id="rId5"/>
    <p:sldLayoutId id="2147484022" r:id="rId6"/>
    <p:sldLayoutId id="2147484023" r:id="rId7"/>
    <p:sldLayoutId id="2147484024" r:id="rId8"/>
    <p:sldLayoutId id="2147484025" r:id="rId9"/>
    <p:sldLayoutId id="2147484026" r:id="rId10"/>
    <p:sldLayoutId id="2147484027" r:id="rId11"/>
    <p:sldLayoutId id="2147484028" r:id="rId12"/>
    <p:sldLayoutId id="2147484029" r:id="rId13"/>
    <p:sldLayoutId id="2147484030" r:id="rId14"/>
    <p:sldLayoutId id="2147484031" r:id="rId15"/>
  </p:sldLayoutIdLst>
  <p:hf hdr="0" ftr="0" dt="0"/>
  <p:txStyles>
    <p:titleStyle>
      <a:lvl1pPr algn="l" defTabSz="914400" rtl="0" eaLnBrk="1" latinLnBrk="0" hangingPunct="1">
        <a:lnSpc>
          <a:spcPct val="90000"/>
        </a:lnSpc>
        <a:spcBef>
          <a:spcPct val="0"/>
        </a:spcBef>
        <a:buNone/>
        <a:defRPr sz="3600" b="1" kern="1200">
          <a:solidFill>
            <a:schemeClr val="tx1"/>
          </a:solidFill>
          <a:latin typeface="Arial Black" panose="020B0A04020102020204" pitchFamily="34"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j-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6" name="文本占位符 5"/>
          <p:cNvSpPr>
            <a:spLocks noGrp="1"/>
          </p:cNvSpPr>
          <p:nvPr>
            <p:ph type="body" idx="1"/>
          </p:nvPr>
        </p:nvSpPr>
        <p:spPr>
          <a:xfrm>
            <a:off x="848411" y="2055043"/>
            <a:ext cx="9341964" cy="4318048"/>
          </a:xfrm>
          <a:prstGeom prst="rect">
            <a:avLst/>
          </a:prstGeom>
        </p:spPr>
        <p:txBody>
          <a:bodyPr vert="horz" lIns="91440" tIns="45720" rIns="91440" bIns="45720" rtlCol="0">
            <a:normAutofit/>
          </a:bodyPr>
          <a:lstStyle/>
          <a:p>
            <a:pPr lvl="2"/>
            <a:r>
              <a:rPr lang="en-US" altLang="zh-CN"/>
              <a:t>text</a:t>
            </a:r>
            <a:endParaRPr lang="zh-CN" altLang="en-US"/>
          </a:p>
        </p:txBody>
      </p:sp>
      <p:pic>
        <p:nvPicPr>
          <p:cNvPr id="3" name="图片 3"/>
          <p:cNvPicPr>
            <a:picLocks noChangeAspect="1"/>
          </p:cNvPicPr>
          <p:nvPr userDrawn="1">
            <p:custDataLst>
              <p:tags r:id="rId17"/>
            </p:custDataLst>
          </p:nvPr>
        </p:nvPicPr>
        <p:blipFill>
          <a:blip r:embed="rId18" cstate="print">
            <a:extLst>
              <a:ext uri="{28A0092B-C50C-407E-A947-70E740481C1C}">
                <a14:useLocalDpi xmlns:a14="http://schemas.microsoft.com/office/drawing/2010/main" val="0"/>
              </a:ext>
            </a:extLst>
          </a:blip>
          <a:stretch>
            <a:fillRect/>
          </a:stretch>
        </p:blipFill>
        <p:spPr>
          <a:xfrm>
            <a:off x="1" y="394696"/>
            <a:ext cx="522568" cy="436557"/>
          </a:xfrm>
          <a:prstGeom prst="rect">
            <a:avLst/>
          </a:prstGeom>
        </p:spPr>
      </p:pic>
      <p:grpSp>
        <p:nvGrpSpPr>
          <p:cNvPr id="4" name="群組 3"/>
          <p:cNvGrpSpPr/>
          <p:nvPr userDrawn="1"/>
        </p:nvGrpSpPr>
        <p:grpSpPr>
          <a:xfrm>
            <a:off x="613481" y="3737885"/>
            <a:ext cx="11213145" cy="369333"/>
            <a:chOff x="613481" y="3737885"/>
            <a:chExt cx="11213145" cy="369333"/>
          </a:xfrm>
        </p:grpSpPr>
        <p:sp>
          <p:nvSpPr>
            <p:cNvPr id="7" name="文字方塊 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8" name="文字方塊 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9" name="文字方塊 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0" name="文字方塊 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1" name="群組 10"/>
          <p:cNvGrpSpPr/>
          <p:nvPr userDrawn="1"/>
        </p:nvGrpSpPr>
        <p:grpSpPr>
          <a:xfrm>
            <a:off x="1121481" y="1674381"/>
            <a:ext cx="11213145" cy="369333"/>
            <a:chOff x="613481" y="3737885"/>
            <a:chExt cx="11213145" cy="369333"/>
          </a:xfrm>
        </p:grpSpPr>
        <p:sp>
          <p:nvSpPr>
            <p:cNvPr id="12" name="文字方塊 11"/>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3" name="文字方塊 12"/>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4" name="文字方塊 13"/>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5" name="文字方塊 14"/>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grpSp>
        <p:nvGrpSpPr>
          <p:cNvPr id="16" name="群組 15"/>
          <p:cNvGrpSpPr/>
          <p:nvPr userDrawn="1"/>
        </p:nvGrpSpPr>
        <p:grpSpPr>
          <a:xfrm>
            <a:off x="1016082" y="5642940"/>
            <a:ext cx="11213145" cy="369333"/>
            <a:chOff x="613481" y="3737885"/>
            <a:chExt cx="11213145" cy="369333"/>
          </a:xfrm>
        </p:grpSpPr>
        <p:sp>
          <p:nvSpPr>
            <p:cNvPr id="17" name="文字方塊 16"/>
            <p:cNvSpPr txBox="1"/>
            <p:nvPr userDrawn="1"/>
          </p:nvSpPr>
          <p:spPr>
            <a:xfrm rot="19862544">
              <a:off x="3432666"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8" name="文字方塊 17"/>
            <p:cNvSpPr txBox="1"/>
            <p:nvPr userDrawn="1"/>
          </p:nvSpPr>
          <p:spPr>
            <a:xfrm rot="19862544">
              <a:off x="6251852"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19" name="文字方塊 18"/>
            <p:cNvSpPr txBox="1"/>
            <p:nvPr userDrawn="1"/>
          </p:nvSpPr>
          <p:spPr>
            <a:xfrm rot="19862544">
              <a:off x="9071037" y="3737885"/>
              <a:ext cx="2755589" cy="369332"/>
            </a:xfrm>
            <a:prstGeom prst="rect">
              <a:avLst/>
            </a:prstGeom>
            <a:noFill/>
          </p:spPr>
          <p:txBody>
            <a:bodyPr wrap="square" rtlCol="0">
              <a:spAutoFit/>
            </a:bodyPr>
            <a:lstStyle/>
            <a:p>
              <a:r>
                <a:rPr lang="en-US" altLang="zh-TW">
                  <a:solidFill>
                    <a:schemeClr val="tx1">
                      <a:alpha val="15000"/>
                    </a:schemeClr>
                  </a:solidFill>
                </a:rPr>
                <a:t>Designed by FII TARG</a:t>
              </a:r>
              <a:endParaRPr lang="zh-TW" altLang="en-US">
                <a:solidFill>
                  <a:schemeClr val="tx1">
                    <a:alpha val="15000"/>
                  </a:schemeClr>
                </a:solidFill>
              </a:endParaRPr>
            </a:p>
          </p:txBody>
        </p:sp>
        <p:sp>
          <p:nvSpPr>
            <p:cNvPr id="20" name="文字方塊 19"/>
            <p:cNvSpPr txBox="1"/>
            <p:nvPr userDrawn="1"/>
          </p:nvSpPr>
          <p:spPr>
            <a:xfrm rot="19862544">
              <a:off x="613481" y="3737886"/>
              <a:ext cx="2755589" cy="369332"/>
            </a:xfrm>
            <a:prstGeom prst="rect">
              <a:avLst/>
            </a:prstGeom>
            <a:noFill/>
          </p:spPr>
          <p:txBody>
            <a:bodyPr wrap="square" rtlCol="0">
              <a:spAutoFit/>
            </a:bodyPr>
            <a:lstStyle/>
            <a:p>
              <a:r>
                <a:rPr lang="en-US" altLang="zh-TW">
                  <a:solidFill>
                    <a:schemeClr val="tx1">
                      <a:alpha val="20000"/>
                    </a:schemeClr>
                  </a:solidFill>
                </a:rPr>
                <a:t>Designed by FII TARG</a:t>
              </a:r>
              <a:endParaRPr lang="zh-TW" altLang="en-US">
                <a:solidFill>
                  <a:schemeClr val="tx1">
                    <a:alpha val="20000"/>
                  </a:schemeClr>
                </a:solidFill>
              </a:endParaRPr>
            </a:p>
          </p:txBody>
        </p:sp>
      </p:grpSp>
    </p:spTree>
  </p:cSld>
  <p:clrMap bg1="lt1" tx1="dk1" bg2="lt2" tx2="dk2" accent1="accent1" accent2="accent2" accent3="accent3" accent4="accent4" accent5="accent5" accent6="accent6" hlink="hlink" folHlink="folHlink"/>
  <p:sldLayoutIdLst>
    <p:sldLayoutId id="2147484033" r:id="rId1"/>
    <p:sldLayoutId id="2147484034" r:id="rId2"/>
    <p:sldLayoutId id="2147484035" r:id="rId3"/>
    <p:sldLayoutId id="2147484036" r:id="rId4"/>
    <p:sldLayoutId id="2147484037" r:id="rId5"/>
    <p:sldLayoutId id="2147484038" r:id="rId6"/>
    <p:sldLayoutId id="2147484039" r:id="rId7"/>
    <p:sldLayoutId id="2147484040" r:id="rId8"/>
    <p:sldLayoutId id="2147484041" r:id="rId9"/>
    <p:sldLayoutId id="2147484042" r:id="rId10"/>
    <p:sldLayoutId id="2147484043" r:id="rId11"/>
    <p:sldLayoutId id="2147484044" r:id="rId12"/>
    <p:sldLayoutId id="2147484045" r:id="rId13"/>
    <p:sldLayoutId id="2147484046" r:id="rId14"/>
    <p:sldLayoutId id="2147484047" r:id="rId15"/>
  </p:sldLayoutIdLst>
  <p:hf hdr="0" ftr="0" dt="0"/>
  <p:txStyles>
    <p:titleStyle>
      <a:lvl1pPr algn="l" defTabSz="914400" rtl="0" eaLnBrk="1" latinLnBrk="0" hangingPunct="1">
        <a:lnSpc>
          <a:spcPct val="90000"/>
        </a:lnSpc>
        <a:spcBef>
          <a:spcPct val="0"/>
        </a:spcBef>
        <a:buNone/>
        <a:defRPr sz="3600" b="1" kern="1200">
          <a:solidFill>
            <a:schemeClr val="tx1"/>
          </a:solidFill>
          <a:latin typeface="Arial Black" panose="020B0A04020102020204" pitchFamily="34"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Arial" panose="020B0604020202020204" pitchFamily="34" charset="0"/>
          <a:ea typeface="+mj-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51.xml"/><Relationship Id="rId2" Type="http://schemas.openxmlformats.org/officeDocument/2006/relationships/image" Target="../media/image5.pn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165.xml"/><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tags" Target="../tags/tag52.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180.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tags" Target="../tags/tag53.xml"/><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9" Type="http://schemas.openxmlformats.org/officeDocument/2006/relationships/image" Target="../media/image20.png"/><Relationship Id="rId8" Type="http://schemas.openxmlformats.org/officeDocument/2006/relationships/image" Target="../media/image19.png"/><Relationship Id="rId7" Type="http://schemas.openxmlformats.org/officeDocument/2006/relationships/image" Target="../media/image18.png"/><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3" Type="http://schemas.openxmlformats.org/officeDocument/2006/relationships/image" Target="../media/image14.jpeg"/><Relationship Id="rId2" Type="http://schemas.openxmlformats.org/officeDocument/2006/relationships/image" Target="../media/image13.jpeg"/><Relationship Id="rId13" Type="http://schemas.openxmlformats.org/officeDocument/2006/relationships/slideLayout" Target="../slideLayouts/slideLayout285.xml"/><Relationship Id="rId12" Type="http://schemas.openxmlformats.org/officeDocument/2006/relationships/image" Target="../media/image23.png"/><Relationship Id="rId11" Type="http://schemas.openxmlformats.org/officeDocument/2006/relationships/image" Target="../media/image22.png"/><Relationship Id="rId10" Type="http://schemas.openxmlformats.org/officeDocument/2006/relationships/image" Target="../media/image21.png"/><Relationship Id="rId1" Type="http://schemas.openxmlformats.org/officeDocument/2006/relationships/tags" Target="../tags/tag54.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195.xml"/><Relationship Id="rId4" Type="http://schemas.openxmlformats.org/officeDocument/2006/relationships/tags" Target="../tags/tag56.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tags" Target="../tags/tag55.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10.xml"/><Relationship Id="rId3" Type="http://schemas.openxmlformats.org/officeDocument/2006/relationships/tags" Target="../tags/tag58.xml"/><Relationship Id="rId2" Type="http://schemas.openxmlformats.org/officeDocument/2006/relationships/image" Target="../media/image26.png"/><Relationship Id="rId1" Type="http://schemas.openxmlformats.org/officeDocument/2006/relationships/tags" Target="../tags/tag57.xml"/></Relationships>
</file>

<file path=ppt/slides/_rels/slide8.xml.rels><?xml version="1.0" encoding="UTF-8" standalone="yes"?>
<Relationships xmlns="http://schemas.openxmlformats.org/package/2006/relationships"><Relationship Id="rId7" Type="http://schemas.openxmlformats.org/officeDocument/2006/relationships/slideLayout" Target="../slideLayouts/slideLayout105.xml"/><Relationship Id="rId6" Type="http://schemas.openxmlformats.org/officeDocument/2006/relationships/tags" Target="../tags/tag60.xml"/><Relationship Id="rId5" Type="http://schemas.openxmlformats.org/officeDocument/2006/relationships/image" Target="../media/image28.png"/><Relationship Id="rId4" Type="http://schemas.openxmlformats.org/officeDocument/2006/relationships/image" Target="../media/image26.png"/><Relationship Id="rId3" Type="http://schemas.openxmlformats.org/officeDocument/2006/relationships/image" Target="../media/image6.png"/><Relationship Id="rId2" Type="http://schemas.openxmlformats.org/officeDocument/2006/relationships/tags" Target="../tags/tag59.xml"/><Relationship Id="rId1" Type="http://schemas.openxmlformats.org/officeDocument/2006/relationships/image" Target="../media/image27.pn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225.xml"/><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tags" Target="../tags/tag61.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40.xml"/><Relationship Id="rId4" Type="http://schemas.openxmlformats.org/officeDocument/2006/relationships/image" Target="../media/image33.png"/><Relationship Id="rId3" Type="http://schemas.openxmlformats.org/officeDocument/2006/relationships/image" Target="../media/image10.png"/><Relationship Id="rId2" Type="http://schemas.openxmlformats.org/officeDocument/2006/relationships/image" Target="../media/image32.png"/><Relationship Id="rId1" Type="http://schemas.openxmlformats.org/officeDocument/2006/relationships/tags" Target="../tags/tag62.xml"/></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255.xml"/><Relationship Id="rId4" Type="http://schemas.openxmlformats.org/officeDocument/2006/relationships/image" Target="../media/image35.png"/><Relationship Id="rId3" Type="http://schemas.openxmlformats.org/officeDocument/2006/relationships/image" Target="../media/image34.png"/><Relationship Id="rId2" Type="http://schemas.openxmlformats.org/officeDocument/2006/relationships/tags" Target="../tags/tag64.xml"/><Relationship Id="rId1" Type="http://schemas.openxmlformats.org/officeDocument/2006/relationships/tags" Target="../tags/tag63.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270.xml"/><Relationship Id="rId5" Type="http://schemas.openxmlformats.org/officeDocument/2006/relationships/image" Target="../media/image39.png"/><Relationship Id="rId4" Type="http://schemas.openxmlformats.org/officeDocument/2006/relationships/image" Target="../media/image38.png"/><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tags" Target="../tags/tag65.xml"/></Relationships>
</file>

<file path=ppt/slides/_rels/slide13.xml.rels><?xml version="1.0" encoding="UTF-8" standalone="yes"?>
<Relationships xmlns="http://schemas.openxmlformats.org/package/2006/relationships"><Relationship Id="rId8" Type="http://schemas.openxmlformats.org/officeDocument/2006/relationships/slideLayout" Target="../slideLayouts/slideLayout120.xml"/><Relationship Id="rId7" Type="http://schemas.openxmlformats.org/officeDocument/2006/relationships/image" Target="../media/image43.png"/><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5.png"/><Relationship Id="rId3" Type="http://schemas.openxmlformats.org/officeDocument/2006/relationships/image" Target="../media/image28.png"/><Relationship Id="rId2" Type="http://schemas.openxmlformats.org/officeDocument/2006/relationships/tags" Target="../tags/tag66.xml"/><Relationship Id="rId1" Type="http://schemas.openxmlformats.org/officeDocument/2006/relationships/image" Target="../media/image40.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30.xml"/><Relationship Id="rId2" Type="http://schemas.openxmlformats.org/officeDocument/2006/relationships/image" Target="../media/image40.png"/><Relationship Id="rId1" Type="http://schemas.openxmlformats.org/officeDocument/2006/relationships/tags" Target="../tags/tag67.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345.xml"/><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tags" Target="../tags/tag68.xml"/></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375.xml"/><Relationship Id="rId4" Type="http://schemas.openxmlformats.org/officeDocument/2006/relationships/image" Target="../media/image40.png"/><Relationship Id="rId3" Type="http://schemas.openxmlformats.org/officeDocument/2006/relationships/tags" Target="../tags/tag69.xml"/><Relationship Id="rId2" Type="http://schemas.openxmlformats.org/officeDocument/2006/relationships/image" Target="../media/image47.png"/><Relationship Id="rId1" Type="http://schemas.openxmlformats.org/officeDocument/2006/relationships/image" Target="../media/image46.png"/></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135.xml"/><Relationship Id="rId5" Type="http://schemas.openxmlformats.org/officeDocument/2006/relationships/image" Target="../media/image32.png"/><Relationship Id="rId4" Type="http://schemas.openxmlformats.org/officeDocument/2006/relationships/image" Target="../media/image10.png"/><Relationship Id="rId3" Type="http://schemas.openxmlformats.org/officeDocument/2006/relationships/tags" Target="../tags/tag70.xml"/><Relationship Id="rId2" Type="http://schemas.openxmlformats.org/officeDocument/2006/relationships/image" Target="../media/image28.png"/><Relationship Id="rId1" Type="http://schemas.openxmlformats.org/officeDocument/2006/relationships/image" Target="../media/image48.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00.xml"/><Relationship Id="rId2" Type="http://schemas.openxmlformats.org/officeDocument/2006/relationships/tags" Target="../tags/tag71.xml"/><Relationship Id="rId1" Type="http://schemas.openxmlformats.org/officeDocument/2006/relationships/image" Target="../media/image49.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15.xml"/><Relationship Id="rId2" Type="http://schemas.openxmlformats.org/officeDocument/2006/relationships/tags" Target="../tags/tag72.xml"/><Relationship Id="rId1" Type="http://schemas.openxmlformats.org/officeDocument/2006/relationships/image" Target="../media/image49.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7" name="文本框 6"/>
          <p:cNvSpPr txBox="1"/>
          <p:nvPr/>
        </p:nvSpPr>
        <p:spPr>
          <a:xfrm>
            <a:off x="898638" y="1206031"/>
            <a:ext cx="7873887" cy="1938020"/>
          </a:xfrm>
          <a:prstGeom prst="rect">
            <a:avLst/>
          </a:prstGeom>
          <a:noFill/>
        </p:spPr>
        <p:txBody>
          <a:bodyPr wrap="square" rtlCol="0">
            <a:spAutoFit/>
          </a:bodyPr>
          <a:lstStyle/>
          <a:p>
            <a:pPr algn="l"/>
            <a:r>
              <a:rPr lang="en-US" altLang="zh-CN" sz="6000" b="1">
                <a:solidFill>
                  <a:schemeClr val="bg1"/>
                </a:solidFill>
                <a:latin typeface="+mj-ea"/>
                <a:ea typeface="+mj-ea"/>
                <a:cs typeface="+mj-ea"/>
                <a:sym typeface="+mn-ea"/>
              </a:rPr>
              <a:t>NV P9 Kitting</a:t>
            </a:r>
            <a:endParaRPr lang="en-US" altLang="zh-CN" sz="6000" b="1">
              <a:solidFill>
                <a:schemeClr val="bg1"/>
              </a:solidFill>
              <a:latin typeface="+mj-ea"/>
              <a:ea typeface="+mj-ea"/>
              <a:cs typeface="+mj-ea"/>
              <a:sym typeface="+mn-ea"/>
            </a:endParaRPr>
          </a:p>
          <a:p>
            <a:pPr algn="l"/>
            <a:r>
              <a:rPr lang="zh-CN" altLang="en-US" sz="6000" b="1">
                <a:solidFill>
                  <a:schemeClr val="bg1"/>
                </a:solidFill>
                <a:latin typeface="Arial Black" panose="020B0A04020102020204" pitchFamily="34" charset="0"/>
                <a:ea typeface="微软雅黑" panose="020B0503020204020204" pitchFamily="34" charset="-122"/>
              </a:rPr>
              <a:t>设备说明</a:t>
            </a:r>
            <a:endParaRPr lang="zh-CN" altLang="en-US" sz="6000" b="1">
              <a:solidFill>
                <a:schemeClr val="bg1"/>
              </a:solidFill>
              <a:latin typeface="Arial Black" panose="020B0A04020102020204" pitchFamily="34" charset="0"/>
              <a:ea typeface="微软雅黑" panose="020B0503020204020204" pitchFamily="34" charset="-122"/>
            </a:endParaRPr>
          </a:p>
        </p:txBody>
      </p:sp>
      <p:sp>
        <p:nvSpPr>
          <p:cNvPr id="9" name="文本框 8"/>
          <p:cNvSpPr txBox="1"/>
          <p:nvPr/>
        </p:nvSpPr>
        <p:spPr>
          <a:xfrm>
            <a:off x="898638" y="4046254"/>
            <a:ext cx="4746169" cy="645160"/>
          </a:xfrm>
          <a:prstGeom prst="rect">
            <a:avLst/>
          </a:prstGeom>
          <a:noFill/>
        </p:spPr>
        <p:txBody>
          <a:bodyPr wrap="square" rtlCol="0">
            <a:spAutoFit/>
          </a:bodyPr>
          <a:lstStyle/>
          <a:p>
            <a:pPr hangingPunct="0"/>
            <a:r>
              <a:rPr lang="en-US" altLang="zh-CN">
                <a:solidFill>
                  <a:schemeClr val="bg1"/>
                </a:solidFill>
                <a:latin typeface="思源黑体 CN Normal" panose="020B0400000000000000" pitchFamily="34" charset="-122"/>
                <a:ea typeface="思源黑体 CN Normal" panose="020B0400000000000000" pitchFamily="34" charset="-122"/>
                <a:sym typeface="等线" panose="02010600030101010101" charset="-122"/>
              </a:rPr>
              <a:t>Henry</a:t>
            </a:r>
            <a:endParaRPr lang="zh-CN" altLang="en-US">
              <a:solidFill>
                <a:schemeClr val="bg1"/>
              </a:solidFill>
              <a:latin typeface="思源黑体 CN Normal" panose="020B0400000000000000" pitchFamily="34" charset="-122"/>
              <a:ea typeface="思源黑体 CN Normal" panose="020B0400000000000000" pitchFamily="34" charset="-122"/>
              <a:sym typeface="等线" panose="02010600030101010101" charset="-122"/>
            </a:endParaRPr>
          </a:p>
          <a:p>
            <a:pPr hangingPunct="0"/>
            <a:endParaRPr lang="en-US" altLang="zh-TW">
              <a:solidFill>
                <a:schemeClr val="bg1"/>
              </a:solidFill>
              <a:latin typeface="Arial" panose="020B0604020202020204" pitchFamily="34" charset="0"/>
              <a:ea typeface="微软雅黑" panose="020B0503020204020204" pitchFamily="34" charset="-122"/>
              <a:cs typeface="Arial" panose="020B0604020202020204" pitchFamily="34" charset="0"/>
              <a:sym typeface="等线" panose="02010600030101010101" charset="-122"/>
            </a:endParaRPr>
          </a:p>
        </p:txBody>
      </p:sp>
      <p:sp>
        <p:nvSpPr>
          <p:cNvPr id="10" name="文本框 9"/>
          <p:cNvSpPr txBox="1"/>
          <p:nvPr/>
        </p:nvSpPr>
        <p:spPr>
          <a:xfrm>
            <a:off x="898638" y="4446364"/>
            <a:ext cx="4746169" cy="368300"/>
          </a:xfrm>
          <a:prstGeom prst="rect">
            <a:avLst/>
          </a:prstGeom>
          <a:noFill/>
        </p:spPr>
        <p:txBody>
          <a:bodyPr wrap="square" rtlCol="0">
            <a:spAutoFit/>
          </a:bodyPr>
          <a:lstStyle/>
          <a:p>
            <a:pPr hangingPunct="0"/>
            <a:r>
              <a:rPr lang="en-US" altLang="zh-CN">
                <a:solidFill>
                  <a:schemeClr val="bg1"/>
                </a:solidFill>
                <a:latin typeface="思源黑体 CN Normal" panose="020B0400000000000000" pitchFamily="34" charset="-122"/>
                <a:ea typeface="思源黑体 CN Normal" panose="020B0400000000000000" pitchFamily="34" charset="-122"/>
                <a:sym typeface="等线" panose="02010600030101010101" charset="-122"/>
              </a:rPr>
              <a:t>2025/08/25</a:t>
            </a:r>
            <a:endParaRPr lang="en-US" altLang="zh-TW">
              <a:solidFill>
                <a:schemeClr val="bg1"/>
              </a:solidFill>
              <a:latin typeface="Arial" panose="020B0604020202020204" pitchFamily="34" charset="0"/>
              <a:ea typeface="微软雅黑" panose="020B0503020204020204" pitchFamily="34" charset="-122"/>
              <a:cs typeface="Arial" panose="020B0604020202020204" pitchFamily="34" charset="0"/>
              <a:sym typeface="等线" panose="02010600030101010101" charset="-122"/>
            </a:endParaRPr>
          </a:p>
        </p:txBody>
      </p:sp>
      <p:sp>
        <p:nvSpPr>
          <p:cNvPr id="2" name="Rectangle 1"/>
          <p:cNvSpPr>
            <a:spLocks noChangeArrowheads="1"/>
          </p:cNvSpPr>
          <p:nvPr/>
        </p:nvSpPr>
        <p:spPr bwMode="auto">
          <a:xfrm>
            <a:off x="0" y="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 name="Rectangle 3"/>
          <p:cNvSpPr>
            <a:spLocks noChangeArrowheads="1"/>
          </p:cNvSpPr>
          <p:nvPr/>
        </p:nvSpPr>
        <p:spPr bwMode="auto">
          <a:xfrm>
            <a:off x="304800" y="3048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Text Box 6"/>
          <p:cNvSpPr txBox="1">
            <a:spLocks noChangeArrowheads="1"/>
          </p:cNvSpPr>
          <p:nvPr/>
        </p:nvSpPr>
        <p:spPr bwMode="auto">
          <a:xfrm>
            <a:off x="659323" y="371705"/>
            <a:ext cx="4474422" cy="369570"/>
          </a:xfrm>
          <a:prstGeom prst="rect">
            <a:avLst/>
          </a:prstGeom>
          <a:noFill/>
          <a:ln w="9525">
            <a:noFill/>
            <a:miter lim="800000"/>
          </a:ln>
        </p:spPr>
        <p:txBody>
          <a:bodyPr wrap="square" lIns="62321" tIns="31161" rIns="62321" bIns="31161">
            <a:spAutoFit/>
          </a:bodyPr>
          <a:lstStyle>
            <a:defPPr>
              <a:defRPr lang="zh-TW"/>
            </a:defPPr>
            <a:lvl1pPr defTabSz="622300">
              <a:spcBef>
                <a:spcPct val="50000"/>
              </a:spcBef>
              <a:defRPr kumimoji="1" sz="2000" b="1">
                <a:latin typeface="Arial" panose="020B0604020202020204" pitchFamily="34" charset="0"/>
                <a:ea typeface="思源黑体 CN Heavy" panose="020B0A00000000000000" pitchFamily="34" charset="-122"/>
                <a:cs typeface="Arial" panose="020B0604020202020204" pitchFamily="34" charset="0"/>
              </a:defRPr>
            </a:lvl1pPr>
          </a:lstStyle>
          <a:p>
            <a:r>
              <a:rPr lang="en-US" dirty="0"/>
              <a:t>E</a:t>
            </a:r>
            <a:r>
              <a:rPr lang="zh-CN" altLang="en-US" dirty="0"/>
              <a:t>型</a:t>
            </a:r>
            <a:r>
              <a:rPr lang="en-US" altLang="zh-CN" dirty="0"/>
              <a:t>AGV</a:t>
            </a:r>
            <a:endParaRPr lang="en-US" altLang="zh-CN" dirty="0"/>
          </a:p>
        </p:txBody>
      </p:sp>
      <p:sp>
        <p:nvSpPr>
          <p:cNvPr id="49" name="文本框 48"/>
          <p:cNvSpPr txBox="1"/>
          <p:nvPr/>
        </p:nvSpPr>
        <p:spPr>
          <a:xfrm>
            <a:off x="963123" y="2963686"/>
            <a:ext cx="1764237" cy="368300"/>
          </a:xfrm>
          <a:prstGeom prst="rect">
            <a:avLst/>
          </a:prstGeom>
          <a:noFill/>
        </p:spPr>
        <p:txBody>
          <a:bodyPr wrap="square">
            <a:spAutoFit/>
          </a:bodyPr>
          <a:lstStyle/>
          <a:p>
            <a:r>
              <a:rPr lang="en-US" altLang="zh-CN" sz="900" dirty="0"/>
              <a:t>max</a:t>
            </a:r>
            <a:r>
              <a:rPr lang="zh-CN" altLang="en-US" sz="900" dirty="0"/>
              <a:t>1</a:t>
            </a:r>
            <a:r>
              <a:rPr lang="en-US" altLang="zh-CN" sz="900" dirty="0"/>
              <a:t>20</a:t>
            </a:r>
            <a:r>
              <a:rPr lang="zh-CN" altLang="en-US" sz="900" dirty="0"/>
              <a:t>0*1</a:t>
            </a:r>
            <a:r>
              <a:rPr lang="en-US" altLang="zh-CN" sz="900" dirty="0"/>
              <a:t>20</a:t>
            </a:r>
            <a:r>
              <a:rPr lang="zh-CN" altLang="en-US" sz="900" dirty="0"/>
              <a:t>0*1</a:t>
            </a:r>
            <a:r>
              <a:rPr lang="en-US" altLang="zh-CN" sz="900" dirty="0"/>
              <a:t>0</a:t>
            </a:r>
            <a:r>
              <a:rPr lang="zh-CN" altLang="en-US" sz="900" dirty="0"/>
              <a:t>0mm</a:t>
            </a:r>
            <a:endParaRPr lang="en-US" altLang="zh-CN" sz="900" dirty="0"/>
          </a:p>
          <a:p>
            <a:endParaRPr lang="zh-CN" altLang="en-US" sz="900" dirty="0"/>
          </a:p>
        </p:txBody>
      </p:sp>
      <p:sp>
        <p:nvSpPr>
          <p:cNvPr id="257" name="文本框 256"/>
          <p:cNvSpPr txBox="1"/>
          <p:nvPr/>
        </p:nvSpPr>
        <p:spPr>
          <a:xfrm>
            <a:off x="1205865" y="4734560"/>
            <a:ext cx="890270" cy="245110"/>
          </a:xfrm>
          <a:prstGeom prst="rect">
            <a:avLst/>
          </a:prstGeom>
          <a:noFill/>
        </p:spPr>
        <p:txBody>
          <a:bodyPr wrap="square" rtlCol="0">
            <a:spAutoFit/>
          </a:bodyPr>
          <a:p>
            <a:r>
              <a:rPr lang="en-US" altLang="zh-CN" sz="1000" dirty="0"/>
              <a:t>E</a:t>
            </a:r>
            <a:r>
              <a:rPr lang="zh-CN" altLang="en-US" sz="1000" dirty="0"/>
              <a:t>型</a:t>
            </a:r>
            <a:r>
              <a:rPr lang="en-US" altLang="zh-CN" sz="1000" dirty="0"/>
              <a:t>AGV</a:t>
            </a:r>
            <a:endParaRPr lang="en-US" altLang="zh-CN" sz="1000" dirty="0"/>
          </a:p>
        </p:txBody>
      </p:sp>
      <p:pic>
        <p:nvPicPr>
          <p:cNvPr id="32" name="图片 31"/>
          <p:cNvPicPr>
            <a:picLocks noChangeAspect="1"/>
          </p:cNvPicPr>
          <p:nvPr/>
        </p:nvPicPr>
        <p:blipFill>
          <a:blip r:embed="rId1"/>
          <a:stretch>
            <a:fillRect/>
          </a:stretch>
        </p:blipFill>
        <p:spPr>
          <a:xfrm>
            <a:off x="739775" y="3458845"/>
            <a:ext cx="1802765" cy="1083945"/>
          </a:xfrm>
          <a:prstGeom prst="rect">
            <a:avLst/>
          </a:prstGeom>
          <a:solidFill>
            <a:schemeClr val="accent5">
              <a:lumMod val="75000"/>
            </a:schemeClr>
          </a:solidFill>
        </p:spPr>
      </p:pic>
      <p:pic>
        <p:nvPicPr>
          <p:cNvPr id="30" name="图片 29"/>
          <p:cNvPicPr>
            <a:picLocks noChangeAspect="1"/>
          </p:cNvPicPr>
          <p:nvPr/>
        </p:nvPicPr>
        <p:blipFill rotWithShape="1">
          <a:blip r:embed="rId2"/>
          <a:srcRect t="10840" b="14486"/>
          <a:stretch>
            <a:fillRect/>
          </a:stretch>
        </p:blipFill>
        <p:spPr>
          <a:xfrm>
            <a:off x="659130" y="1214755"/>
            <a:ext cx="1743710" cy="1623060"/>
          </a:xfrm>
          <a:prstGeom prst="rect">
            <a:avLst/>
          </a:prstGeom>
        </p:spPr>
      </p:pic>
      <p:graphicFrame>
        <p:nvGraphicFramePr>
          <p:cNvPr id="46" name="表格 45"/>
          <p:cNvGraphicFramePr/>
          <p:nvPr>
            <p:custDataLst>
              <p:tags r:id="rId3"/>
            </p:custDataLst>
          </p:nvPr>
        </p:nvGraphicFramePr>
        <p:xfrm>
          <a:off x="5116195" y="1214755"/>
          <a:ext cx="6355715" cy="2583180"/>
        </p:xfrm>
        <a:graphic>
          <a:graphicData uri="http://schemas.openxmlformats.org/drawingml/2006/table">
            <a:tbl>
              <a:tblPr firstRow="1" bandRow="1">
                <a:tableStyleId>{5C22544A-7EE6-4342-B048-85BDC9FD1C3A}</a:tableStyleId>
              </a:tblPr>
              <a:tblGrid>
                <a:gridCol w="553720"/>
                <a:gridCol w="1251585"/>
                <a:gridCol w="4550410"/>
              </a:tblGrid>
              <a:tr h="304800">
                <a:tc>
                  <a:txBody>
                    <a:bodyPr/>
                    <a:p>
                      <a:pPr algn="ctr"/>
                      <a:r>
                        <a:rPr lang="zh-CN" altLang="en-US" sz="1400" dirty="0">
                          <a:latin typeface="微软雅黑" panose="020B0503020204020204" pitchFamily="34" charset="-122"/>
                          <a:ea typeface="微软雅黑" panose="020B0503020204020204" pitchFamily="34" charset="-122"/>
                        </a:rPr>
                        <a:t>序号</a:t>
                      </a:r>
                      <a:endParaRPr lang="zh-CN" altLang="en-US" sz="14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dirty="0">
                          <a:latin typeface="微软雅黑" panose="020B0503020204020204" pitchFamily="34" charset="-122"/>
                          <a:ea typeface="微软雅黑" panose="020B0503020204020204" pitchFamily="34" charset="-122"/>
                          <a:sym typeface="+mn-ea"/>
                        </a:rPr>
                        <a:t>参数名称</a:t>
                      </a:r>
                      <a:endParaRPr lang="zh-CN" altLang="en-US" sz="1400" dirty="0">
                        <a:latin typeface="微软雅黑" panose="020B0503020204020204" pitchFamily="34" charset="-122"/>
                        <a:ea typeface="微软雅黑" panose="020B0503020204020204" pitchFamily="34" charset="-122"/>
                      </a:endParaRPr>
                    </a:p>
                  </a:txBody>
                  <a:tcPr anchor="ctr" anchorCtr="0"/>
                </a:tc>
                <a:tc>
                  <a:txBody>
                    <a:bodyPr/>
                    <a:p>
                      <a:r>
                        <a:rPr lang="en-US" altLang="zh-CN" sz="1400" dirty="0">
                          <a:latin typeface="微软雅黑" panose="020B0503020204020204" pitchFamily="34" charset="-122"/>
                          <a:ea typeface="微软雅黑" panose="020B0503020204020204" pitchFamily="34" charset="-122"/>
                        </a:rPr>
                        <a:t>E</a:t>
                      </a:r>
                      <a:r>
                        <a:rPr lang="zh-CN" altLang="en-US" sz="1400" dirty="0">
                          <a:latin typeface="微软雅黑" panose="020B0503020204020204" pitchFamily="34" charset="-122"/>
                          <a:ea typeface="微软雅黑" panose="020B0503020204020204" pitchFamily="34" charset="-122"/>
                        </a:rPr>
                        <a:t>型搬运</a:t>
                      </a:r>
                      <a:r>
                        <a:rPr lang="en-US" altLang="zh-CN" sz="1400" dirty="0">
                          <a:latin typeface="微软雅黑" panose="020B0503020204020204" pitchFamily="34" charset="-122"/>
                          <a:ea typeface="微软雅黑" panose="020B0503020204020204" pitchFamily="34" charset="-122"/>
                        </a:rPr>
                        <a:t>AGV</a:t>
                      </a:r>
                      <a:endParaRPr lang="en-US" altLang="zh-CN" sz="1400" dirty="0">
                        <a:latin typeface="微软雅黑" panose="020B0503020204020204" pitchFamily="34" charset="-122"/>
                        <a:ea typeface="微软雅黑" panose="020B0503020204020204" pitchFamily="34" charset="-122"/>
                      </a:endParaRPr>
                    </a:p>
                  </a:txBody>
                  <a:tcPr anchor="ctr" anchorCtr="0"/>
                </a:tc>
              </a:tr>
              <a:tr h="274320">
                <a:tc>
                  <a:txBody>
                    <a:bodyPr/>
                    <a:p>
                      <a:pPr algn="ctr"/>
                      <a:r>
                        <a:rPr lang="en-US" altLang="zh-CN" sz="1200" dirty="0">
                          <a:latin typeface="微软雅黑" panose="020B0503020204020204" pitchFamily="34" charset="-122"/>
                          <a:ea typeface="微软雅黑" panose="020B0503020204020204" pitchFamily="34" charset="-122"/>
                        </a:rPr>
                        <a:t>1</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r>
                        <a:rPr lang="zh-CN" altLang="en-US" sz="1200" dirty="0">
                          <a:latin typeface="微软雅黑" panose="020B0503020204020204" pitchFamily="34" charset="-122"/>
                          <a:ea typeface="微软雅黑" panose="020B0503020204020204" pitchFamily="34" charset="-122"/>
                        </a:rPr>
                        <a:t>搬运容器</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algn="l">
                        <a:buNone/>
                      </a:pPr>
                      <a:r>
                        <a:rPr lang="zh-CN" altLang="en-US" sz="1200" dirty="0">
                          <a:latin typeface="微软雅黑" panose="020B0503020204020204" pitchFamily="34" charset="-122"/>
                          <a:ea typeface="微软雅黑" panose="020B0503020204020204" pitchFamily="34" charset="-122"/>
                          <a:sym typeface="+mn-ea"/>
                        </a:rPr>
                        <a:t>栈板；</a:t>
                      </a:r>
                      <a:endParaRPr lang="zh-CN" altLang="en-US" sz="1200" dirty="0">
                        <a:latin typeface="微软雅黑" panose="020B0503020204020204" pitchFamily="34" charset="-122"/>
                        <a:ea typeface="微软雅黑" panose="020B0503020204020204" pitchFamily="34" charset="-122"/>
                        <a:sym typeface="+mn-ea"/>
                      </a:endParaRPr>
                    </a:p>
                    <a:p>
                      <a:pPr algn="l">
                        <a:buNone/>
                      </a:pPr>
                      <a:r>
                        <a:rPr lang="zh-CN" altLang="en-US" sz="1200" dirty="0">
                          <a:latin typeface="微软雅黑" panose="020B0503020204020204" pitchFamily="34" charset="-122"/>
                          <a:ea typeface="微软雅黑" panose="020B0503020204020204" pitchFamily="34" charset="-122"/>
                          <a:sym typeface="+mn-ea"/>
                        </a:rPr>
                        <a:t>栈板尺寸</a:t>
                      </a:r>
                      <a:r>
                        <a:rPr lang="en-US" altLang="zh-CN" sz="1200" dirty="0">
                          <a:latin typeface="微软雅黑" panose="020B0503020204020204" pitchFamily="34" charset="-122"/>
                          <a:ea typeface="微软雅黑" panose="020B0503020204020204" pitchFamily="34" charset="-122"/>
                          <a:sym typeface="+mn-ea"/>
                        </a:rPr>
                        <a:t>≤1200*1200mm</a:t>
                      </a:r>
                      <a:endParaRPr lang="en-US" altLang="zh-CN" sz="1200" dirty="0">
                        <a:latin typeface="微软雅黑" panose="020B0503020204020204" pitchFamily="34" charset="-122"/>
                        <a:ea typeface="微软雅黑" panose="020B0503020204020204" pitchFamily="34" charset="-122"/>
                        <a:sym typeface="+mn-ea"/>
                      </a:endParaRPr>
                    </a:p>
                  </a:txBody>
                  <a:tcPr anchor="ctr"/>
                </a:tc>
              </a:tr>
              <a:tr h="332740">
                <a:tc>
                  <a:txBody>
                    <a:bodyPr/>
                    <a:p>
                      <a:pPr algn="ctr">
                        <a:buNone/>
                      </a:pPr>
                      <a:r>
                        <a:rPr lang="en-US" altLang="zh-CN" sz="1200" dirty="0">
                          <a:latin typeface="微软雅黑" panose="020B0503020204020204" pitchFamily="34" charset="-122"/>
                          <a:ea typeface="微软雅黑" panose="020B0503020204020204" pitchFamily="34" charset="-122"/>
                        </a:rPr>
                        <a:t>2</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负载重量</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a:buNone/>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≤600KG</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tc>
              </a:tr>
              <a:tr h="332740">
                <a:tc>
                  <a:txBody>
                    <a:bodyPr/>
                    <a:p>
                      <a:pPr algn="ctr">
                        <a:buNone/>
                      </a:pPr>
                      <a:r>
                        <a:rPr lang="en-US" altLang="zh-CN" sz="1200" dirty="0">
                          <a:latin typeface="微软雅黑" panose="020B0503020204020204" pitchFamily="34" charset="-122"/>
                          <a:ea typeface="微软雅黑" panose="020B0503020204020204" pitchFamily="34" charset="-122"/>
                        </a:rPr>
                        <a:t>3</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导航方式</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a:buNone/>
                      </a:pPr>
                      <a:r>
                        <a:rPr sz="1200" dirty="0" err="1">
                          <a:latin typeface="微软雅黑" panose="020B0503020204020204" pitchFamily="34" charset="-122"/>
                          <a:ea typeface="微软雅黑" panose="020B0503020204020204" pitchFamily="34" charset="-122"/>
                          <a:sym typeface="+mn-ea"/>
                        </a:rPr>
                        <a:t>SLAM导航</a:t>
                      </a:r>
                      <a:r>
                        <a:rPr lang="zh-CN" sz="1200" dirty="0" err="1">
                          <a:latin typeface="微软雅黑" panose="020B0503020204020204" pitchFamily="34" charset="-122"/>
                          <a:ea typeface="微软雅黑" panose="020B0503020204020204" pitchFamily="34" charset="-122"/>
                          <a:sym typeface="+mn-ea"/>
                        </a:rPr>
                        <a:t>（局部精定位处地方可以加二维码地码辅助）</a:t>
                      </a:r>
                      <a:endParaRPr lang="zh-CN" sz="1200" dirty="0" err="1">
                        <a:latin typeface="微软雅黑" panose="020B0503020204020204" pitchFamily="34" charset="-122"/>
                        <a:ea typeface="微软雅黑" panose="020B0503020204020204" pitchFamily="34" charset="-122"/>
                        <a:sym typeface="+mn-ea"/>
                      </a:endParaRPr>
                    </a:p>
                  </a:txBody>
                  <a:tcPr anchor="ctr"/>
                </a:tc>
              </a:tr>
              <a:tr h="332740">
                <a:tc>
                  <a:txBody>
                    <a:bodyPr/>
                    <a:p>
                      <a:pPr algn="ctr">
                        <a:buNone/>
                      </a:pPr>
                      <a:r>
                        <a:rPr lang="en-US" altLang="zh-CN" sz="1200" dirty="0">
                          <a:latin typeface="微软雅黑" panose="020B0503020204020204" pitchFamily="34" charset="-122"/>
                          <a:ea typeface="微软雅黑" panose="020B0503020204020204" pitchFamily="34" charset="-122"/>
                        </a:rPr>
                        <a:t>4</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电池材料</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latin typeface="宋体" panose="02010600030101010101" pitchFamily="2" charset="-122"/>
                          <a:ea typeface="宋体" panose="02010600030101010101" pitchFamily="2" charset="-122"/>
                          <a:sym typeface="+mn-ea"/>
                        </a:rPr>
                        <a:t>磷酸铁锂</a:t>
                      </a:r>
                      <a:r>
                        <a:rPr lang="en-US" altLang="zh-CN" sz="1200" dirty="0">
                          <a:latin typeface="宋体" panose="02010600030101010101" pitchFamily="2" charset="-122"/>
                          <a:ea typeface="宋体" panose="02010600030101010101" pitchFamily="2" charset="-122"/>
                          <a:sym typeface="+mn-ea"/>
                        </a:rPr>
                        <a:t>/</a:t>
                      </a:r>
                      <a:r>
                        <a:rPr lang="zh-CN" altLang="en-US" sz="1200" dirty="0">
                          <a:latin typeface="宋体" panose="02010600030101010101" pitchFamily="2" charset="-122"/>
                          <a:ea typeface="宋体" panose="02010600030101010101" pitchFamily="2" charset="-122"/>
                          <a:sym typeface="+mn-ea"/>
                        </a:rPr>
                        <a:t>三元锂</a:t>
                      </a:r>
                      <a:endParaRPr lang="zh-CN" altLang="en-US" sz="1200" dirty="0">
                        <a:latin typeface="微软雅黑" panose="020B0503020204020204" pitchFamily="34" charset="-122"/>
                        <a:ea typeface="微软雅黑" panose="020B0503020204020204" pitchFamily="34" charset="-122"/>
                        <a:sym typeface="+mn-ea"/>
                      </a:endParaRPr>
                    </a:p>
                  </a:txBody>
                  <a:tcPr anchor="ctr"/>
                </a:tc>
              </a:tr>
              <a:tr h="274320">
                <a:tc>
                  <a:txBody>
                    <a:bodyPr/>
                    <a:p>
                      <a:pPr algn="ctr"/>
                      <a:r>
                        <a:rPr lang="en-US" altLang="zh-CN" sz="1200" dirty="0">
                          <a:latin typeface="微软雅黑" panose="020B0503020204020204" pitchFamily="34" charset="-122"/>
                          <a:ea typeface="微软雅黑" panose="020B0503020204020204" pitchFamily="34" charset="-122"/>
                        </a:rPr>
                        <a:t>5</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r>
                        <a:rPr lang="zh-CN" altLang="en-US" sz="1200" dirty="0">
                          <a:latin typeface="宋体" panose="02010600030101010101" pitchFamily="2" charset="-122"/>
                          <a:ea typeface="宋体" panose="02010600030101010101" pitchFamily="2" charset="-122"/>
                          <a:sym typeface="+mn-ea"/>
                        </a:rPr>
                        <a:t>充电模式</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r>
                        <a:rPr lang="zh-CN" altLang="en-US" sz="1200" dirty="0">
                          <a:latin typeface="宋体" panose="02010600030101010101" pitchFamily="2" charset="-122"/>
                          <a:ea typeface="宋体" panose="02010600030101010101" pitchFamily="2" charset="-122"/>
                          <a:sym typeface="+mn-ea"/>
                        </a:rPr>
                        <a:t>支持自动充电和手动充电</a:t>
                      </a:r>
                      <a:r>
                        <a:rPr lang="zh-CN" sz="1200" dirty="0">
                          <a:latin typeface="宋体" panose="02010600030101010101" pitchFamily="2" charset="-122"/>
                          <a:ea typeface="宋体" panose="02010600030101010101" pitchFamily="2" charset="-122"/>
                          <a:sym typeface="+mn-ea"/>
                        </a:rPr>
                        <a:t>两种方式</a:t>
                      </a:r>
                      <a:endParaRPr lang="zh-CN" sz="1200" dirty="0">
                        <a:latin typeface="宋体" panose="02010600030101010101" pitchFamily="2" charset="-122"/>
                        <a:ea typeface="宋体" panose="02010600030101010101" pitchFamily="2" charset="-122"/>
                        <a:sym typeface="+mn-ea"/>
                      </a:endParaRPr>
                    </a:p>
                    <a:p>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本案优先考虑充电桩</a:t>
                      </a:r>
                      <a:endParaRPr lang="zh-CN" sz="1200" dirty="0">
                        <a:latin typeface="微软雅黑" panose="020B0503020204020204" pitchFamily="34" charset="-122"/>
                        <a:ea typeface="微软雅黑" panose="020B0503020204020204" pitchFamily="34" charset="-122"/>
                      </a:endParaRPr>
                    </a:p>
                  </a:txBody>
                  <a:tcPr anchor="ctr"/>
                </a:tc>
              </a:tr>
              <a:tr h="274320">
                <a:tc>
                  <a:txBody>
                    <a:bodyPr/>
                    <a:p>
                      <a:pPr algn="ctr">
                        <a:buNone/>
                      </a:pPr>
                      <a:r>
                        <a:rPr lang="en-US" altLang="zh-CN" sz="1200" dirty="0">
                          <a:latin typeface="微软雅黑" panose="020B0503020204020204" pitchFamily="34" charset="-122"/>
                          <a:ea typeface="微软雅黑" panose="020B0503020204020204" pitchFamily="34" charset="-122"/>
                        </a:rPr>
                        <a:t>6</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电源要求</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满足美国电压要求</a:t>
                      </a:r>
                      <a:endParaRPr lang="zh-CN" altLang="en-US" sz="1200" dirty="0">
                        <a:latin typeface="微软雅黑" panose="020B0503020204020204" pitchFamily="34" charset="-122"/>
                        <a:ea typeface="微软雅黑" panose="020B0503020204020204" pitchFamily="34" charset="-122"/>
                      </a:endParaRPr>
                    </a:p>
                  </a:txBody>
                  <a:tcPr anchor="ct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Text Box 6"/>
          <p:cNvSpPr txBox="1">
            <a:spLocks noChangeArrowheads="1"/>
          </p:cNvSpPr>
          <p:nvPr/>
        </p:nvSpPr>
        <p:spPr bwMode="auto">
          <a:xfrm>
            <a:off x="659323" y="371705"/>
            <a:ext cx="4474422" cy="369570"/>
          </a:xfrm>
          <a:prstGeom prst="rect">
            <a:avLst/>
          </a:prstGeom>
          <a:noFill/>
          <a:ln w="9525">
            <a:noFill/>
            <a:miter lim="800000"/>
          </a:ln>
        </p:spPr>
        <p:txBody>
          <a:bodyPr wrap="square" lIns="62321" tIns="31161" rIns="62321" bIns="31161">
            <a:spAutoFit/>
          </a:bodyPr>
          <a:lstStyle>
            <a:defPPr>
              <a:defRPr lang="zh-TW"/>
            </a:defPPr>
            <a:lvl1pPr defTabSz="622300">
              <a:spcBef>
                <a:spcPct val="50000"/>
              </a:spcBef>
              <a:defRPr kumimoji="1" sz="2000" b="1">
                <a:latin typeface="Arial" panose="020B0604020202020204" pitchFamily="34" charset="0"/>
                <a:ea typeface="思源黑体 CN Heavy" panose="020B0A00000000000000" pitchFamily="34" charset="-122"/>
                <a:cs typeface="Arial" panose="020B0604020202020204" pitchFamily="34" charset="0"/>
              </a:defRPr>
            </a:lvl1pPr>
          </a:lstStyle>
          <a:p>
            <a:r>
              <a:rPr lang="zh-CN" altLang="en-US" dirty="0"/>
              <a:t>周转箱移动料架（</a:t>
            </a:r>
            <a:r>
              <a:rPr lang="en-US" altLang="zh-CN" dirty="0"/>
              <a:t>5</a:t>
            </a:r>
            <a:r>
              <a:rPr lang="zh-CN" altLang="en-US" dirty="0"/>
              <a:t>层）</a:t>
            </a:r>
            <a:endParaRPr lang="zh-CN" altLang="en-US" dirty="0"/>
          </a:p>
        </p:txBody>
      </p:sp>
      <p:graphicFrame>
        <p:nvGraphicFramePr>
          <p:cNvPr id="46" name="表格 45"/>
          <p:cNvGraphicFramePr/>
          <p:nvPr>
            <p:custDataLst>
              <p:tags r:id="rId1"/>
            </p:custDataLst>
          </p:nvPr>
        </p:nvGraphicFramePr>
        <p:xfrm>
          <a:off x="5116195" y="1214755"/>
          <a:ext cx="6355715" cy="3347720"/>
        </p:xfrm>
        <a:graphic>
          <a:graphicData uri="http://schemas.openxmlformats.org/drawingml/2006/table">
            <a:tbl>
              <a:tblPr firstRow="1" bandRow="1">
                <a:tableStyleId>{5C22544A-7EE6-4342-B048-85BDC9FD1C3A}</a:tableStyleId>
              </a:tblPr>
              <a:tblGrid>
                <a:gridCol w="553720"/>
                <a:gridCol w="1251585"/>
                <a:gridCol w="4550410"/>
              </a:tblGrid>
              <a:tr h="304800">
                <a:tc>
                  <a:txBody>
                    <a:bodyPr/>
                    <a:p>
                      <a:pPr algn="ctr"/>
                      <a:r>
                        <a:rPr lang="zh-CN" altLang="en-US" sz="1400" dirty="0">
                          <a:latin typeface="微软雅黑" panose="020B0503020204020204" pitchFamily="34" charset="-122"/>
                          <a:ea typeface="微软雅黑" panose="020B0503020204020204" pitchFamily="34" charset="-122"/>
                        </a:rPr>
                        <a:t>序号</a:t>
                      </a:r>
                      <a:endParaRPr lang="zh-CN" altLang="en-US" sz="14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dirty="0">
                          <a:latin typeface="微软雅黑" panose="020B0503020204020204" pitchFamily="34" charset="-122"/>
                          <a:ea typeface="微软雅黑" panose="020B0503020204020204" pitchFamily="34" charset="-122"/>
                          <a:sym typeface="+mn-ea"/>
                        </a:rPr>
                        <a:t>参数名称</a:t>
                      </a:r>
                      <a:endParaRPr lang="zh-CN" altLang="en-US" sz="1400" dirty="0">
                        <a:latin typeface="微软雅黑" panose="020B0503020204020204" pitchFamily="34" charset="-122"/>
                        <a:ea typeface="微软雅黑" panose="020B0503020204020204" pitchFamily="34" charset="-122"/>
                      </a:endParaRPr>
                    </a:p>
                  </a:txBody>
                  <a:tcPr anchor="ctr" anchorCtr="0"/>
                </a:tc>
                <a:tc>
                  <a:txBody>
                    <a:bodyPr/>
                    <a:p>
                      <a:r>
                        <a:rPr lang="zh-CN" altLang="en-US" sz="1400" dirty="0">
                          <a:sym typeface="+mn-ea"/>
                        </a:rPr>
                        <a:t>周转箱移动料架（</a:t>
                      </a:r>
                      <a:r>
                        <a:rPr lang="en-US" altLang="zh-CN" sz="1400" dirty="0">
                          <a:sym typeface="+mn-ea"/>
                        </a:rPr>
                        <a:t>5</a:t>
                      </a:r>
                      <a:r>
                        <a:rPr lang="zh-CN" altLang="en-US" sz="1400" dirty="0">
                          <a:sym typeface="+mn-ea"/>
                        </a:rPr>
                        <a:t>层）</a:t>
                      </a:r>
                      <a:endParaRPr lang="en-US" altLang="zh-CN" sz="1400" dirty="0">
                        <a:latin typeface="微软雅黑" panose="020B0503020204020204" pitchFamily="34" charset="-122"/>
                        <a:ea typeface="微软雅黑" panose="020B0503020204020204" pitchFamily="34" charset="-122"/>
                      </a:endParaRPr>
                    </a:p>
                  </a:txBody>
                  <a:tcPr anchor="ctr" anchorCtr="0"/>
                </a:tc>
              </a:tr>
              <a:tr h="274320">
                <a:tc>
                  <a:txBody>
                    <a:bodyPr/>
                    <a:p>
                      <a:pPr algn="ctr"/>
                      <a:r>
                        <a:rPr lang="en-US" altLang="zh-CN" sz="1200" dirty="0">
                          <a:latin typeface="微软雅黑" panose="020B0503020204020204" pitchFamily="34" charset="-122"/>
                          <a:ea typeface="微软雅黑" panose="020B0503020204020204" pitchFamily="34" charset="-122"/>
                        </a:rPr>
                        <a:t>1</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r>
                        <a:rPr lang="zh-CN" altLang="en-US" sz="1200" dirty="0">
                          <a:latin typeface="微软雅黑" panose="020B0503020204020204" pitchFamily="34" charset="-122"/>
                          <a:ea typeface="微软雅黑" panose="020B0503020204020204" pitchFamily="34" charset="-122"/>
                        </a:rPr>
                        <a:t>货架高度</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lgn="l">
                        <a:buFont typeface="Arial" panose="020B0604020202020204" pitchFamily="34" charset="0"/>
                        <a:buChar char="•"/>
                      </a:pPr>
                      <a:r>
                        <a:rPr lang="zh-CN" altLang="en-US" sz="1200" dirty="0">
                          <a:sym typeface="+mn-ea"/>
                        </a:rPr>
                        <a:t>1</a:t>
                      </a:r>
                      <a:r>
                        <a:rPr lang="en-US" altLang="zh-CN" sz="1200" dirty="0">
                          <a:sym typeface="+mn-ea"/>
                        </a:rPr>
                        <a:t>790</a:t>
                      </a:r>
                      <a:r>
                        <a:rPr lang="zh-CN" altLang="en-US" sz="1200" dirty="0">
                          <a:sym typeface="+mn-ea"/>
                        </a:rPr>
                        <a:t>*1</a:t>
                      </a:r>
                      <a:r>
                        <a:rPr lang="en-US" sz="1200" dirty="0">
                          <a:sym typeface="+mn-ea"/>
                        </a:rPr>
                        <a:t>385</a:t>
                      </a:r>
                      <a:r>
                        <a:rPr lang="zh-CN" altLang="en-US" sz="1200" dirty="0">
                          <a:sym typeface="+mn-ea"/>
                        </a:rPr>
                        <a:t>*</a:t>
                      </a:r>
                      <a:r>
                        <a:rPr lang="en-US" sz="1200" dirty="0">
                          <a:sym typeface="+mn-ea"/>
                        </a:rPr>
                        <a:t>2160</a:t>
                      </a:r>
                      <a:r>
                        <a:rPr lang="zh-CN" altLang="en-US" sz="1200" dirty="0">
                          <a:sym typeface="+mn-ea"/>
                        </a:rPr>
                        <a:t>mm（需要根据实际进行优化）；</a:t>
                      </a:r>
                      <a:endParaRPr lang="en-US" altLang="zh-CN" sz="1200" dirty="0">
                        <a:latin typeface="微软雅黑" panose="020B0503020204020204" pitchFamily="34" charset="-122"/>
                        <a:ea typeface="微软雅黑" panose="020B0503020204020204" pitchFamily="34" charset="-122"/>
                        <a:sym typeface="+mn-ea"/>
                      </a:endParaRPr>
                    </a:p>
                  </a:txBody>
                  <a:tcPr anchor="ctr"/>
                </a:tc>
              </a:tr>
              <a:tr h="332740">
                <a:tc>
                  <a:txBody>
                    <a:bodyPr/>
                    <a:p>
                      <a:pPr algn="ctr">
                        <a:buNone/>
                      </a:pPr>
                      <a:r>
                        <a:rPr lang="en-US" altLang="zh-CN" sz="1200" dirty="0">
                          <a:latin typeface="微软雅黑" panose="020B0503020204020204" pitchFamily="34" charset="-122"/>
                          <a:ea typeface="微软雅黑" panose="020B0503020204020204" pitchFamily="34" charset="-122"/>
                        </a:rPr>
                        <a:t>2</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负载重量</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≥180KG/</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层；</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≥900KG/</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层；</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tc>
              </a:tr>
              <a:tr h="332740">
                <a:tc>
                  <a:txBody>
                    <a:bodyPr/>
                    <a:p>
                      <a:pPr algn="ctr">
                        <a:buNone/>
                      </a:pPr>
                      <a:r>
                        <a:rPr lang="en-US" altLang="zh-CN" sz="1200" dirty="0">
                          <a:latin typeface="微软雅黑" panose="020B0503020204020204" pitchFamily="34" charset="-122"/>
                          <a:ea typeface="微软雅黑" panose="020B0503020204020204" pitchFamily="34" charset="-122"/>
                        </a:rPr>
                        <a:t>3</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高度要求</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buFont typeface="Arial" panose="020B0604020202020204" pitchFamily="34" charset="0"/>
                        <a:buChar char="•"/>
                      </a:pPr>
                      <a:r>
                        <a:rPr lang="zh-CN" sz="1200" dirty="0" err="1">
                          <a:latin typeface="微软雅黑" panose="020B0503020204020204" pitchFamily="34" charset="-122"/>
                          <a:ea typeface="微软雅黑" panose="020B0503020204020204" pitchFamily="34" charset="-122"/>
                          <a:sym typeface="+mn-ea"/>
                        </a:rPr>
                        <a:t>底部净空</a:t>
                      </a:r>
                      <a:r>
                        <a:rPr lang="en-US" altLang="zh-CN" sz="1200" dirty="0" err="1">
                          <a:latin typeface="微软雅黑" panose="020B0503020204020204" pitchFamily="34" charset="-122"/>
                          <a:ea typeface="微软雅黑" panose="020B0503020204020204" pitchFamily="34" charset="-122"/>
                          <a:sym typeface="+mn-ea"/>
                        </a:rPr>
                        <a:t>≥290mm</a:t>
                      </a:r>
                      <a:r>
                        <a:rPr lang="zh-CN" altLang="en-US" sz="1200" dirty="0" err="1">
                          <a:latin typeface="微软雅黑" panose="020B0503020204020204" pitchFamily="34" charset="-122"/>
                          <a:ea typeface="微软雅黑" panose="020B0503020204020204" pitchFamily="34" charset="-122"/>
                          <a:sym typeface="+mn-ea"/>
                        </a:rPr>
                        <a:t>，便于</a:t>
                      </a:r>
                      <a:r>
                        <a:rPr lang="en-US" altLang="zh-CN" sz="1200" dirty="0" err="1">
                          <a:latin typeface="微软雅黑" panose="020B0503020204020204" pitchFamily="34" charset="-122"/>
                          <a:ea typeface="微软雅黑" panose="020B0503020204020204" pitchFamily="34" charset="-122"/>
                          <a:sym typeface="+mn-ea"/>
                        </a:rPr>
                        <a:t>AGV</a:t>
                      </a:r>
                      <a:r>
                        <a:rPr lang="zh-CN" altLang="en-US" sz="1200" dirty="0" err="1">
                          <a:latin typeface="微软雅黑" panose="020B0503020204020204" pitchFamily="34" charset="-122"/>
                          <a:ea typeface="微软雅黑" panose="020B0503020204020204" pitchFamily="34" charset="-122"/>
                          <a:sym typeface="+mn-ea"/>
                        </a:rPr>
                        <a:t>进出；</a:t>
                      </a:r>
                      <a:endParaRPr lang="zh-CN" altLang="en-US" sz="1200" dirty="0" err="1">
                        <a:latin typeface="微软雅黑" panose="020B0503020204020204" pitchFamily="34" charset="-122"/>
                        <a:ea typeface="微软雅黑" panose="020B0503020204020204" pitchFamily="34" charset="-122"/>
                        <a:sym typeface="+mn-ea"/>
                      </a:endParaRPr>
                    </a:p>
                    <a:p>
                      <a:pPr marL="171450" indent="-171450">
                        <a:buFont typeface="Arial" panose="020B0604020202020204" pitchFamily="34" charset="0"/>
                        <a:buChar char="•"/>
                      </a:pPr>
                      <a:r>
                        <a:rPr lang="zh-CN" altLang="en-US" sz="1200" dirty="0" err="1">
                          <a:latin typeface="微软雅黑" panose="020B0503020204020204" pitchFamily="34" charset="-122"/>
                          <a:ea typeface="微软雅黑" panose="020B0503020204020204" pitchFamily="34" charset="-122"/>
                          <a:sym typeface="+mn-ea"/>
                        </a:rPr>
                        <a:t>移动料架底部需要考虑和</a:t>
                      </a:r>
                      <a:r>
                        <a:rPr lang="en-US" altLang="zh-CN" sz="1200" dirty="0" err="1">
                          <a:latin typeface="微软雅黑" panose="020B0503020204020204" pitchFamily="34" charset="-122"/>
                          <a:ea typeface="微软雅黑" panose="020B0503020204020204" pitchFamily="34" charset="-122"/>
                          <a:sym typeface="+mn-ea"/>
                        </a:rPr>
                        <a:t>AGV</a:t>
                      </a:r>
                      <a:r>
                        <a:rPr lang="zh-CN" altLang="en-US" sz="1200" dirty="0" err="1">
                          <a:latin typeface="微软雅黑" panose="020B0503020204020204" pitchFamily="34" charset="-122"/>
                          <a:ea typeface="微软雅黑" panose="020B0503020204020204" pitchFamily="34" charset="-122"/>
                          <a:sym typeface="+mn-ea"/>
                        </a:rPr>
                        <a:t>顶板的固定销位置；</a:t>
                      </a:r>
                      <a:endParaRPr lang="en-US" altLang="zh-CN" sz="1200" dirty="0" err="1">
                        <a:latin typeface="微软雅黑" panose="020B0503020204020204" pitchFamily="34" charset="-122"/>
                        <a:ea typeface="微软雅黑" panose="020B0503020204020204" pitchFamily="34" charset="-122"/>
                        <a:sym typeface="+mn-ea"/>
                      </a:endParaRPr>
                    </a:p>
                  </a:txBody>
                  <a:tcPr anchor="ctr"/>
                </a:tc>
              </a:tr>
              <a:tr h="332740">
                <a:tc>
                  <a:txBody>
                    <a:bodyPr/>
                    <a:p>
                      <a:pPr algn="ctr">
                        <a:buNone/>
                      </a:pPr>
                      <a:r>
                        <a:rPr lang="en-US" altLang="zh-CN" sz="1200" dirty="0">
                          <a:latin typeface="微软雅黑" panose="020B0503020204020204" pitchFamily="34" charset="-122"/>
                          <a:ea typeface="微软雅黑" panose="020B0503020204020204" pitchFamily="34" charset="-122"/>
                        </a:rPr>
                        <a:t>4</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料架材质</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latin typeface="微软雅黑" panose="020B0503020204020204" pitchFamily="34" charset="-122"/>
                          <a:ea typeface="微软雅黑" panose="020B0503020204020204" pitchFamily="34" charset="-122"/>
                          <a:sym typeface="+mn-ea"/>
                        </a:rPr>
                        <a:t>Q235</a:t>
                      </a:r>
                      <a:r>
                        <a:rPr lang="zh-CN" altLang="en-US" sz="1200" dirty="0">
                          <a:latin typeface="微软雅黑" panose="020B0503020204020204" pitchFamily="34" charset="-122"/>
                          <a:ea typeface="微软雅黑" panose="020B0503020204020204" pitchFamily="34" charset="-122"/>
                          <a:sym typeface="+mn-ea"/>
                        </a:rPr>
                        <a:t>（喷塑？）</a:t>
                      </a:r>
                      <a:endParaRPr lang="zh-CN" altLang="en-US" sz="1200" dirty="0">
                        <a:latin typeface="微软雅黑" panose="020B0503020204020204" pitchFamily="34" charset="-122"/>
                        <a:ea typeface="微软雅黑" panose="020B0503020204020204" pitchFamily="34" charset="-122"/>
                        <a:sym typeface="+mn-ea"/>
                      </a:endParaRPr>
                    </a:p>
                  </a:txBody>
                  <a:tcPr anchor="ctr"/>
                </a:tc>
              </a:tr>
              <a:tr h="332740">
                <a:tc>
                  <a:txBody>
                    <a:bodyPr/>
                    <a:p>
                      <a:pPr algn="ctr">
                        <a:buNone/>
                      </a:pPr>
                      <a:r>
                        <a:rPr lang="en-US" altLang="zh-CN" sz="1200" dirty="0">
                          <a:latin typeface="微软雅黑" panose="020B0503020204020204" pitchFamily="34" charset="-122"/>
                          <a:ea typeface="微软雅黑" panose="020B0503020204020204" pitchFamily="34" charset="-122"/>
                        </a:rPr>
                        <a:t>5</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组装方式</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zh-CN" altLang="en-US" sz="1200" dirty="0">
                          <a:latin typeface="微软雅黑" panose="020B0503020204020204" pitchFamily="34" charset="-122"/>
                          <a:ea typeface="微软雅黑" panose="020B0503020204020204" pitchFamily="34" charset="-122"/>
                          <a:sym typeface="+mn-ea"/>
                        </a:rPr>
                        <a:t>采用紧固件方式</a:t>
                      </a:r>
                      <a:r>
                        <a:rPr lang="en-US" altLang="zh-CN" sz="1200" dirty="0">
                          <a:latin typeface="微软雅黑" panose="020B0503020204020204" pitchFamily="34" charset="-122"/>
                          <a:ea typeface="微软雅黑" panose="020B0503020204020204" pitchFamily="34" charset="-122"/>
                          <a:sym typeface="+mn-ea"/>
                        </a:rPr>
                        <a:t>/</a:t>
                      </a:r>
                      <a:r>
                        <a:rPr lang="zh-CN" altLang="en-US" sz="1200" dirty="0">
                          <a:latin typeface="微软雅黑" panose="020B0503020204020204" pitchFamily="34" charset="-122"/>
                          <a:ea typeface="微软雅黑" panose="020B0503020204020204" pitchFamily="34" charset="-122"/>
                          <a:sym typeface="+mn-ea"/>
                        </a:rPr>
                        <a:t>分模块快速拼接方式，便于到现场后快速组装；</a:t>
                      </a:r>
                      <a:endParaRPr lang="zh-CN" altLang="en-US" sz="1200" dirty="0">
                        <a:latin typeface="微软雅黑" panose="020B0503020204020204" pitchFamily="34" charset="-122"/>
                        <a:ea typeface="微软雅黑" panose="020B0503020204020204" pitchFamily="34" charset="-122"/>
                        <a:sym typeface="+mn-ea"/>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zh-CN" altLang="en-US" sz="1200" dirty="0">
                          <a:latin typeface="微软雅黑" panose="020B0503020204020204" pitchFamily="34" charset="-122"/>
                          <a:ea typeface="微软雅黑" panose="020B0503020204020204" pitchFamily="34" charset="-122"/>
                          <a:sym typeface="+mn-ea"/>
                        </a:rPr>
                        <a:t>紧固件如果采用螺栓方式，突出部分不能影响</a:t>
                      </a:r>
                      <a:r>
                        <a:rPr lang="en-US" altLang="zh-CN" sz="1200" dirty="0">
                          <a:latin typeface="微软雅黑" panose="020B0503020204020204" pitchFamily="34" charset="-122"/>
                          <a:ea typeface="微软雅黑" panose="020B0503020204020204" pitchFamily="34" charset="-122"/>
                          <a:sym typeface="+mn-ea"/>
                        </a:rPr>
                        <a:t>CTU</a:t>
                      </a:r>
                      <a:r>
                        <a:rPr lang="zh-CN" altLang="en-US" sz="1200" dirty="0">
                          <a:latin typeface="微软雅黑" panose="020B0503020204020204" pitchFamily="34" charset="-122"/>
                          <a:ea typeface="微软雅黑" panose="020B0503020204020204" pitchFamily="34" charset="-122"/>
                          <a:sym typeface="+mn-ea"/>
                        </a:rPr>
                        <a:t>作业和周转箱进出；并且螺栓需要加防松措施；</a:t>
                      </a:r>
                      <a:endParaRPr lang="zh-CN" altLang="en-US" sz="1200" dirty="0">
                        <a:latin typeface="微软雅黑" panose="020B0503020204020204" pitchFamily="34" charset="-122"/>
                        <a:ea typeface="微软雅黑" panose="020B0503020204020204" pitchFamily="34" charset="-122"/>
                        <a:sym typeface="+mn-ea"/>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zh-CN" altLang="en-US" sz="1200" dirty="0">
                          <a:latin typeface="微软雅黑" panose="020B0503020204020204" pitchFamily="34" charset="-122"/>
                          <a:ea typeface="微软雅黑" panose="020B0503020204020204" pitchFamily="34" charset="-122"/>
                          <a:sym typeface="+mn-ea"/>
                        </a:rPr>
                        <a:t>紧固件方式可以采用螺栓</a:t>
                      </a:r>
                      <a:endParaRPr lang="zh-CN" altLang="en-US" sz="1200" dirty="0">
                        <a:latin typeface="微软雅黑" panose="020B0503020204020204" pitchFamily="34" charset="-122"/>
                        <a:ea typeface="微软雅黑" panose="020B0503020204020204" pitchFamily="34" charset="-122"/>
                        <a:sym typeface="+mn-ea"/>
                      </a:endParaRPr>
                    </a:p>
                  </a:txBody>
                  <a:tcPr anchor="ctr"/>
                </a:tc>
              </a:tr>
              <a:tr h="274320">
                <a:tc>
                  <a:txBody>
                    <a:bodyPr/>
                    <a:p>
                      <a:pPr algn="ctr"/>
                      <a:r>
                        <a:rPr lang="en-US" altLang="zh-CN" sz="1200" dirty="0">
                          <a:latin typeface="微软雅黑" panose="020B0503020204020204" pitchFamily="34" charset="-122"/>
                          <a:ea typeface="微软雅黑" panose="020B0503020204020204" pitchFamily="34" charset="-122"/>
                        </a:rPr>
                        <a:t>6</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r>
                        <a:rPr lang="zh-CN" altLang="en-US" sz="1200" dirty="0">
                          <a:latin typeface="微软雅黑" panose="020B0503020204020204" pitchFamily="34" charset="-122"/>
                          <a:ea typeface="微软雅黑" panose="020B0503020204020204" pitchFamily="34" charset="-122"/>
                        </a:rPr>
                        <a:t>防静电措施</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buFont typeface="Arial" panose="020B0604020202020204" pitchFamily="34" charset="0"/>
                        <a:buChar char="•"/>
                      </a:pPr>
                      <a:r>
                        <a:rPr lang="zh-CN" sz="1200" dirty="0">
                          <a:latin typeface="微软雅黑" panose="020B0503020204020204" pitchFamily="34" charset="-122"/>
                          <a:ea typeface="微软雅黑" panose="020B0503020204020204" pitchFamily="34" charset="-122"/>
                        </a:rPr>
                        <a:t>底部接静电链；</a:t>
                      </a:r>
                      <a:endParaRPr lang="zh-CN" sz="1200" dirty="0">
                        <a:latin typeface="微软雅黑" panose="020B0503020204020204" pitchFamily="34" charset="-122"/>
                        <a:ea typeface="微软雅黑" panose="020B0503020204020204" pitchFamily="34" charset="-122"/>
                      </a:endParaRPr>
                    </a:p>
                  </a:txBody>
                  <a:tcPr anchor="ctr"/>
                </a:tc>
              </a:tr>
              <a:tr h="274320">
                <a:tc>
                  <a:txBody>
                    <a:bodyPr/>
                    <a:p>
                      <a:pPr algn="ctr">
                        <a:buNone/>
                      </a:pPr>
                      <a:r>
                        <a:rPr lang="en-US" altLang="zh-CN" sz="1200" dirty="0">
                          <a:latin typeface="微软雅黑" panose="020B0503020204020204" pitchFamily="34" charset="-122"/>
                          <a:ea typeface="微软雅黑" panose="020B0503020204020204" pitchFamily="34" charset="-122"/>
                        </a:rPr>
                        <a:t>7</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防跌落措施</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周转箱周边需要加</a:t>
                      </a:r>
                      <a:r>
                        <a:rPr lang="en-US" altLang="zh-CN" sz="1200" dirty="0">
                          <a:latin typeface="微软雅黑" panose="020B0503020204020204" pitchFamily="34" charset="-122"/>
                          <a:ea typeface="微软雅黑" panose="020B0503020204020204" pitchFamily="34" charset="-122"/>
                        </a:rPr>
                        <a:t>L</a:t>
                      </a:r>
                      <a:r>
                        <a:rPr lang="zh-CN" altLang="en-US" sz="1200" dirty="0">
                          <a:latin typeface="微软雅黑" panose="020B0503020204020204" pitchFamily="34" charset="-122"/>
                          <a:ea typeface="微软雅黑" panose="020B0503020204020204" pitchFamily="34" charset="-122"/>
                        </a:rPr>
                        <a:t>形钣金</a:t>
                      </a:r>
                      <a:r>
                        <a:rPr lang="en-US" altLang="zh-CN" sz="1200" dirty="0">
                          <a:latin typeface="微软雅黑" panose="020B0503020204020204" pitchFamily="34" charset="-122"/>
                          <a:ea typeface="微软雅黑" panose="020B0503020204020204" pitchFamily="34" charset="-122"/>
                        </a:rPr>
                        <a:t>/U</a:t>
                      </a:r>
                      <a:r>
                        <a:rPr lang="zh-CN" altLang="en-US" sz="1200" dirty="0">
                          <a:latin typeface="微软雅黑" panose="020B0503020204020204" pitchFamily="34" charset="-122"/>
                          <a:ea typeface="微软雅黑" panose="020B0503020204020204" pitchFamily="34" charset="-122"/>
                        </a:rPr>
                        <a:t>形杠来做防移位措施；</a:t>
                      </a:r>
                      <a:endParaRPr lang="zh-CN" altLang="en-US"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rPr>
                        <a:t>CTU</a:t>
                      </a:r>
                      <a:r>
                        <a:rPr lang="zh-CN" altLang="en-US" sz="1200" dirty="0">
                          <a:latin typeface="微软雅黑" panose="020B0503020204020204" pitchFamily="34" charset="-122"/>
                          <a:ea typeface="微软雅黑" panose="020B0503020204020204" pitchFamily="34" charset="-122"/>
                        </a:rPr>
                        <a:t>取箱方向也需要考虑加缓坡等方式，避免料架移动过程中，周转箱往外滑移；</a:t>
                      </a:r>
                      <a:endParaRPr lang="zh-CN" altLang="en-US" sz="1200" dirty="0">
                        <a:latin typeface="微软雅黑" panose="020B0503020204020204" pitchFamily="34" charset="-122"/>
                        <a:ea typeface="微软雅黑" panose="020B0503020204020204" pitchFamily="34" charset="-122"/>
                      </a:endParaRPr>
                    </a:p>
                  </a:txBody>
                  <a:tcPr anchor="ctr"/>
                </a:tc>
              </a:tr>
              <a:tr h="274320">
                <a:tc>
                  <a:txBody>
                    <a:bodyPr/>
                    <a:p>
                      <a:pPr algn="ctr">
                        <a:buNone/>
                      </a:pPr>
                      <a:r>
                        <a:rPr lang="en-US" altLang="zh-CN" sz="1200" dirty="0">
                          <a:latin typeface="微软雅黑" panose="020B0503020204020204" pitchFamily="34" charset="-122"/>
                          <a:ea typeface="微软雅黑" panose="020B0503020204020204" pitchFamily="34" charset="-122"/>
                        </a:rPr>
                        <a:t>8</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周转箱尺寸</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周转箱外形尺寸</a:t>
                      </a:r>
                      <a:r>
                        <a:rPr lang="en-US" altLang="zh-CN" sz="1200" dirty="0">
                          <a:latin typeface="微软雅黑" panose="020B0503020204020204" pitchFamily="34" charset="-122"/>
                          <a:ea typeface="微软雅黑" panose="020B0503020204020204" pitchFamily="34" charset="-122"/>
                        </a:rPr>
                        <a:t>630*430*310mm</a:t>
                      </a:r>
                      <a:r>
                        <a:rPr lang="zh-CN" altLang="en-US" sz="1200" dirty="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a:txBody>
                  <a:tcPr anchor="ctr"/>
                </a:tc>
              </a:tr>
            </a:tbl>
          </a:graphicData>
        </a:graphic>
      </p:graphicFrame>
      <p:pic>
        <p:nvPicPr>
          <p:cNvPr id="70" name="图片 69"/>
          <p:cNvPicPr>
            <a:picLocks noChangeAspect="1"/>
          </p:cNvPicPr>
          <p:nvPr/>
        </p:nvPicPr>
        <p:blipFill>
          <a:blip r:embed="rId2"/>
          <a:stretch>
            <a:fillRect/>
          </a:stretch>
        </p:blipFill>
        <p:spPr>
          <a:xfrm>
            <a:off x="766445" y="1134110"/>
            <a:ext cx="1950720" cy="2138045"/>
          </a:xfrm>
          <a:prstGeom prst="rect">
            <a:avLst/>
          </a:prstGeom>
        </p:spPr>
      </p:pic>
      <p:pic>
        <p:nvPicPr>
          <p:cNvPr id="3" name="图片 2"/>
          <p:cNvPicPr>
            <a:picLocks noChangeAspect="1"/>
          </p:cNvPicPr>
          <p:nvPr/>
        </p:nvPicPr>
        <p:blipFill>
          <a:blip r:embed="rId3"/>
          <a:stretch>
            <a:fillRect/>
          </a:stretch>
        </p:blipFill>
        <p:spPr>
          <a:xfrm>
            <a:off x="2936240" y="3770630"/>
            <a:ext cx="2124710" cy="2324735"/>
          </a:xfrm>
          <a:prstGeom prst="rect">
            <a:avLst/>
          </a:prstGeom>
        </p:spPr>
      </p:pic>
      <p:pic>
        <p:nvPicPr>
          <p:cNvPr id="4" name="图片 3"/>
          <p:cNvPicPr>
            <a:picLocks noChangeAspect="1"/>
          </p:cNvPicPr>
          <p:nvPr/>
        </p:nvPicPr>
        <p:blipFill>
          <a:blip r:embed="rId4"/>
          <a:stretch>
            <a:fillRect/>
          </a:stretch>
        </p:blipFill>
        <p:spPr>
          <a:xfrm>
            <a:off x="766445" y="3770630"/>
            <a:ext cx="1949450" cy="2519045"/>
          </a:xfrm>
          <a:prstGeom prst="rect">
            <a:avLst/>
          </a:prstGeom>
        </p:spPr>
      </p:pic>
      <p:pic>
        <p:nvPicPr>
          <p:cNvPr id="5" name="图片 4"/>
          <p:cNvPicPr>
            <a:picLocks noChangeAspect="1"/>
          </p:cNvPicPr>
          <p:nvPr/>
        </p:nvPicPr>
        <p:blipFill>
          <a:blip r:embed="rId5"/>
          <a:stretch>
            <a:fillRect/>
          </a:stretch>
        </p:blipFill>
        <p:spPr>
          <a:xfrm>
            <a:off x="3099435" y="1134110"/>
            <a:ext cx="1777365" cy="214439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stretch>
            <a:fillRect/>
          </a:stretch>
        </p:blipFill>
        <p:spPr>
          <a:xfrm>
            <a:off x="361315" y="1214755"/>
            <a:ext cx="1851660" cy="1437005"/>
          </a:xfrm>
          <a:prstGeom prst="rect">
            <a:avLst/>
          </a:prstGeom>
        </p:spPr>
      </p:pic>
      <p:sp>
        <p:nvSpPr>
          <p:cNvPr id="2" name="Text Box 6"/>
          <p:cNvSpPr txBox="1">
            <a:spLocks noChangeArrowheads="1"/>
          </p:cNvSpPr>
          <p:nvPr/>
        </p:nvSpPr>
        <p:spPr bwMode="auto">
          <a:xfrm>
            <a:off x="659323" y="371705"/>
            <a:ext cx="4474422" cy="369570"/>
          </a:xfrm>
          <a:prstGeom prst="rect">
            <a:avLst/>
          </a:prstGeom>
          <a:noFill/>
          <a:ln w="9525">
            <a:noFill/>
            <a:miter lim="800000"/>
          </a:ln>
        </p:spPr>
        <p:txBody>
          <a:bodyPr wrap="square" lIns="62321" tIns="31161" rIns="62321" bIns="31161">
            <a:spAutoFit/>
          </a:bodyPr>
          <a:lstStyle>
            <a:defPPr>
              <a:defRPr lang="zh-TW"/>
            </a:defPPr>
            <a:lvl1pPr defTabSz="622300">
              <a:spcBef>
                <a:spcPct val="50000"/>
              </a:spcBef>
              <a:defRPr kumimoji="1" sz="2000" b="1">
                <a:latin typeface="Arial" panose="020B0604020202020204" pitchFamily="34" charset="0"/>
                <a:ea typeface="思源黑体 CN Heavy" panose="020B0A00000000000000" pitchFamily="34" charset="-122"/>
                <a:cs typeface="Arial" panose="020B0604020202020204" pitchFamily="34" charset="0"/>
              </a:defRPr>
            </a:lvl1pPr>
          </a:lstStyle>
          <a:p>
            <a:r>
              <a:rPr lang="zh-CN" altLang="en-US" dirty="0"/>
              <a:t>周转箱移动料架（</a:t>
            </a:r>
            <a:r>
              <a:rPr lang="en-US" altLang="zh-CN" dirty="0"/>
              <a:t>1</a:t>
            </a:r>
            <a:r>
              <a:rPr lang="zh-CN" altLang="en-US" dirty="0"/>
              <a:t>层）</a:t>
            </a:r>
            <a:endParaRPr lang="zh-CN" altLang="en-US" dirty="0"/>
          </a:p>
        </p:txBody>
      </p:sp>
      <p:graphicFrame>
        <p:nvGraphicFramePr>
          <p:cNvPr id="3" name="表格 2"/>
          <p:cNvGraphicFramePr/>
          <p:nvPr>
            <p:custDataLst>
              <p:tags r:id="rId2"/>
            </p:custDataLst>
          </p:nvPr>
        </p:nvGraphicFramePr>
        <p:xfrm>
          <a:off x="5116195" y="1214755"/>
          <a:ext cx="6355715" cy="3347720"/>
        </p:xfrm>
        <a:graphic>
          <a:graphicData uri="http://schemas.openxmlformats.org/drawingml/2006/table">
            <a:tbl>
              <a:tblPr firstRow="1" bandRow="1">
                <a:tableStyleId>{5C22544A-7EE6-4342-B048-85BDC9FD1C3A}</a:tableStyleId>
              </a:tblPr>
              <a:tblGrid>
                <a:gridCol w="553720"/>
                <a:gridCol w="1251585"/>
                <a:gridCol w="4550410"/>
              </a:tblGrid>
              <a:tr h="304800">
                <a:tc>
                  <a:txBody>
                    <a:bodyPr/>
                    <a:p>
                      <a:pPr algn="ctr"/>
                      <a:r>
                        <a:rPr lang="zh-CN" altLang="en-US" sz="1400" dirty="0">
                          <a:latin typeface="微软雅黑" panose="020B0503020204020204" pitchFamily="34" charset="-122"/>
                          <a:ea typeface="微软雅黑" panose="020B0503020204020204" pitchFamily="34" charset="-122"/>
                        </a:rPr>
                        <a:t>序号</a:t>
                      </a:r>
                      <a:endParaRPr lang="zh-CN" altLang="en-US" sz="14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dirty="0">
                          <a:latin typeface="微软雅黑" panose="020B0503020204020204" pitchFamily="34" charset="-122"/>
                          <a:ea typeface="微软雅黑" panose="020B0503020204020204" pitchFamily="34" charset="-122"/>
                          <a:sym typeface="+mn-ea"/>
                        </a:rPr>
                        <a:t>参数名称</a:t>
                      </a:r>
                      <a:endParaRPr lang="zh-CN" altLang="en-US" sz="1400" dirty="0">
                        <a:latin typeface="微软雅黑" panose="020B0503020204020204" pitchFamily="34" charset="-122"/>
                        <a:ea typeface="微软雅黑" panose="020B0503020204020204" pitchFamily="34" charset="-122"/>
                      </a:endParaRPr>
                    </a:p>
                  </a:txBody>
                  <a:tcPr anchor="ctr" anchorCtr="0"/>
                </a:tc>
                <a:tc>
                  <a:txBody>
                    <a:bodyPr/>
                    <a:p>
                      <a:r>
                        <a:rPr lang="zh-CN" altLang="en-US" sz="1400" dirty="0">
                          <a:sym typeface="+mn-ea"/>
                        </a:rPr>
                        <a:t>周转箱移动料架（单层）</a:t>
                      </a:r>
                      <a:endParaRPr lang="en-US" altLang="zh-CN" sz="1400" dirty="0">
                        <a:latin typeface="微软雅黑" panose="020B0503020204020204" pitchFamily="34" charset="-122"/>
                        <a:ea typeface="微软雅黑" panose="020B0503020204020204" pitchFamily="34" charset="-122"/>
                      </a:endParaRPr>
                    </a:p>
                  </a:txBody>
                  <a:tcPr anchor="ctr" anchorCtr="0"/>
                </a:tc>
              </a:tr>
              <a:tr h="274320">
                <a:tc>
                  <a:txBody>
                    <a:bodyPr/>
                    <a:p>
                      <a:pPr algn="ctr"/>
                      <a:r>
                        <a:rPr lang="en-US" altLang="zh-CN" sz="1200" dirty="0">
                          <a:latin typeface="微软雅黑" panose="020B0503020204020204" pitchFamily="34" charset="-122"/>
                          <a:ea typeface="微软雅黑" panose="020B0503020204020204" pitchFamily="34" charset="-122"/>
                        </a:rPr>
                        <a:t>1</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r>
                        <a:rPr lang="zh-CN" altLang="en-US" sz="1200" dirty="0">
                          <a:latin typeface="微软雅黑" panose="020B0503020204020204" pitchFamily="34" charset="-122"/>
                          <a:ea typeface="微软雅黑" panose="020B0503020204020204" pitchFamily="34" charset="-122"/>
                        </a:rPr>
                        <a:t>货架高度</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lgn="l">
                        <a:buFont typeface="Arial" panose="020B0604020202020204" pitchFamily="34" charset="0"/>
                        <a:buChar char="•"/>
                      </a:pPr>
                      <a:r>
                        <a:rPr lang="zh-CN" altLang="en-US" sz="1200" dirty="0">
                          <a:sym typeface="+mn-ea"/>
                        </a:rPr>
                        <a:t>1</a:t>
                      </a:r>
                      <a:r>
                        <a:rPr lang="en-US" altLang="zh-CN" sz="1200" dirty="0">
                          <a:sym typeface="+mn-ea"/>
                        </a:rPr>
                        <a:t>790</a:t>
                      </a:r>
                      <a:r>
                        <a:rPr lang="zh-CN" altLang="en-US" sz="1200" dirty="0">
                          <a:sym typeface="+mn-ea"/>
                        </a:rPr>
                        <a:t>*1</a:t>
                      </a:r>
                      <a:r>
                        <a:rPr lang="en-US" sz="1200" dirty="0">
                          <a:sym typeface="+mn-ea"/>
                        </a:rPr>
                        <a:t>385</a:t>
                      </a:r>
                      <a:r>
                        <a:rPr lang="zh-CN" altLang="en-US" sz="1200" dirty="0">
                          <a:sym typeface="+mn-ea"/>
                        </a:rPr>
                        <a:t>*</a:t>
                      </a:r>
                      <a:r>
                        <a:rPr lang="en-US" sz="1200" dirty="0">
                          <a:sym typeface="+mn-ea"/>
                        </a:rPr>
                        <a:t>400</a:t>
                      </a:r>
                      <a:r>
                        <a:rPr lang="zh-CN" altLang="en-US" sz="1200" dirty="0">
                          <a:sym typeface="+mn-ea"/>
                        </a:rPr>
                        <a:t>mm</a:t>
                      </a:r>
                      <a:endParaRPr lang="zh-CN" altLang="en-US" sz="1200" dirty="0">
                        <a:sym typeface="+mn-ea"/>
                      </a:endParaRPr>
                    </a:p>
                    <a:p>
                      <a:pPr marL="171450" indent="-171450" algn="l">
                        <a:buFont typeface="Arial" panose="020B0604020202020204" pitchFamily="34" charset="0"/>
                        <a:buChar char="•"/>
                      </a:pPr>
                      <a:r>
                        <a:rPr lang="zh-CN" altLang="en-US" sz="1200" dirty="0">
                          <a:sym typeface="+mn-ea"/>
                        </a:rPr>
                        <a:t>（需要根据实际进行优化，并兼容</a:t>
                      </a:r>
                      <a:r>
                        <a:rPr lang="en-US" altLang="zh-CN" sz="1200" dirty="0">
                          <a:sym typeface="+mn-ea"/>
                        </a:rPr>
                        <a:t>CTU</a:t>
                      </a:r>
                      <a:r>
                        <a:rPr lang="zh-CN" altLang="en-US" sz="1200" dirty="0">
                          <a:sym typeface="+mn-ea"/>
                        </a:rPr>
                        <a:t>最低取货高度）；</a:t>
                      </a:r>
                      <a:endParaRPr lang="en-US" altLang="zh-CN" sz="1200" dirty="0">
                        <a:latin typeface="微软雅黑" panose="020B0503020204020204" pitchFamily="34" charset="-122"/>
                        <a:ea typeface="微软雅黑" panose="020B0503020204020204" pitchFamily="34" charset="-122"/>
                        <a:sym typeface="+mn-ea"/>
                      </a:endParaRPr>
                    </a:p>
                  </a:txBody>
                  <a:tcPr anchor="ctr"/>
                </a:tc>
              </a:tr>
              <a:tr h="332740">
                <a:tc>
                  <a:txBody>
                    <a:bodyPr/>
                    <a:p>
                      <a:pPr algn="ctr">
                        <a:buNone/>
                      </a:pPr>
                      <a:r>
                        <a:rPr lang="en-US" altLang="zh-CN" sz="1200" dirty="0">
                          <a:latin typeface="微软雅黑" panose="020B0503020204020204" pitchFamily="34" charset="-122"/>
                          <a:ea typeface="微软雅黑" panose="020B0503020204020204" pitchFamily="34" charset="-122"/>
                        </a:rPr>
                        <a:t>2</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负载重量</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≥180KG/</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层；</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tc>
              </a:tr>
              <a:tr h="332740">
                <a:tc>
                  <a:txBody>
                    <a:bodyPr/>
                    <a:p>
                      <a:pPr algn="ctr">
                        <a:buNone/>
                      </a:pPr>
                      <a:r>
                        <a:rPr lang="en-US" altLang="zh-CN" sz="1200" dirty="0">
                          <a:latin typeface="微软雅黑" panose="020B0503020204020204" pitchFamily="34" charset="-122"/>
                          <a:ea typeface="微软雅黑" panose="020B0503020204020204" pitchFamily="34" charset="-122"/>
                        </a:rPr>
                        <a:t>3</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高度要求</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buFont typeface="Arial" panose="020B0604020202020204" pitchFamily="34" charset="0"/>
                        <a:buChar char="•"/>
                      </a:pPr>
                      <a:r>
                        <a:rPr lang="zh-CN" sz="1200" dirty="0" err="1">
                          <a:latin typeface="微软雅黑" panose="020B0503020204020204" pitchFamily="34" charset="-122"/>
                          <a:ea typeface="微软雅黑" panose="020B0503020204020204" pitchFamily="34" charset="-122"/>
                          <a:sym typeface="+mn-ea"/>
                        </a:rPr>
                        <a:t>底部净空</a:t>
                      </a:r>
                      <a:r>
                        <a:rPr lang="en-US" altLang="zh-CN" sz="1200" dirty="0" err="1">
                          <a:latin typeface="微软雅黑" panose="020B0503020204020204" pitchFamily="34" charset="-122"/>
                          <a:ea typeface="微软雅黑" panose="020B0503020204020204" pitchFamily="34" charset="-122"/>
                          <a:sym typeface="+mn-ea"/>
                        </a:rPr>
                        <a:t>≥290mm</a:t>
                      </a:r>
                      <a:r>
                        <a:rPr lang="zh-CN" altLang="en-US" sz="1200" dirty="0" err="1">
                          <a:latin typeface="微软雅黑" panose="020B0503020204020204" pitchFamily="34" charset="-122"/>
                          <a:ea typeface="微软雅黑" panose="020B0503020204020204" pitchFamily="34" charset="-122"/>
                          <a:sym typeface="+mn-ea"/>
                        </a:rPr>
                        <a:t>，便于</a:t>
                      </a:r>
                      <a:r>
                        <a:rPr lang="en-US" altLang="zh-CN" sz="1200" dirty="0" err="1">
                          <a:latin typeface="微软雅黑" panose="020B0503020204020204" pitchFamily="34" charset="-122"/>
                          <a:ea typeface="微软雅黑" panose="020B0503020204020204" pitchFamily="34" charset="-122"/>
                          <a:sym typeface="+mn-ea"/>
                        </a:rPr>
                        <a:t>AGV</a:t>
                      </a:r>
                      <a:r>
                        <a:rPr lang="zh-CN" altLang="en-US" sz="1200" dirty="0" err="1">
                          <a:latin typeface="微软雅黑" panose="020B0503020204020204" pitchFamily="34" charset="-122"/>
                          <a:ea typeface="微软雅黑" panose="020B0503020204020204" pitchFamily="34" charset="-122"/>
                          <a:sym typeface="+mn-ea"/>
                        </a:rPr>
                        <a:t>进出；</a:t>
                      </a:r>
                      <a:endParaRPr lang="zh-CN" altLang="en-US" sz="1200" dirty="0" err="1">
                        <a:latin typeface="微软雅黑" panose="020B0503020204020204" pitchFamily="34" charset="-122"/>
                        <a:ea typeface="微软雅黑" panose="020B0503020204020204" pitchFamily="34" charset="-122"/>
                        <a:sym typeface="+mn-ea"/>
                      </a:endParaRPr>
                    </a:p>
                    <a:p>
                      <a:pPr marL="171450" indent="-171450">
                        <a:buFont typeface="Arial" panose="020B0604020202020204" pitchFamily="34" charset="0"/>
                        <a:buChar char="•"/>
                      </a:pPr>
                      <a:r>
                        <a:rPr lang="zh-CN" altLang="en-US" sz="1200" dirty="0" err="1">
                          <a:latin typeface="微软雅黑" panose="020B0503020204020204" pitchFamily="34" charset="-122"/>
                          <a:ea typeface="微软雅黑" panose="020B0503020204020204" pitchFamily="34" charset="-122"/>
                          <a:sym typeface="+mn-ea"/>
                        </a:rPr>
                        <a:t>移动料架底部需要考虑和</a:t>
                      </a:r>
                      <a:r>
                        <a:rPr lang="en-US" altLang="zh-CN" sz="1200" dirty="0" err="1">
                          <a:latin typeface="微软雅黑" panose="020B0503020204020204" pitchFamily="34" charset="-122"/>
                          <a:ea typeface="微软雅黑" panose="020B0503020204020204" pitchFamily="34" charset="-122"/>
                          <a:sym typeface="+mn-ea"/>
                        </a:rPr>
                        <a:t>AGV</a:t>
                      </a:r>
                      <a:r>
                        <a:rPr lang="zh-CN" altLang="en-US" sz="1200" dirty="0" err="1">
                          <a:latin typeface="微软雅黑" panose="020B0503020204020204" pitchFamily="34" charset="-122"/>
                          <a:ea typeface="微软雅黑" panose="020B0503020204020204" pitchFamily="34" charset="-122"/>
                          <a:sym typeface="+mn-ea"/>
                        </a:rPr>
                        <a:t>顶板的固定销位置；</a:t>
                      </a:r>
                      <a:endParaRPr lang="en-US" altLang="zh-CN" sz="1200" dirty="0" err="1">
                        <a:latin typeface="微软雅黑" panose="020B0503020204020204" pitchFamily="34" charset="-122"/>
                        <a:ea typeface="微软雅黑" panose="020B0503020204020204" pitchFamily="34" charset="-122"/>
                        <a:sym typeface="+mn-ea"/>
                      </a:endParaRPr>
                    </a:p>
                  </a:txBody>
                  <a:tcPr anchor="ctr"/>
                </a:tc>
              </a:tr>
              <a:tr h="332740">
                <a:tc>
                  <a:txBody>
                    <a:bodyPr/>
                    <a:p>
                      <a:pPr algn="ctr">
                        <a:buNone/>
                      </a:pPr>
                      <a:r>
                        <a:rPr lang="en-US" altLang="zh-CN" sz="1200" dirty="0">
                          <a:latin typeface="微软雅黑" panose="020B0503020204020204" pitchFamily="34" charset="-122"/>
                          <a:ea typeface="微软雅黑" panose="020B0503020204020204" pitchFamily="34" charset="-122"/>
                        </a:rPr>
                        <a:t>4</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料架材质</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dirty="0">
                          <a:latin typeface="微软雅黑" panose="020B0503020204020204" pitchFamily="34" charset="-122"/>
                          <a:ea typeface="微软雅黑" panose="020B0503020204020204" pitchFamily="34" charset="-122"/>
                          <a:sym typeface="+mn-ea"/>
                        </a:rPr>
                        <a:t>Q235</a:t>
                      </a:r>
                      <a:r>
                        <a:rPr lang="zh-CN" altLang="en-US" sz="1200" dirty="0">
                          <a:latin typeface="微软雅黑" panose="020B0503020204020204" pitchFamily="34" charset="-122"/>
                          <a:ea typeface="微软雅黑" panose="020B0503020204020204" pitchFamily="34" charset="-122"/>
                          <a:sym typeface="+mn-ea"/>
                        </a:rPr>
                        <a:t>（喷塑？）</a:t>
                      </a:r>
                      <a:endParaRPr lang="zh-CN" altLang="en-US" sz="1200" dirty="0">
                        <a:latin typeface="微软雅黑" panose="020B0503020204020204" pitchFamily="34" charset="-122"/>
                        <a:ea typeface="微软雅黑" panose="020B0503020204020204" pitchFamily="34" charset="-122"/>
                        <a:sym typeface="+mn-ea"/>
                      </a:endParaRPr>
                    </a:p>
                  </a:txBody>
                  <a:tcPr anchor="ctr"/>
                </a:tc>
              </a:tr>
              <a:tr h="332740">
                <a:tc>
                  <a:txBody>
                    <a:bodyPr/>
                    <a:p>
                      <a:pPr algn="ctr">
                        <a:buNone/>
                      </a:pPr>
                      <a:r>
                        <a:rPr lang="en-US" altLang="zh-CN" sz="1200" dirty="0">
                          <a:latin typeface="微软雅黑" panose="020B0503020204020204" pitchFamily="34" charset="-122"/>
                          <a:ea typeface="微软雅黑" panose="020B0503020204020204" pitchFamily="34" charset="-122"/>
                        </a:rPr>
                        <a:t>5</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组装方式</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zh-CN" altLang="en-US" sz="1200" dirty="0">
                          <a:latin typeface="微软雅黑" panose="020B0503020204020204" pitchFamily="34" charset="-122"/>
                          <a:ea typeface="微软雅黑" panose="020B0503020204020204" pitchFamily="34" charset="-122"/>
                          <a:sym typeface="+mn-ea"/>
                        </a:rPr>
                        <a:t>采用紧固件方式</a:t>
                      </a:r>
                      <a:r>
                        <a:rPr lang="en-US" altLang="zh-CN" sz="1200" dirty="0">
                          <a:latin typeface="微软雅黑" panose="020B0503020204020204" pitchFamily="34" charset="-122"/>
                          <a:ea typeface="微软雅黑" panose="020B0503020204020204" pitchFamily="34" charset="-122"/>
                          <a:sym typeface="+mn-ea"/>
                        </a:rPr>
                        <a:t>/</a:t>
                      </a:r>
                      <a:r>
                        <a:rPr lang="zh-CN" altLang="en-US" sz="1200" dirty="0">
                          <a:latin typeface="微软雅黑" panose="020B0503020204020204" pitchFamily="34" charset="-122"/>
                          <a:ea typeface="微软雅黑" panose="020B0503020204020204" pitchFamily="34" charset="-122"/>
                          <a:sym typeface="+mn-ea"/>
                        </a:rPr>
                        <a:t>分模块快速拼接方式，便于到现场后快速组装；</a:t>
                      </a:r>
                      <a:endParaRPr lang="zh-CN" altLang="en-US" sz="1200" dirty="0">
                        <a:latin typeface="微软雅黑" panose="020B0503020204020204" pitchFamily="34" charset="-122"/>
                        <a:ea typeface="微软雅黑" panose="020B0503020204020204" pitchFamily="34" charset="-122"/>
                        <a:sym typeface="+mn-ea"/>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zh-CN" altLang="en-US" sz="1200" dirty="0">
                          <a:latin typeface="微软雅黑" panose="020B0503020204020204" pitchFamily="34" charset="-122"/>
                          <a:ea typeface="微软雅黑" panose="020B0503020204020204" pitchFamily="34" charset="-122"/>
                          <a:sym typeface="+mn-ea"/>
                        </a:rPr>
                        <a:t>紧固件如果采用螺栓方式，突出部分不能影响</a:t>
                      </a:r>
                      <a:r>
                        <a:rPr lang="en-US" altLang="zh-CN" sz="1200" dirty="0">
                          <a:latin typeface="微软雅黑" panose="020B0503020204020204" pitchFamily="34" charset="-122"/>
                          <a:ea typeface="微软雅黑" panose="020B0503020204020204" pitchFamily="34" charset="-122"/>
                          <a:sym typeface="+mn-ea"/>
                        </a:rPr>
                        <a:t>CTU</a:t>
                      </a:r>
                      <a:r>
                        <a:rPr lang="zh-CN" altLang="en-US" sz="1200" dirty="0">
                          <a:latin typeface="微软雅黑" panose="020B0503020204020204" pitchFamily="34" charset="-122"/>
                          <a:ea typeface="微软雅黑" panose="020B0503020204020204" pitchFamily="34" charset="-122"/>
                          <a:sym typeface="+mn-ea"/>
                        </a:rPr>
                        <a:t>作业和周转箱进出；并且螺栓需要加防松措施；</a:t>
                      </a:r>
                      <a:endParaRPr lang="zh-CN" altLang="en-US" sz="1200" dirty="0">
                        <a:latin typeface="微软雅黑" panose="020B0503020204020204" pitchFamily="34" charset="-122"/>
                        <a:ea typeface="微软雅黑" panose="020B0503020204020204" pitchFamily="34" charset="-122"/>
                        <a:sym typeface="+mn-ea"/>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zh-CN" altLang="en-US" sz="1200" dirty="0">
                          <a:latin typeface="微软雅黑" panose="020B0503020204020204" pitchFamily="34" charset="-122"/>
                          <a:ea typeface="微软雅黑" panose="020B0503020204020204" pitchFamily="34" charset="-122"/>
                          <a:sym typeface="+mn-ea"/>
                        </a:rPr>
                        <a:t>紧固件方式可以采用螺栓</a:t>
                      </a:r>
                      <a:endParaRPr lang="zh-CN" altLang="en-US" sz="1200" dirty="0">
                        <a:latin typeface="微软雅黑" panose="020B0503020204020204" pitchFamily="34" charset="-122"/>
                        <a:ea typeface="微软雅黑" panose="020B0503020204020204" pitchFamily="34" charset="-122"/>
                        <a:sym typeface="+mn-ea"/>
                      </a:endParaRPr>
                    </a:p>
                  </a:txBody>
                  <a:tcPr anchor="ctr"/>
                </a:tc>
              </a:tr>
              <a:tr h="274320">
                <a:tc>
                  <a:txBody>
                    <a:bodyPr/>
                    <a:p>
                      <a:pPr algn="ctr"/>
                      <a:r>
                        <a:rPr lang="en-US" altLang="zh-CN" sz="1200" dirty="0">
                          <a:latin typeface="微软雅黑" panose="020B0503020204020204" pitchFamily="34" charset="-122"/>
                          <a:ea typeface="微软雅黑" panose="020B0503020204020204" pitchFamily="34" charset="-122"/>
                        </a:rPr>
                        <a:t>6</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r>
                        <a:rPr lang="zh-CN" altLang="en-US" sz="1200" dirty="0">
                          <a:latin typeface="微软雅黑" panose="020B0503020204020204" pitchFamily="34" charset="-122"/>
                          <a:ea typeface="微软雅黑" panose="020B0503020204020204" pitchFamily="34" charset="-122"/>
                        </a:rPr>
                        <a:t>防静电措施</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buFont typeface="Arial" panose="020B0604020202020204" pitchFamily="34" charset="0"/>
                        <a:buChar char="•"/>
                      </a:pPr>
                      <a:r>
                        <a:rPr lang="zh-CN" sz="1200" dirty="0">
                          <a:latin typeface="微软雅黑" panose="020B0503020204020204" pitchFamily="34" charset="-122"/>
                          <a:ea typeface="微软雅黑" panose="020B0503020204020204" pitchFamily="34" charset="-122"/>
                        </a:rPr>
                        <a:t>底部接静电链；</a:t>
                      </a:r>
                      <a:endParaRPr lang="zh-CN" sz="1200" dirty="0">
                        <a:latin typeface="微软雅黑" panose="020B0503020204020204" pitchFamily="34" charset="-122"/>
                        <a:ea typeface="微软雅黑" panose="020B0503020204020204" pitchFamily="34" charset="-122"/>
                      </a:endParaRPr>
                    </a:p>
                  </a:txBody>
                  <a:tcPr anchor="ctr"/>
                </a:tc>
              </a:tr>
              <a:tr h="274320">
                <a:tc>
                  <a:txBody>
                    <a:bodyPr/>
                    <a:p>
                      <a:pPr algn="ctr">
                        <a:buNone/>
                      </a:pPr>
                      <a:r>
                        <a:rPr lang="en-US" altLang="zh-CN" sz="1200" dirty="0">
                          <a:latin typeface="微软雅黑" panose="020B0503020204020204" pitchFamily="34" charset="-122"/>
                          <a:ea typeface="微软雅黑" panose="020B0503020204020204" pitchFamily="34" charset="-122"/>
                        </a:rPr>
                        <a:t>7</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防跌落措施</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周转箱周边需要加</a:t>
                      </a:r>
                      <a:r>
                        <a:rPr lang="en-US" altLang="zh-CN" sz="1200" dirty="0">
                          <a:latin typeface="微软雅黑" panose="020B0503020204020204" pitchFamily="34" charset="-122"/>
                          <a:ea typeface="微软雅黑" panose="020B0503020204020204" pitchFamily="34" charset="-122"/>
                        </a:rPr>
                        <a:t>L</a:t>
                      </a:r>
                      <a:r>
                        <a:rPr lang="zh-CN" altLang="en-US" sz="1200" dirty="0">
                          <a:latin typeface="微软雅黑" panose="020B0503020204020204" pitchFamily="34" charset="-122"/>
                          <a:ea typeface="微软雅黑" panose="020B0503020204020204" pitchFamily="34" charset="-122"/>
                        </a:rPr>
                        <a:t>形钣金</a:t>
                      </a:r>
                      <a:r>
                        <a:rPr lang="en-US" altLang="zh-CN" sz="1200" dirty="0">
                          <a:latin typeface="微软雅黑" panose="020B0503020204020204" pitchFamily="34" charset="-122"/>
                          <a:ea typeface="微软雅黑" panose="020B0503020204020204" pitchFamily="34" charset="-122"/>
                        </a:rPr>
                        <a:t>/U</a:t>
                      </a:r>
                      <a:r>
                        <a:rPr lang="zh-CN" altLang="en-US" sz="1200" dirty="0">
                          <a:latin typeface="微软雅黑" panose="020B0503020204020204" pitchFamily="34" charset="-122"/>
                          <a:ea typeface="微软雅黑" panose="020B0503020204020204" pitchFamily="34" charset="-122"/>
                        </a:rPr>
                        <a:t>形杠来做防移位措施；</a:t>
                      </a:r>
                      <a:endParaRPr lang="zh-CN" altLang="en-US"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rPr>
                        <a:t>CTU</a:t>
                      </a:r>
                      <a:r>
                        <a:rPr lang="zh-CN" altLang="en-US" sz="1200" dirty="0">
                          <a:latin typeface="微软雅黑" panose="020B0503020204020204" pitchFamily="34" charset="-122"/>
                          <a:ea typeface="微软雅黑" panose="020B0503020204020204" pitchFamily="34" charset="-122"/>
                        </a:rPr>
                        <a:t>取箱方向也需要考虑加缓坡等方式，避免料架移动过程中，周转箱往外滑移；</a:t>
                      </a:r>
                      <a:endParaRPr lang="zh-CN" altLang="en-US" sz="1200" dirty="0">
                        <a:latin typeface="微软雅黑" panose="020B0503020204020204" pitchFamily="34" charset="-122"/>
                        <a:ea typeface="微软雅黑" panose="020B0503020204020204" pitchFamily="34" charset="-122"/>
                      </a:endParaRPr>
                    </a:p>
                  </a:txBody>
                  <a:tcPr anchor="ctr"/>
                </a:tc>
              </a:tr>
              <a:tr h="274320">
                <a:tc>
                  <a:txBody>
                    <a:bodyPr/>
                    <a:p>
                      <a:pPr algn="ctr">
                        <a:buNone/>
                      </a:pPr>
                      <a:r>
                        <a:rPr lang="en-US" altLang="zh-CN" sz="1200" dirty="0">
                          <a:latin typeface="微软雅黑" panose="020B0503020204020204" pitchFamily="34" charset="-122"/>
                          <a:ea typeface="微软雅黑" panose="020B0503020204020204" pitchFamily="34" charset="-122"/>
                        </a:rPr>
                        <a:t>8</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周转箱尺寸</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周转箱外形尺寸</a:t>
                      </a:r>
                      <a:r>
                        <a:rPr lang="en-US" altLang="zh-CN" sz="1200" dirty="0">
                          <a:latin typeface="微软雅黑" panose="020B0503020204020204" pitchFamily="34" charset="-122"/>
                          <a:ea typeface="微软雅黑" panose="020B0503020204020204" pitchFamily="34" charset="-122"/>
                        </a:rPr>
                        <a:t>630*430*310mm</a:t>
                      </a:r>
                      <a:r>
                        <a:rPr lang="zh-CN" altLang="en-US" sz="1200" dirty="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a:txBody>
                  <a:tcPr anchor="ctr"/>
                </a:tc>
              </a:tr>
            </a:tbl>
          </a:graphicData>
        </a:graphic>
      </p:graphicFrame>
      <p:pic>
        <p:nvPicPr>
          <p:cNvPr id="4" name="图片 3"/>
          <p:cNvPicPr>
            <a:picLocks noChangeAspect="1"/>
          </p:cNvPicPr>
          <p:nvPr/>
        </p:nvPicPr>
        <p:blipFill>
          <a:blip r:embed="rId3"/>
          <a:stretch>
            <a:fillRect/>
          </a:stretch>
        </p:blipFill>
        <p:spPr>
          <a:xfrm>
            <a:off x="819785" y="3120390"/>
            <a:ext cx="2908300" cy="1520190"/>
          </a:xfrm>
          <a:prstGeom prst="rect">
            <a:avLst/>
          </a:prstGeom>
        </p:spPr>
      </p:pic>
      <p:pic>
        <p:nvPicPr>
          <p:cNvPr id="5" name="图片 4"/>
          <p:cNvPicPr>
            <a:picLocks noChangeAspect="1"/>
          </p:cNvPicPr>
          <p:nvPr/>
        </p:nvPicPr>
        <p:blipFill>
          <a:blip r:embed="rId4"/>
          <a:stretch>
            <a:fillRect/>
          </a:stretch>
        </p:blipFill>
        <p:spPr>
          <a:xfrm>
            <a:off x="2418715" y="1214755"/>
            <a:ext cx="1816100" cy="14319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6"/>
          <p:cNvSpPr txBox="1">
            <a:spLocks noChangeArrowheads="1"/>
          </p:cNvSpPr>
          <p:nvPr/>
        </p:nvSpPr>
        <p:spPr bwMode="auto">
          <a:xfrm>
            <a:off x="659323" y="371705"/>
            <a:ext cx="4474422" cy="369570"/>
          </a:xfrm>
          <a:prstGeom prst="rect">
            <a:avLst/>
          </a:prstGeom>
          <a:noFill/>
          <a:ln w="9525">
            <a:noFill/>
            <a:miter lim="800000"/>
          </a:ln>
        </p:spPr>
        <p:txBody>
          <a:bodyPr wrap="square" lIns="62321" tIns="31161" rIns="62321" bIns="31161">
            <a:spAutoFit/>
          </a:bodyPr>
          <a:lstStyle>
            <a:defPPr>
              <a:defRPr lang="zh-TW"/>
            </a:defPPr>
            <a:lvl1pPr defTabSz="622300">
              <a:spcBef>
                <a:spcPct val="50000"/>
              </a:spcBef>
              <a:defRPr kumimoji="1" sz="2000" b="1">
                <a:latin typeface="Arial" panose="020B0604020202020204" pitchFamily="34" charset="0"/>
                <a:ea typeface="思源黑体 CN Heavy" panose="020B0A00000000000000" pitchFamily="34" charset="-122"/>
                <a:cs typeface="Arial" panose="020B0604020202020204" pitchFamily="34" charset="0"/>
              </a:defRPr>
            </a:lvl1pPr>
          </a:lstStyle>
          <a:p>
            <a:r>
              <a:rPr lang="zh-CN" altLang="en-US" dirty="0"/>
              <a:t>料箱</a:t>
            </a:r>
            <a:endParaRPr lang="zh-CN" altLang="en-US" dirty="0"/>
          </a:p>
        </p:txBody>
      </p:sp>
      <p:graphicFrame>
        <p:nvGraphicFramePr>
          <p:cNvPr id="3" name="表格 2"/>
          <p:cNvGraphicFramePr/>
          <p:nvPr>
            <p:custDataLst>
              <p:tags r:id="rId1"/>
            </p:custDataLst>
          </p:nvPr>
        </p:nvGraphicFramePr>
        <p:xfrm>
          <a:off x="6249670" y="1214755"/>
          <a:ext cx="5222240" cy="3380740"/>
        </p:xfrm>
        <a:graphic>
          <a:graphicData uri="http://schemas.openxmlformats.org/drawingml/2006/table">
            <a:tbl>
              <a:tblPr firstRow="1" bandRow="1">
                <a:tableStyleId>{5C22544A-7EE6-4342-B048-85BDC9FD1C3A}</a:tableStyleId>
              </a:tblPr>
              <a:tblGrid>
                <a:gridCol w="614680"/>
                <a:gridCol w="972185"/>
                <a:gridCol w="3635375"/>
              </a:tblGrid>
              <a:tr h="304800">
                <a:tc>
                  <a:txBody>
                    <a:bodyPr/>
                    <a:p>
                      <a:pPr algn="ctr"/>
                      <a:r>
                        <a:rPr lang="zh-CN" altLang="en-US" sz="1400" dirty="0">
                          <a:latin typeface="微软雅黑" panose="020B0503020204020204" pitchFamily="34" charset="-122"/>
                          <a:ea typeface="微软雅黑" panose="020B0503020204020204" pitchFamily="34" charset="-122"/>
                        </a:rPr>
                        <a:t>序号</a:t>
                      </a:r>
                      <a:endParaRPr lang="zh-CN" altLang="en-US" sz="14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dirty="0">
                          <a:latin typeface="微软雅黑" panose="020B0503020204020204" pitchFamily="34" charset="-122"/>
                          <a:ea typeface="微软雅黑" panose="020B0503020204020204" pitchFamily="34" charset="-122"/>
                          <a:sym typeface="+mn-ea"/>
                        </a:rPr>
                        <a:t>参数名称</a:t>
                      </a:r>
                      <a:endParaRPr lang="zh-CN" altLang="en-US" sz="1400" dirty="0">
                        <a:latin typeface="微软雅黑" panose="020B0503020204020204" pitchFamily="34" charset="-122"/>
                        <a:ea typeface="微软雅黑" panose="020B0503020204020204" pitchFamily="34" charset="-122"/>
                      </a:endParaRPr>
                    </a:p>
                  </a:txBody>
                  <a:tcPr anchor="ctr" anchorCtr="0"/>
                </a:tc>
                <a:tc>
                  <a:txBody>
                    <a:bodyPr/>
                    <a:p>
                      <a:r>
                        <a:rPr lang="zh-CN" altLang="en-US" sz="1400" dirty="0">
                          <a:latin typeface="微软雅黑" panose="020B0503020204020204" pitchFamily="34" charset="-122"/>
                          <a:ea typeface="微软雅黑" panose="020B0503020204020204" pitchFamily="34" charset="-122"/>
                        </a:rPr>
                        <a:t>料箱</a:t>
                      </a:r>
                      <a:endParaRPr lang="zh-CN" altLang="en-US" sz="1400" dirty="0">
                        <a:latin typeface="微软雅黑" panose="020B0503020204020204" pitchFamily="34" charset="-122"/>
                        <a:ea typeface="微软雅黑" panose="020B0503020204020204" pitchFamily="34" charset="-122"/>
                      </a:endParaRPr>
                    </a:p>
                  </a:txBody>
                  <a:tcPr anchor="ctr" anchorCtr="0"/>
                </a:tc>
              </a:tr>
              <a:tr h="274320">
                <a:tc>
                  <a:txBody>
                    <a:bodyPr/>
                    <a:p>
                      <a:pPr algn="ctr"/>
                      <a:r>
                        <a:rPr lang="en-US" altLang="zh-CN" sz="1200" dirty="0">
                          <a:latin typeface="微软雅黑" panose="020B0503020204020204" pitchFamily="34" charset="-122"/>
                          <a:ea typeface="微软雅黑" panose="020B0503020204020204" pitchFamily="34" charset="-122"/>
                        </a:rPr>
                        <a:t>1</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r>
                        <a:rPr lang="zh-CN" altLang="en-US" sz="1200" dirty="0">
                          <a:latin typeface="微软雅黑" panose="020B0503020204020204" pitchFamily="34" charset="-122"/>
                          <a:ea typeface="微软雅黑" panose="020B0503020204020204" pitchFamily="34" charset="-122"/>
                        </a:rPr>
                        <a:t>料箱尺寸</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lgn="l">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sym typeface="+mn-ea"/>
                        </a:rPr>
                        <a:t>外形尺寸：</a:t>
                      </a:r>
                      <a:r>
                        <a:rPr lang="en-US" altLang="zh-CN" sz="1200" dirty="0">
                          <a:latin typeface="微软雅黑" panose="020B0503020204020204" pitchFamily="34" charset="-122"/>
                          <a:ea typeface="微软雅黑" panose="020B0503020204020204" pitchFamily="34" charset="-122"/>
                          <a:sym typeface="+mn-ea"/>
                        </a:rPr>
                        <a:t>L630mm*W430mm*H310mm</a:t>
                      </a:r>
                      <a:endParaRPr lang="en-US" altLang="zh-CN" sz="1200" dirty="0">
                        <a:latin typeface="微软雅黑" panose="020B0503020204020204" pitchFamily="34" charset="-122"/>
                        <a:ea typeface="微软雅黑" panose="020B0503020204020204" pitchFamily="34" charset="-122"/>
                        <a:sym typeface="+mn-ea"/>
                      </a:endParaRPr>
                    </a:p>
                    <a:p>
                      <a:pPr marL="171450" indent="-171450" algn="l">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sym typeface="+mn-ea"/>
                        </a:rPr>
                        <a:t>内尺寸：</a:t>
                      </a:r>
                      <a:r>
                        <a:rPr lang="en-US" altLang="zh-CN" sz="1200" dirty="0">
                          <a:latin typeface="微软雅黑" panose="020B0503020204020204" pitchFamily="34" charset="-122"/>
                          <a:ea typeface="微软雅黑" panose="020B0503020204020204" pitchFamily="34" charset="-122"/>
                          <a:sym typeface="+mn-ea"/>
                        </a:rPr>
                        <a:t>L595mm*W395mm*H297mm</a:t>
                      </a:r>
                      <a:endParaRPr lang="en-US" altLang="zh-CN" sz="1200" dirty="0">
                        <a:latin typeface="微软雅黑" panose="020B0503020204020204" pitchFamily="34" charset="-122"/>
                        <a:ea typeface="微软雅黑" panose="020B0503020204020204" pitchFamily="34" charset="-122"/>
                        <a:sym typeface="+mn-ea"/>
                      </a:endParaRPr>
                    </a:p>
                  </a:txBody>
                  <a:tcPr anchor="ctr"/>
                </a:tc>
              </a:tr>
              <a:tr h="332740">
                <a:tc>
                  <a:txBody>
                    <a:bodyPr/>
                    <a:p>
                      <a:pPr algn="ctr">
                        <a:buNone/>
                      </a:pPr>
                      <a:r>
                        <a:rPr lang="en-US" altLang="zh-CN" sz="1200" dirty="0">
                          <a:latin typeface="微软雅黑" panose="020B0503020204020204" pitchFamily="34" charset="-122"/>
                          <a:ea typeface="微软雅黑" panose="020B0503020204020204" pitchFamily="34" charset="-122"/>
                        </a:rPr>
                        <a:t>2</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负载重量</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≥30KG</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tc>
              </a:tr>
              <a:tr h="332740">
                <a:tc>
                  <a:txBody>
                    <a:bodyPr/>
                    <a:p>
                      <a:pPr algn="ctr">
                        <a:buNone/>
                      </a:pPr>
                      <a:r>
                        <a:rPr lang="en-US" altLang="zh-CN" sz="1200" dirty="0">
                          <a:latin typeface="微软雅黑" panose="020B0503020204020204" pitchFamily="34" charset="-122"/>
                          <a:ea typeface="微软雅黑" panose="020B0503020204020204" pitchFamily="34" charset="-122"/>
                        </a:rPr>
                        <a:t>3</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材质要求</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buFont typeface="Arial" panose="020B0604020202020204" pitchFamily="34" charset="0"/>
                        <a:buChar char="•"/>
                      </a:pPr>
                      <a:r>
                        <a:rPr lang="en-US" sz="1200" dirty="0" err="1">
                          <a:latin typeface="微软雅黑" panose="020B0503020204020204" pitchFamily="34" charset="-122"/>
                          <a:ea typeface="微软雅黑" panose="020B0503020204020204" pitchFamily="34" charset="-122"/>
                          <a:sym typeface="+mn-ea"/>
                        </a:rPr>
                        <a:t>PP</a:t>
                      </a:r>
                      <a:r>
                        <a:rPr lang="zh-CN" altLang="en-US" sz="1200" dirty="0" err="1">
                          <a:latin typeface="微软雅黑" panose="020B0503020204020204" pitchFamily="34" charset="-122"/>
                          <a:ea typeface="微软雅黑" panose="020B0503020204020204" pitchFamily="34" charset="-122"/>
                          <a:sym typeface="+mn-ea"/>
                        </a:rPr>
                        <a:t>？</a:t>
                      </a:r>
                      <a:endParaRPr lang="zh-CN" altLang="en-US" sz="1200" dirty="0" err="1">
                        <a:latin typeface="微软雅黑" panose="020B0503020204020204" pitchFamily="34" charset="-122"/>
                        <a:ea typeface="微软雅黑" panose="020B0503020204020204" pitchFamily="34" charset="-122"/>
                        <a:sym typeface="+mn-ea"/>
                      </a:endParaRPr>
                    </a:p>
                    <a:p>
                      <a:pPr marL="171450" indent="-171450">
                        <a:buFont typeface="Arial" panose="020B0604020202020204" pitchFamily="34" charset="0"/>
                        <a:buChar char="•"/>
                      </a:pPr>
                      <a:r>
                        <a:rPr lang="zh-CN" altLang="en-US" sz="1200" dirty="0" err="1">
                          <a:latin typeface="微软雅黑" panose="020B0503020204020204" pitchFamily="34" charset="-122"/>
                          <a:ea typeface="微软雅黑" panose="020B0503020204020204" pitchFamily="34" charset="-122"/>
                          <a:sym typeface="+mn-ea"/>
                        </a:rPr>
                        <a:t>防静电</a:t>
                      </a:r>
                      <a:endParaRPr lang="zh-CN" altLang="en-US" sz="1200" dirty="0" err="1">
                        <a:latin typeface="微软雅黑" panose="020B0503020204020204" pitchFamily="34" charset="-122"/>
                        <a:ea typeface="微软雅黑" panose="020B0503020204020204" pitchFamily="34" charset="-122"/>
                        <a:sym typeface="+mn-ea"/>
                      </a:endParaRPr>
                    </a:p>
                  </a:txBody>
                  <a:tcPr anchor="ctr"/>
                </a:tc>
              </a:tr>
              <a:tr h="274320">
                <a:tc>
                  <a:txBody>
                    <a:bodyPr/>
                    <a:p>
                      <a:pPr algn="ctr">
                        <a:buNone/>
                      </a:pPr>
                      <a:r>
                        <a:rPr lang="en-US" altLang="zh-CN" sz="1200" dirty="0">
                          <a:latin typeface="微软雅黑" panose="020B0503020204020204" pitchFamily="34" charset="-122"/>
                          <a:ea typeface="微软雅黑" panose="020B0503020204020204" pitchFamily="34" charset="-122"/>
                        </a:rPr>
                        <a:t>7</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堆叠要求</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堆叠每增加一个周转箱高度增加</a:t>
                      </a:r>
                      <a:r>
                        <a:rPr lang="en-US" altLang="zh-CN" sz="1200" dirty="0">
                          <a:latin typeface="微软雅黑" panose="020B0503020204020204" pitchFamily="34" charset="-122"/>
                          <a:ea typeface="微软雅黑" panose="020B0503020204020204" pitchFamily="34" charset="-122"/>
                        </a:rPr>
                        <a:t>300mm</a:t>
                      </a:r>
                      <a:endParaRPr lang="en-US" altLang="zh-CN" sz="1200" dirty="0">
                        <a:latin typeface="微软雅黑" panose="020B0503020204020204" pitchFamily="34" charset="-122"/>
                        <a:ea typeface="微软雅黑" panose="020B0503020204020204" pitchFamily="34" charset="-122"/>
                      </a:endParaRPr>
                    </a:p>
                  </a:txBody>
                  <a:tcPr anchor="ctr"/>
                </a:tc>
              </a:tr>
              <a:tr h="274320">
                <a:tc>
                  <a:txBody>
                    <a:bodyPr/>
                    <a:p>
                      <a:pPr algn="ctr">
                        <a:buNone/>
                      </a:pPr>
                      <a:r>
                        <a:rPr lang="en-US" altLang="zh-CN" sz="1200" dirty="0">
                          <a:latin typeface="微软雅黑" panose="020B0503020204020204" pitchFamily="34" charset="-122"/>
                          <a:ea typeface="微软雅黑" panose="020B0503020204020204" pitchFamily="34" charset="-122"/>
                        </a:rPr>
                        <a:t>8</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结构要求</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周转箱的设计力求结构简单、外形美观，从满足使用强度、使用需求到日常使用的清洁等方面考虑进行设计。</a:t>
                      </a:r>
                      <a:endParaRPr lang="zh-CN" altLang="en-US"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周转箱整体设计为可堆式，底部网格底，底部预变形处理，满足线体，适用于各类输送线。同时长侧边和短侧边预留平面可按需求印刷</a:t>
                      </a:r>
                      <a:r>
                        <a:rPr lang="en-US" altLang="zh-CN" sz="1200" dirty="0">
                          <a:latin typeface="微软雅黑" panose="020B0503020204020204" pitchFamily="34" charset="-122"/>
                          <a:ea typeface="微软雅黑" panose="020B0503020204020204" pitchFamily="34" charset="-122"/>
                        </a:rPr>
                        <a:t>LOGO</a:t>
                      </a:r>
                      <a:r>
                        <a:rPr lang="zh-CN" altLang="en-US" sz="1200" dirty="0">
                          <a:latin typeface="微软雅黑" panose="020B0503020204020204" pitchFamily="34" charset="-122"/>
                          <a:ea typeface="微软雅黑" panose="020B0503020204020204" pitchFamily="34" charset="-122"/>
                        </a:rPr>
                        <a:t>和贴码区域等信息，醒目且美观；把手设计符合人体工程学原理，搬运舒适安全</a:t>
                      </a:r>
                      <a:endParaRPr lang="zh-CN" altLang="en-US" sz="1200" dirty="0">
                        <a:latin typeface="微软雅黑" panose="020B0503020204020204" pitchFamily="34" charset="-122"/>
                        <a:ea typeface="微软雅黑" panose="020B0503020204020204" pitchFamily="34" charset="-122"/>
                      </a:endParaRPr>
                    </a:p>
                  </a:txBody>
                  <a:tcPr anchor="ctr"/>
                </a:tc>
              </a:tr>
            </a:tbl>
          </a:graphicData>
        </a:graphic>
      </p:graphicFrame>
      <p:pic>
        <p:nvPicPr>
          <p:cNvPr id="6" name="图片 1" descr="G:/戴超/戴超 产品设计/未开模/2024/施晓俊-富士康-电子料盘箱/5-技术方案/DSX6343-31-V4-技术方案/630-430-310-V4.jpg630-430-310-V4"/>
          <p:cNvPicPr>
            <a:picLocks noChangeAspect="1"/>
          </p:cNvPicPr>
          <p:nvPr/>
        </p:nvPicPr>
        <p:blipFill>
          <a:blip r:embed="rId2"/>
          <a:srcRect t="2339" b="2339"/>
          <a:stretch>
            <a:fillRect/>
          </a:stretch>
        </p:blipFill>
        <p:spPr>
          <a:xfrm>
            <a:off x="381000" y="1066800"/>
            <a:ext cx="2191385" cy="1797685"/>
          </a:xfrm>
          <a:prstGeom prst="rect">
            <a:avLst/>
          </a:prstGeom>
        </p:spPr>
      </p:pic>
      <p:pic>
        <p:nvPicPr>
          <p:cNvPr id="10" name="图片 10" descr="G:/戴超/戴超 产品设计/未开模/2024/施晓俊-富士康-电子料盘箱/5-技术方案/DSX6343-31-V4-技术方案/630-430-310-V4-1.jpg630-430-310-V4-1"/>
          <p:cNvPicPr>
            <a:picLocks noChangeAspect="1"/>
          </p:cNvPicPr>
          <p:nvPr/>
        </p:nvPicPr>
        <p:blipFill>
          <a:blip r:embed="rId3"/>
          <a:srcRect t="2124" b="2124"/>
          <a:stretch>
            <a:fillRect/>
          </a:stretch>
        </p:blipFill>
        <p:spPr>
          <a:xfrm>
            <a:off x="2729230" y="1214755"/>
            <a:ext cx="2105025" cy="1737995"/>
          </a:xfrm>
          <a:prstGeom prst="rect">
            <a:avLst/>
          </a:prstGeom>
        </p:spPr>
      </p:pic>
      <p:sp>
        <p:nvSpPr>
          <p:cNvPr id="1073742883" name="圆角矩形 1073742882"/>
          <p:cNvSpPr/>
          <p:nvPr/>
        </p:nvSpPr>
        <p:spPr>
          <a:xfrm>
            <a:off x="4209415" y="624205"/>
            <a:ext cx="924560" cy="351155"/>
          </a:xfrm>
          <a:prstGeom prst="roundRect">
            <a:avLst>
              <a:gd name="adj" fmla="val 16667"/>
            </a:avLst>
          </a:prstGeom>
          <a:solidFill>
            <a:srgbClr val="FFFFFF"/>
          </a:solidFill>
          <a:ln w="9525" cap="flat" cmpd="sng">
            <a:solidFill>
              <a:srgbClr val="000000"/>
            </a:solidFill>
            <a:prstDash val="solid"/>
            <a:headEnd type="none" w="med" len="med"/>
            <a:tailEnd type="none" w="med" len="med"/>
          </a:ln>
        </p:spPr>
        <p:txBody>
          <a:bodyPr/>
          <a:p>
            <a:r>
              <a:rPr lang="zh-CN" altLang="en-US" sz="1000"/>
              <a:t>预变形设计</a:t>
            </a:r>
            <a:endParaRPr lang="zh-CN" altLang="en-US" sz="1000"/>
          </a:p>
          <a:p>
            <a:endParaRPr lang="zh-CN" altLang="en-US" sz="1000"/>
          </a:p>
        </p:txBody>
      </p:sp>
      <p:cxnSp>
        <p:nvCxnSpPr>
          <p:cNvPr id="8" name="直接箭头连接符 7"/>
          <p:cNvCxnSpPr/>
          <p:nvPr/>
        </p:nvCxnSpPr>
        <p:spPr>
          <a:xfrm flipH="1">
            <a:off x="3914775" y="938530"/>
            <a:ext cx="458470" cy="74422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pic>
        <p:nvPicPr>
          <p:cNvPr id="11" name="图片 10"/>
          <p:cNvPicPr>
            <a:picLocks noChangeAspect="1"/>
          </p:cNvPicPr>
          <p:nvPr/>
        </p:nvPicPr>
        <p:blipFill>
          <a:blip r:embed="rId4"/>
          <a:stretch>
            <a:fillRect/>
          </a:stretch>
        </p:blipFill>
        <p:spPr>
          <a:xfrm>
            <a:off x="3914775" y="3361055"/>
            <a:ext cx="2230120" cy="1530985"/>
          </a:xfrm>
          <a:prstGeom prst="rect">
            <a:avLst/>
          </a:prstGeom>
        </p:spPr>
      </p:pic>
      <p:pic>
        <p:nvPicPr>
          <p:cNvPr id="13" name="图片 12"/>
          <p:cNvPicPr>
            <a:picLocks noChangeAspect="1"/>
          </p:cNvPicPr>
          <p:nvPr/>
        </p:nvPicPr>
        <p:blipFill>
          <a:blip r:embed="rId5"/>
          <a:stretch>
            <a:fillRect/>
          </a:stretch>
        </p:blipFill>
        <p:spPr>
          <a:xfrm>
            <a:off x="299720" y="3308350"/>
            <a:ext cx="1376045" cy="1494790"/>
          </a:xfrm>
          <a:prstGeom prst="rect">
            <a:avLst/>
          </a:prstGeom>
        </p:spPr>
      </p:pic>
      <p:pic>
        <p:nvPicPr>
          <p:cNvPr id="14" name="图片 13"/>
          <p:cNvPicPr>
            <a:picLocks noChangeAspect="1"/>
          </p:cNvPicPr>
          <p:nvPr/>
        </p:nvPicPr>
        <p:blipFill>
          <a:blip r:embed="rId6"/>
          <a:stretch>
            <a:fillRect/>
          </a:stretch>
        </p:blipFill>
        <p:spPr>
          <a:xfrm>
            <a:off x="1675765" y="3384550"/>
            <a:ext cx="2016125" cy="1364615"/>
          </a:xfrm>
          <a:prstGeom prst="rect">
            <a:avLst/>
          </a:prstGeom>
        </p:spPr>
      </p:pic>
      <p:pic>
        <p:nvPicPr>
          <p:cNvPr id="15" name="图片 14"/>
          <p:cNvPicPr>
            <a:picLocks noChangeAspect="1"/>
          </p:cNvPicPr>
          <p:nvPr/>
        </p:nvPicPr>
        <p:blipFill>
          <a:blip r:embed="rId7"/>
          <a:stretch>
            <a:fillRect/>
          </a:stretch>
        </p:blipFill>
        <p:spPr>
          <a:xfrm>
            <a:off x="424815" y="5001260"/>
            <a:ext cx="1812925" cy="1588135"/>
          </a:xfrm>
          <a:prstGeom prst="rect">
            <a:avLst/>
          </a:prstGeom>
        </p:spPr>
      </p:pic>
      <p:pic>
        <p:nvPicPr>
          <p:cNvPr id="17" name="图片 16"/>
          <p:cNvPicPr>
            <a:picLocks noChangeAspect="1"/>
          </p:cNvPicPr>
          <p:nvPr/>
        </p:nvPicPr>
        <p:blipFill>
          <a:blip r:embed="rId8"/>
          <a:stretch>
            <a:fillRect/>
          </a:stretch>
        </p:blipFill>
        <p:spPr>
          <a:xfrm>
            <a:off x="2364740" y="4892040"/>
            <a:ext cx="1737360" cy="1540510"/>
          </a:xfrm>
          <a:prstGeom prst="rect">
            <a:avLst/>
          </a:prstGeom>
        </p:spPr>
      </p:pic>
      <p:pic>
        <p:nvPicPr>
          <p:cNvPr id="18" name="图片 17"/>
          <p:cNvPicPr>
            <a:picLocks noChangeAspect="1"/>
          </p:cNvPicPr>
          <p:nvPr/>
        </p:nvPicPr>
        <p:blipFill>
          <a:blip r:embed="rId9"/>
          <a:stretch>
            <a:fillRect/>
          </a:stretch>
        </p:blipFill>
        <p:spPr>
          <a:xfrm>
            <a:off x="10041890" y="5149850"/>
            <a:ext cx="1704975" cy="1178560"/>
          </a:xfrm>
          <a:prstGeom prst="rect">
            <a:avLst/>
          </a:prstGeom>
        </p:spPr>
      </p:pic>
      <p:pic>
        <p:nvPicPr>
          <p:cNvPr id="19" name="图片 18"/>
          <p:cNvPicPr>
            <a:picLocks noChangeAspect="1"/>
          </p:cNvPicPr>
          <p:nvPr/>
        </p:nvPicPr>
        <p:blipFill>
          <a:blip r:embed="rId10"/>
          <a:stretch>
            <a:fillRect/>
          </a:stretch>
        </p:blipFill>
        <p:spPr>
          <a:xfrm>
            <a:off x="8142605" y="5149850"/>
            <a:ext cx="1745615" cy="1191895"/>
          </a:xfrm>
          <a:prstGeom prst="rect">
            <a:avLst/>
          </a:prstGeom>
        </p:spPr>
      </p:pic>
      <p:pic>
        <p:nvPicPr>
          <p:cNvPr id="20" name="图片 19"/>
          <p:cNvPicPr>
            <a:picLocks noChangeAspect="1"/>
          </p:cNvPicPr>
          <p:nvPr/>
        </p:nvPicPr>
        <p:blipFill>
          <a:blip r:embed="rId11"/>
          <a:stretch>
            <a:fillRect/>
          </a:stretch>
        </p:blipFill>
        <p:spPr>
          <a:xfrm>
            <a:off x="4255770" y="5001895"/>
            <a:ext cx="1671955" cy="1477645"/>
          </a:xfrm>
          <a:prstGeom prst="rect">
            <a:avLst/>
          </a:prstGeom>
        </p:spPr>
      </p:pic>
      <p:pic>
        <p:nvPicPr>
          <p:cNvPr id="22" name="图片 21"/>
          <p:cNvPicPr>
            <a:picLocks noChangeAspect="1"/>
          </p:cNvPicPr>
          <p:nvPr/>
        </p:nvPicPr>
        <p:blipFill>
          <a:blip r:embed="rId12"/>
          <a:stretch>
            <a:fillRect/>
          </a:stretch>
        </p:blipFill>
        <p:spPr>
          <a:xfrm>
            <a:off x="6274435" y="5149850"/>
            <a:ext cx="1714500" cy="11785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Text Box 6"/>
          <p:cNvSpPr txBox="1">
            <a:spLocks noChangeArrowheads="1"/>
          </p:cNvSpPr>
          <p:nvPr/>
        </p:nvSpPr>
        <p:spPr bwMode="auto">
          <a:xfrm>
            <a:off x="659323" y="371705"/>
            <a:ext cx="4474422" cy="369570"/>
          </a:xfrm>
          <a:prstGeom prst="rect">
            <a:avLst/>
          </a:prstGeom>
          <a:noFill/>
          <a:ln w="9525">
            <a:noFill/>
            <a:miter lim="800000"/>
          </a:ln>
        </p:spPr>
        <p:txBody>
          <a:bodyPr wrap="square" lIns="62321" tIns="31161" rIns="62321" bIns="31161">
            <a:spAutoFit/>
          </a:bodyPr>
          <a:lstStyle>
            <a:defPPr>
              <a:defRPr lang="zh-TW"/>
            </a:defPPr>
            <a:lvl1pPr defTabSz="622300">
              <a:spcBef>
                <a:spcPct val="50000"/>
              </a:spcBef>
              <a:defRPr kumimoji="1" sz="2000" b="1">
                <a:latin typeface="Arial" panose="020B0604020202020204" pitchFamily="34" charset="0"/>
                <a:ea typeface="思源黑体 CN Heavy" panose="020B0A00000000000000" pitchFamily="34" charset="-122"/>
                <a:cs typeface="Arial" panose="020B0604020202020204" pitchFamily="34" charset="0"/>
              </a:defRPr>
            </a:lvl1pPr>
          </a:lstStyle>
          <a:p>
            <a:r>
              <a:rPr lang="zh-CN" dirty="0"/>
              <a:t>粗分料盘机</a:t>
            </a:r>
            <a:endParaRPr lang="zh-CN" dirty="0"/>
          </a:p>
        </p:txBody>
      </p:sp>
      <p:graphicFrame>
        <p:nvGraphicFramePr>
          <p:cNvPr id="46" name="表格 45"/>
          <p:cNvGraphicFramePr/>
          <p:nvPr>
            <p:custDataLst>
              <p:tags r:id="rId1"/>
            </p:custDataLst>
          </p:nvPr>
        </p:nvGraphicFramePr>
        <p:xfrm>
          <a:off x="5470525" y="674370"/>
          <a:ext cx="6623050" cy="6096000"/>
        </p:xfrm>
        <a:graphic>
          <a:graphicData uri="http://schemas.openxmlformats.org/drawingml/2006/table">
            <a:tbl>
              <a:tblPr firstRow="1" bandRow="1">
                <a:tableStyleId>{5C22544A-7EE6-4342-B048-85BDC9FD1C3A}</a:tableStyleId>
              </a:tblPr>
              <a:tblGrid>
                <a:gridCol w="437515"/>
                <a:gridCol w="615950"/>
                <a:gridCol w="5569585"/>
              </a:tblGrid>
              <a:tr h="518160">
                <a:tc>
                  <a:txBody>
                    <a:bodyPr/>
                    <a:p>
                      <a:pPr algn="ctr"/>
                      <a:r>
                        <a:rPr lang="zh-CN" altLang="en-US" sz="1400" dirty="0">
                          <a:latin typeface="微软雅黑" panose="020B0503020204020204" pitchFamily="34" charset="-122"/>
                          <a:ea typeface="微软雅黑" panose="020B0503020204020204" pitchFamily="34" charset="-122"/>
                        </a:rPr>
                        <a:t>序号</a:t>
                      </a:r>
                      <a:endParaRPr lang="zh-CN" altLang="en-US" sz="14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dirty="0">
                          <a:latin typeface="微软雅黑" panose="020B0503020204020204" pitchFamily="34" charset="-122"/>
                          <a:ea typeface="微软雅黑" panose="020B0503020204020204" pitchFamily="34" charset="-122"/>
                          <a:sym typeface="+mn-ea"/>
                        </a:rPr>
                        <a:t>参数名称</a:t>
                      </a:r>
                      <a:endParaRPr lang="zh-CN" altLang="en-US" sz="1400" dirty="0">
                        <a:latin typeface="微软雅黑" panose="020B0503020204020204" pitchFamily="34" charset="-122"/>
                        <a:ea typeface="微软雅黑" panose="020B0503020204020204" pitchFamily="34" charset="-122"/>
                      </a:endParaRPr>
                    </a:p>
                  </a:txBody>
                  <a:tcPr anchor="ctr" anchorCtr="0"/>
                </a:tc>
                <a:tc>
                  <a:txBody>
                    <a:bodyPr/>
                    <a:p>
                      <a:r>
                        <a:rPr lang="zh-CN" sz="1400" dirty="0">
                          <a:latin typeface="微软雅黑" panose="020B0503020204020204" pitchFamily="34" charset="-122"/>
                          <a:ea typeface="微软雅黑" panose="020B0503020204020204" pitchFamily="34" charset="-122"/>
                        </a:rPr>
                        <a:t>粗分料盘机</a:t>
                      </a:r>
                      <a:endParaRPr lang="zh-CN" sz="1400" dirty="0">
                        <a:latin typeface="微软雅黑" panose="020B0503020204020204" pitchFamily="34" charset="-122"/>
                        <a:ea typeface="微软雅黑" panose="020B0503020204020204" pitchFamily="34" charset="-122"/>
                      </a:endParaRPr>
                    </a:p>
                  </a:txBody>
                  <a:tcPr anchor="ctr" anchorCtr="0"/>
                </a:tc>
              </a:tr>
              <a:tr h="822960">
                <a:tc>
                  <a:txBody>
                    <a:bodyPr/>
                    <a:p>
                      <a:pPr algn="ctr"/>
                      <a:r>
                        <a:rPr lang="en-US" altLang="zh-CN" sz="1200" dirty="0">
                          <a:latin typeface="微软雅黑" panose="020B0503020204020204" pitchFamily="34" charset="-122"/>
                          <a:ea typeface="微软雅黑" panose="020B0503020204020204" pitchFamily="34" charset="-122"/>
                        </a:rPr>
                        <a:t>1</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r>
                        <a:rPr lang="zh-CN" altLang="en-US" sz="1200" dirty="0">
                          <a:latin typeface="微软雅黑" panose="020B0503020204020204" pitchFamily="34" charset="-122"/>
                          <a:ea typeface="微软雅黑" panose="020B0503020204020204" pitchFamily="34" charset="-122"/>
                        </a:rPr>
                        <a:t>入库对象</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lgn="l">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sym typeface="+mn-ea"/>
                        </a:rPr>
                        <a:t>料盘穿在料串上，料串兼容不同规格料盘；</a:t>
                      </a:r>
                      <a:endParaRPr lang="en-US" altLang="zh-CN" sz="1200" dirty="0">
                        <a:latin typeface="微软雅黑" panose="020B0503020204020204" pitchFamily="34" charset="-122"/>
                        <a:ea typeface="微软雅黑" panose="020B0503020204020204" pitchFamily="34" charset="-122"/>
                        <a:sym typeface="+mn-ea"/>
                      </a:endParaRPr>
                    </a:p>
                    <a:p>
                      <a:pPr marL="171450" indent="-171450" algn="l">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sym typeface="+mn-ea"/>
                        </a:rPr>
                        <a:t>7</a:t>
                      </a:r>
                      <a:r>
                        <a:rPr lang="zh-CN" altLang="en-US" sz="1200" dirty="0">
                          <a:latin typeface="微软雅黑" panose="020B0503020204020204" pitchFamily="34" charset="-122"/>
                          <a:ea typeface="微软雅黑" panose="020B0503020204020204" pitchFamily="34" charset="-122"/>
                          <a:sym typeface="+mn-ea"/>
                        </a:rPr>
                        <a:t>寸料盘：料带宽度</a:t>
                      </a:r>
                      <a:r>
                        <a:rPr lang="en-US" altLang="zh-CN" sz="1200" dirty="0">
                          <a:latin typeface="微软雅黑" panose="020B0503020204020204" pitchFamily="34" charset="-122"/>
                          <a:ea typeface="微软雅黑" panose="020B0503020204020204" pitchFamily="34" charset="-122"/>
                          <a:sym typeface="+mn-ea"/>
                        </a:rPr>
                        <a:t>≤28mm</a:t>
                      </a:r>
                      <a:r>
                        <a:rPr lang="zh-CN" altLang="en-US" sz="1200" dirty="0">
                          <a:latin typeface="微软雅黑" panose="020B0503020204020204" pitchFamily="34" charset="-122"/>
                          <a:ea typeface="微软雅黑" panose="020B0503020204020204" pitchFamily="34" charset="-122"/>
                          <a:sym typeface="+mn-ea"/>
                        </a:rPr>
                        <a:t>（不含料盘上下板</a:t>
                      </a:r>
                      <a:r>
                        <a:rPr lang="en-US" altLang="zh-CN" sz="1200" dirty="0">
                          <a:latin typeface="微软雅黑" panose="020B0503020204020204" pitchFamily="34" charset="-122"/>
                          <a:ea typeface="微软雅黑" panose="020B0503020204020204" pitchFamily="34" charset="-122"/>
                          <a:sym typeface="+mn-ea"/>
                        </a:rPr>
                        <a:t>4mm</a:t>
                      </a:r>
                      <a:r>
                        <a:rPr lang="zh-CN" altLang="en-US" sz="1200" dirty="0">
                          <a:latin typeface="微软雅黑" panose="020B0503020204020204" pitchFamily="34" charset="-122"/>
                          <a:ea typeface="微软雅黑" panose="020B0503020204020204" pitchFamily="34" charset="-122"/>
                          <a:sym typeface="+mn-ea"/>
                        </a:rPr>
                        <a:t>）；重量</a:t>
                      </a:r>
                      <a:r>
                        <a:rPr lang="en-US" altLang="zh-CN" sz="1200" dirty="0">
                          <a:latin typeface="微软雅黑" panose="020B0503020204020204" pitchFamily="34" charset="-122"/>
                          <a:ea typeface="微软雅黑" panose="020B0503020204020204" pitchFamily="34" charset="-122"/>
                          <a:sym typeface="+mn-ea"/>
                        </a:rPr>
                        <a:t>≤3KG</a:t>
                      </a:r>
                      <a:r>
                        <a:rPr lang="zh-CN" altLang="en-US" sz="1200" dirty="0">
                          <a:latin typeface="微软雅黑" panose="020B0503020204020204" pitchFamily="34" charset="-122"/>
                          <a:ea typeface="微软雅黑" panose="020B0503020204020204" pitchFamily="34" charset="-122"/>
                          <a:sym typeface="+mn-ea"/>
                        </a:rPr>
                        <a:t>；</a:t>
                      </a:r>
                      <a:endParaRPr lang="zh-CN" altLang="en-US" sz="1200" dirty="0">
                        <a:latin typeface="微软雅黑" panose="020B0503020204020204" pitchFamily="34" charset="-122"/>
                        <a:ea typeface="微软雅黑" panose="020B0503020204020204" pitchFamily="34" charset="-122"/>
                        <a:sym typeface="+mn-ea"/>
                      </a:endParaRPr>
                    </a:p>
                    <a:p>
                      <a:pPr marL="171450" indent="-171450" algn="l">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sym typeface="+mn-ea"/>
                        </a:rPr>
                        <a:t>13</a:t>
                      </a:r>
                      <a:r>
                        <a:rPr lang="zh-CN" altLang="en-US" sz="1200" dirty="0">
                          <a:latin typeface="微软雅黑" panose="020B0503020204020204" pitchFamily="34" charset="-122"/>
                          <a:ea typeface="微软雅黑" panose="020B0503020204020204" pitchFamily="34" charset="-122"/>
                          <a:sym typeface="+mn-ea"/>
                        </a:rPr>
                        <a:t>寸料盘：</a:t>
                      </a:r>
                      <a:r>
                        <a:rPr lang="zh-CN" altLang="en-US" sz="1200" dirty="0">
                          <a:latin typeface="微软雅黑" panose="020B0503020204020204" pitchFamily="34" charset="-122"/>
                          <a:ea typeface="微软雅黑" panose="020B0503020204020204" pitchFamily="34" charset="-122"/>
                          <a:sym typeface="+mn-ea"/>
                        </a:rPr>
                        <a:t>料带宽度</a:t>
                      </a:r>
                      <a:r>
                        <a:rPr lang="en-US" altLang="zh-CN" sz="1200" dirty="0">
                          <a:latin typeface="微软雅黑" panose="020B0503020204020204" pitchFamily="34" charset="-122"/>
                          <a:ea typeface="微软雅黑" panose="020B0503020204020204" pitchFamily="34" charset="-122"/>
                          <a:sym typeface="+mn-ea"/>
                        </a:rPr>
                        <a:t>≤28mm</a:t>
                      </a:r>
                      <a:r>
                        <a:rPr lang="zh-CN" altLang="en-US" sz="1200" dirty="0">
                          <a:latin typeface="微软雅黑" panose="020B0503020204020204" pitchFamily="34" charset="-122"/>
                          <a:ea typeface="微软雅黑" panose="020B0503020204020204" pitchFamily="34" charset="-122"/>
                          <a:sym typeface="+mn-ea"/>
                        </a:rPr>
                        <a:t>（不含料盘上下板</a:t>
                      </a:r>
                      <a:r>
                        <a:rPr lang="en-US" altLang="zh-CN" sz="1200" dirty="0">
                          <a:latin typeface="微软雅黑" panose="020B0503020204020204" pitchFamily="34" charset="-122"/>
                          <a:ea typeface="微软雅黑" panose="020B0503020204020204" pitchFamily="34" charset="-122"/>
                          <a:sym typeface="+mn-ea"/>
                        </a:rPr>
                        <a:t>4mm</a:t>
                      </a:r>
                      <a:r>
                        <a:rPr lang="zh-CN" altLang="en-US" sz="1200" dirty="0">
                          <a:latin typeface="微软雅黑" panose="020B0503020204020204" pitchFamily="34" charset="-122"/>
                          <a:ea typeface="微软雅黑" panose="020B0503020204020204" pitchFamily="34" charset="-122"/>
                          <a:sym typeface="+mn-ea"/>
                        </a:rPr>
                        <a:t>）；重量</a:t>
                      </a:r>
                      <a:r>
                        <a:rPr lang="en-US" altLang="zh-CN" sz="1200" dirty="0">
                          <a:latin typeface="微软雅黑" panose="020B0503020204020204" pitchFamily="34" charset="-122"/>
                          <a:ea typeface="微软雅黑" panose="020B0503020204020204" pitchFamily="34" charset="-122"/>
                          <a:sym typeface="+mn-ea"/>
                        </a:rPr>
                        <a:t>≤3KG</a:t>
                      </a:r>
                      <a:r>
                        <a:rPr lang="zh-CN" altLang="en-US" sz="1200" dirty="0">
                          <a:latin typeface="微软雅黑" panose="020B0503020204020204" pitchFamily="34" charset="-122"/>
                          <a:ea typeface="微软雅黑" panose="020B0503020204020204" pitchFamily="34" charset="-122"/>
                          <a:sym typeface="+mn-ea"/>
                        </a:rPr>
                        <a:t>；</a:t>
                      </a:r>
                      <a:endParaRPr lang="zh-CN" altLang="en-US" sz="1200" dirty="0">
                        <a:latin typeface="微软雅黑" panose="020B0503020204020204" pitchFamily="34" charset="-122"/>
                        <a:ea typeface="微软雅黑" panose="020B0503020204020204" pitchFamily="34" charset="-122"/>
                        <a:sym typeface="+mn-ea"/>
                      </a:endParaRPr>
                    </a:p>
                    <a:p>
                      <a:pPr marL="171450" indent="-171450" algn="l">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sym typeface="+mn-ea"/>
                        </a:rPr>
                        <a:t>15</a:t>
                      </a:r>
                      <a:r>
                        <a:rPr lang="zh-CN" altLang="en-US" sz="1200" dirty="0">
                          <a:latin typeface="微软雅黑" panose="020B0503020204020204" pitchFamily="34" charset="-122"/>
                          <a:ea typeface="微软雅黑" panose="020B0503020204020204" pitchFamily="34" charset="-122"/>
                          <a:sym typeface="+mn-ea"/>
                        </a:rPr>
                        <a:t>寸料盘：</a:t>
                      </a:r>
                      <a:r>
                        <a:rPr lang="zh-CN" altLang="en-US" sz="1200" dirty="0">
                          <a:latin typeface="微软雅黑" panose="020B0503020204020204" pitchFamily="34" charset="-122"/>
                          <a:ea typeface="微软雅黑" panose="020B0503020204020204" pitchFamily="34" charset="-122"/>
                          <a:sym typeface="+mn-ea"/>
                        </a:rPr>
                        <a:t>料带宽度</a:t>
                      </a:r>
                      <a:r>
                        <a:rPr lang="en-US" altLang="zh-CN" sz="1200" dirty="0">
                          <a:latin typeface="微软雅黑" panose="020B0503020204020204" pitchFamily="34" charset="-122"/>
                          <a:ea typeface="微软雅黑" panose="020B0503020204020204" pitchFamily="34" charset="-122"/>
                          <a:sym typeface="+mn-ea"/>
                        </a:rPr>
                        <a:t>≤28mm</a:t>
                      </a:r>
                      <a:r>
                        <a:rPr lang="zh-CN" altLang="en-US" sz="1200" dirty="0">
                          <a:latin typeface="微软雅黑" panose="020B0503020204020204" pitchFamily="34" charset="-122"/>
                          <a:ea typeface="微软雅黑" panose="020B0503020204020204" pitchFamily="34" charset="-122"/>
                          <a:sym typeface="+mn-ea"/>
                        </a:rPr>
                        <a:t>（不含料盘上下板</a:t>
                      </a:r>
                      <a:r>
                        <a:rPr lang="en-US" altLang="zh-CN" sz="1200" dirty="0">
                          <a:latin typeface="微软雅黑" panose="020B0503020204020204" pitchFamily="34" charset="-122"/>
                          <a:ea typeface="微软雅黑" panose="020B0503020204020204" pitchFamily="34" charset="-122"/>
                          <a:sym typeface="+mn-ea"/>
                        </a:rPr>
                        <a:t>4mm</a:t>
                      </a:r>
                      <a:r>
                        <a:rPr lang="zh-CN" altLang="en-US" sz="1200" dirty="0">
                          <a:latin typeface="微软雅黑" panose="020B0503020204020204" pitchFamily="34" charset="-122"/>
                          <a:ea typeface="微软雅黑" panose="020B0503020204020204" pitchFamily="34" charset="-122"/>
                          <a:sym typeface="+mn-ea"/>
                        </a:rPr>
                        <a:t>）；重量</a:t>
                      </a:r>
                      <a:r>
                        <a:rPr lang="en-US" altLang="zh-CN" sz="1200" dirty="0">
                          <a:latin typeface="微软雅黑" panose="020B0503020204020204" pitchFamily="34" charset="-122"/>
                          <a:ea typeface="微软雅黑" panose="020B0503020204020204" pitchFamily="34" charset="-122"/>
                          <a:sym typeface="+mn-ea"/>
                        </a:rPr>
                        <a:t>≤3KG</a:t>
                      </a:r>
                      <a:r>
                        <a:rPr lang="zh-CN" altLang="en-US" sz="1200" dirty="0">
                          <a:latin typeface="微软雅黑" panose="020B0503020204020204" pitchFamily="34" charset="-122"/>
                          <a:ea typeface="微软雅黑" panose="020B0503020204020204" pitchFamily="34" charset="-122"/>
                          <a:sym typeface="+mn-ea"/>
                        </a:rPr>
                        <a:t>；</a:t>
                      </a:r>
                      <a:endParaRPr lang="zh-CN" altLang="en-US" sz="1200" dirty="0">
                        <a:latin typeface="微软雅黑" panose="020B0503020204020204" pitchFamily="34" charset="-122"/>
                        <a:ea typeface="微软雅黑" panose="020B0503020204020204" pitchFamily="34" charset="-122"/>
                        <a:sym typeface="+mn-ea"/>
                      </a:endParaRPr>
                    </a:p>
                  </a:txBody>
                  <a:tcPr anchor="ctr"/>
                </a:tc>
              </a:tr>
              <a:tr h="457200">
                <a:tc>
                  <a:txBody>
                    <a:bodyPr/>
                    <a:p>
                      <a:pPr algn="ctr">
                        <a:buNone/>
                      </a:pPr>
                      <a:r>
                        <a:rPr lang="en-US" altLang="zh-CN" sz="1200" dirty="0">
                          <a:latin typeface="微软雅黑" panose="020B0503020204020204" pitchFamily="34" charset="-122"/>
                          <a:ea typeface="微软雅黑" panose="020B0503020204020204" pitchFamily="34" charset="-122"/>
                        </a:rPr>
                        <a:t>2</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搬运对象</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单层移动料架，上料架上面放</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个周转箱；</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由</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AGV</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进行搬运；</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tc>
              </a:tr>
              <a:tr h="457200">
                <a:tc>
                  <a:txBody>
                    <a:bodyPr/>
                    <a:p>
                      <a:pPr algn="ctr">
                        <a:buNone/>
                      </a:pPr>
                      <a:r>
                        <a:rPr lang="en-US" altLang="zh-CN" sz="1200" dirty="0">
                          <a:latin typeface="微软雅黑" panose="020B0503020204020204" pitchFamily="34" charset="-122"/>
                          <a:ea typeface="微软雅黑" panose="020B0503020204020204" pitchFamily="34" charset="-122"/>
                        </a:rPr>
                        <a:t>3</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系统对接</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buFont typeface="Arial" panose="020B0604020202020204" pitchFamily="34" charset="0"/>
                        <a:buChar char="•"/>
                      </a:pPr>
                      <a:r>
                        <a:rPr lang="zh-CN" altLang="en-US" sz="1200" dirty="0" err="1">
                          <a:latin typeface="微软雅黑" panose="020B0503020204020204" pitchFamily="34" charset="-122"/>
                          <a:ea typeface="微软雅黑" panose="020B0503020204020204" pitchFamily="34" charset="-122"/>
                          <a:sym typeface="+mn-ea"/>
                        </a:rPr>
                        <a:t>需要考虑料架固定需求位和</a:t>
                      </a:r>
                      <a:r>
                        <a:rPr lang="en-US" altLang="zh-CN" sz="1200" dirty="0" err="1">
                          <a:latin typeface="微软雅黑" panose="020B0503020204020204" pitchFamily="34" charset="-122"/>
                          <a:ea typeface="微软雅黑" panose="020B0503020204020204" pitchFamily="34" charset="-122"/>
                          <a:sym typeface="+mn-ea"/>
                        </a:rPr>
                        <a:t>AGV</a:t>
                      </a:r>
                      <a:r>
                        <a:rPr lang="zh-CN" altLang="en-US" sz="1200" dirty="0" err="1">
                          <a:latin typeface="微软雅黑" panose="020B0503020204020204" pitchFamily="34" charset="-122"/>
                          <a:ea typeface="微软雅黑" panose="020B0503020204020204" pitchFamily="34" charset="-122"/>
                          <a:sym typeface="+mn-ea"/>
                        </a:rPr>
                        <a:t>放置位之间的误差解决方式；</a:t>
                      </a:r>
                      <a:endParaRPr lang="zh-CN" altLang="en-US" sz="1200" dirty="0" err="1">
                        <a:latin typeface="微软雅黑" panose="020B0503020204020204" pitchFamily="34" charset="-122"/>
                        <a:ea typeface="微软雅黑" panose="020B0503020204020204" pitchFamily="34" charset="-122"/>
                        <a:sym typeface="+mn-ea"/>
                      </a:endParaRPr>
                    </a:p>
                    <a:p>
                      <a:pPr marL="171450" indent="-171450">
                        <a:buFont typeface="Arial" panose="020B0604020202020204" pitchFamily="34" charset="0"/>
                        <a:buChar char="•"/>
                      </a:pPr>
                      <a:r>
                        <a:rPr lang="zh-CN" altLang="en-US" sz="1200" dirty="0" err="1">
                          <a:latin typeface="微软雅黑" panose="020B0503020204020204" pitchFamily="34" charset="-122"/>
                          <a:ea typeface="微软雅黑" panose="020B0503020204020204" pitchFamily="34" charset="-122"/>
                          <a:sym typeface="+mn-ea"/>
                        </a:rPr>
                        <a:t>或者提出简单可行的对接定位方式，双方协商实施；</a:t>
                      </a:r>
                      <a:endParaRPr lang="zh-CN" altLang="en-US" sz="1200" dirty="0" err="1">
                        <a:latin typeface="微软雅黑" panose="020B0503020204020204" pitchFamily="34" charset="-122"/>
                        <a:ea typeface="微软雅黑" panose="020B0503020204020204" pitchFamily="34" charset="-122"/>
                        <a:sym typeface="+mn-ea"/>
                      </a:endParaRPr>
                    </a:p>
                  </a:txBody>
                  <a:tcPr anchor="ctr"/>
                </a:tc>
              </a:tr>
              <a:tr h="1554480">
                <a:tc>
                  <a:txBody>
                    <a:bodyPr/>
                    <a:p>
                      <a:pPr algn="ctr">
                        <a:buNone/>
                      </a:pPr>
                      <a:r>
                        <a:rPr lang="en-US" altLang="zh-CN" sz="1200" dirty="0">
                          <a:latin typeface="微软雅黑" panose="020B0503020204020204" pitchFamily="34" charset="-122"/>
                          <a:ea typeface="微软雅黑" panose="020B0503020204020204" pitchFamily="34" charset="-122"/>
                        </a:rPr>
                        <a:t>4</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安全设施</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zh-CN" sz="1200" dirty="0">
                          <a:latin typeface="宋体" panose="02010600030101010101" pitchFamily="2" charset="-122"/>
                          <a:ea typeface="宋体" panose="02010600030101010101" pitchFamily="2" charset="-122"/>
                          <a:sym typeface="+mn-ea"/>
                        </a:rPr>
                        <a:t>料盘入口处加光栅，当有异物时，设备停止作业；</a:t>
                      </a:r>
                      <a:endParaRPr lang="zh-CN" sz="1200" dirty="0">
                        <a:latin typeface="宋体" panose="02010600030101010101" pitchFamily="2" charset="-122"/>
                        <a:ea typeface="宋体" panose="02010600030101010101" pitchFamily="2" charset="-122"/>
                        <a:sym typeface="+mn-ea"/>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zh-CN" sz="1200" dirty="0">
                          <a:latin typeface="宋体" panose="02010600030101010101" pitchFamily="2" charset="-122"/>
                          <a:ea typeface="宋体" panose="02010600030101010101" pitchFamily="2" charset="-122"/>
                          <a:sym typeface="+mn-ea"/>
                        </a:rPr>
                        <a:t>料架出入口处加光栅，当有异物时，设备停止作业；</a:t>
                      </a:r>
                      <a:endParaRPr lang="zh-CN" sz="1200" dirty="0">
                        <a:latin typeface="宋体" panose="02010600030101010101" pitchFamily="2" charset="-122"/>
                        <a:ea typeface="宋体" panose="02010600030101010101" pitchFamily="2" charset="-122"/>
                        <a:sym typeface="+mn-ea"/>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zh-CN" sz="1200" dirty="0">
                          <a:latin typeface="宋体" panose="02010600030101010101" pitchFamily="2" charset="-122"/>
                          <a:ea typeface="宋体" panose="02010600030101010101" pitchFamily="2" charset="-122"/>
                          <a:sym typeface="+mn-ea"/>
                        </a:rPr>
                        <a:t>料架出入口光栅需要和系统对接，</a:t>
                      </a:r>
                      <a:r>
                        <a:rPr lang="en-US" altLang="zh-CN" sz="1200" dirty="0">
                          <a:latin typeface="宋体" panose="02010600030101010101" pitchFamily="2" charset="-122"/>
                          <a:ea typeface="宋体" panose="02010600030101010101" pitchFamily="2" charset="-122"/>
                          <a:sym typeface="+mn-ea"/>
                        </a:rPr>
                        <a:t>AGV</a:t>
                      </a:r>
                      <a:r>
                        <a:rPr lang="zh-CN" altLang="en-US" sz="1200" dirty="0">
                          <a:latin typeface="宋体" panose="02010600030101010101" pitchFamily="2" charset="-122"/>
                          <a:ea typeface="宋体" panose="02010600030101010101" pitchFamily="2" charset="-122"/>
                          <a:sym typeface="+mn-ea"/>
                        </a:rPr>
                        <a:t>进出时自动屏蔽，避免影响设备正常运行；</a:t>
                      </a:r>
                      <a:endParaRPr lang="zh-CN" sz="1200" dirty="0">
                        <a:latin typeface="宋体" panose="02010600030101010101" pitchFamily="2" charset="-122"/>
                        <a:ea typeface="宋体" panose="02010600030101010101" pitchFamily="2" charset="-122"/>
                        <a:sym typeface="+mn-ea"/>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zh-CN" sz="1200" dirty="0">
                          <a:latin typeface="微软雅黑" panose="020B0503020204020204" pitchFamily="34" charset="-122"/>
                          <a:ea typeface="微软雅黑" panose="020B0503020204020204" pitchFamily="34" charset="-122"/>
                          <a:sym typeface="+mn-ea"/>
                        </a:rPr>
                        <a:t>周边设置围栏，围栏需求满足环安部门要求，比如：</a:t>
                      </a:r>
                      <a:endParaRPr lang="zh-CN" sz="1200" dirty="0">
                        <a:latin typeface="微软雅黑" panose="020B0503020204020204" pitchFamily="34" charset="-122"/>
                        <a:ea typeface="微软雅黑" panose="020B0503020204020204" pitchFamily="34" charset="-122"/>
                        <a:sym typeface="+mn-ea"/>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charset="0"/>
                        <a:buChar char="Ø"/>
                        <a:defRPr/>
                      </a:pPr>
                      <a:r>
                        <a:rPr lang="zh-CN" sz="1200" dirty="0">
                          <a:latin typeface="微软雅黑" panose="020B0503020204020204" pitchFamily="34" charset="-122"/>
                          <a:ea typeface="微软雅黑" panose="020B0503020204020204" pitchFamily="34" charset="-122"/>
                          <a:sym typeface="+mn-ea"/>
                        </a:rPr>
                        <a:t>围栏空隙</a:t>
                      </a:r>
                      <a:r>
                        <a:rPr lang="en-US" altLang="zh-CN" sz="1200" dirty="0">
                          <a:latin typeface="微软雅黑" panose="020B0503020204020204" pitchFamily="34" charset="-122"/>
                          <a:ea typeface="微软雅黑" panose="020B0503020204020204" pitchFamily="34" charset="-122"/>
                          <a:sym typeface="+mn-ea"/>
                        </a:rPr>
                        <a:t>≤20*20mm</a:t>
                      </a:r>
                      <a:r>
                        <a:rPr lang="zh-CN" altLang="en-US" sz="1200" dirty="0">
                          <a:latin typeface="微软雅黑" panose="020B0503020204020204" pitchFamily="34" charset="-122"/>
                          <a:ea typeface="微软雅黑" panose="020B0503020204020204" pitchFamily="34" charset="-122"/>
                          <a:sym typeface="+mn-ea"/>
                        </a:rPr>
                        <a:t>；</a:t>
                      </a:r>
                      <a:endParaRPr lang="zh-CN" altLang="en-US" sz="1200" dirty="0">
                        <a:latin typeface="微软雅黑" panose="020B0503020204020204" pitchFamily="34" charset="-122"/>
                        <a:ea typeface="微软雅黑" panose="020B0503020204020204" pitchFamily="34" charset="-122"/>
                        <a:sym typeface="+mn-ea"/>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charset="0"/>
                        <a:buChar char="Ø"/>
                        <a:defRPr/>
                      </a:pPr>
                      <a:r>
                        <a:rPr lang="zh-CN" altLang="en-US" sz="1200" dirty="0">
                          <a:latin typeface="微软雅黑" panose="020B0503020204020204" pitchFamily="34" charset="-122"/>
                          <a:ea typeface="微软雅黑" panose="020B0503020204020204" pitchFamily="34" charset="-122"/>
                          <a:sym typeface="+mn-ea"/>
                        </a:rPr>
                        <a:t>底部空隙</a:t>
                      </a:r>
                      <a:r>
                        <a:rPr lang="en-US" altLang="zh-CN" sz="1200" dirty="0">
                          <a:latin typeface="微软雅黑" panose="020B0503020204020204" pitchFamily="34" charset="-122"/>
                          <a:ea typeface="微软雅黑" panose="020B0503020204020204" pitchFamily="34" charset="-122"/>
                          <a:sym typeface="+mn-ea"/>
                        </a:rPr>
                        <a:t>≤20CM</a:t>
                      </a:r>
                      <a:r>
                        <a:rPr lang="zh-CN" altLang="en-US" sz="1200" dirty="0">
                          <a:latin typeface="微软雅黑" panose="020B0503020204020204" pitchFamily="34" charset="-122"/>
                          <a:ea typeface="微软雅黑" panose="020B0503020204020204" pitchFamily="34" charset="-122"/>
                          <a:sym typeface="+mn-ea"/>
                        </a:rPr>
                        <a:t>；</a:t>
                      </a:r>
                      <a:endParaRPr lang="zh-CN" altLang="en-US" sz="1200" dirty="0">
                        <a:latin typeface="微软雅黑" panose="020B0503020204020204" pitchFamily="34" charset="-122"/>
                        <a:ea typeface="微软雅黑" panose="020B0503020204020204" pitchFamily="34" charset="-122"/>
                        <a:sym typeface="+mn-ea"/>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charset="0"/>
                        <a:buChar char="Ø"/>
                        <a:defRPr/>
                      </a:pPr>
                      <a:r>
                        <a:rPr lang="zh-CN" altLang="en-US" sz="1200" dirty="0">
                          <a:latin typeface="微软雅黑" panose="020B0503020204020204" pitchFamily="34" charset="-122"/>
                          <a:ea typeface="微软雅黑" panose="020B0503020204020204" pitchFamily="34" charset="-122"/>
                          <a:sym typeface="+mn-ea"/>
                        </a:rPr>
                        <a:t>顶部距地空隙</a:t>
                      </a:r>
                      <a:r>
                        <a:rPr lang="en-US" altLang="zh-CN" sz="1200" dirty="0">
                          <a:latin typeface="微软雅黑" panose="020B0503020204020204" pitchFamily="34" charset="-122"/>
                          <a:ea typeface="微软雅黑" panose="020B0503020204020204" pitchFamily="34" charset="-122"/>
                          <a:sym typeface="+mn-ea"/>
                        </a:rPr>
                        <a:t>≥1800mm</a:t>
                      </a:r>
                      <a:r>
                        <a:rPr lang="zh-CN" altLang="en-US" sz="1200" dirty="0">
                          <a:latin typeface="微软雅黑" panose="020B0503020204020204" pitchFamily="34" charset="-122"/>
                          <a:ea typeface="微软雅黑" panose="020B0503020204020204" pitchFamily="34" charset="-122"/>
                          <a:sym typeface="+mn-ea"/>
                        </a:rPr>
                        <a:t>，并保证设备上沿不单独露出等；</a:t>
                      </a:r>
                      <a:endParaRPr lang="zh-CN" altLang="en-US" sz="1200" dirty="0">
                        <a:latin typeface="微软雅黑" panose="020B0503020204020204" pitchFamily="34" charset="-122"/>
                        <a:ea typeface="微软雅黑" panose="020B0503020204020204" pitchFamily="34" charset="-122"/>
                        <a:sym typeface="+mn-ea"/>
                      </a:endParaRPr>
                    </a:p>
                  </a:txBody>
                  <a:tcPr anchor="ctr"/>
                </a:tc>
              </a:tr>
              <a:tr h="1371600">
                <a:tc>
                  <a:txBody>
                    <a:bodyPr/>
                    <a:p>
                      <a:pPr algn="ctr"/>
                      <a:r>
                        <a:rPr lang="en-US" altLang="zh-CN" sz="1200" dirty="0">
                          <a:latin typeface="微软雅黑" panose="020B0503020204020204" pitchFamily="34" charset="-122"/>
                          <a:ea typeface="微软雅黑" panose="020B0503020204020204" pitchFamily="34" charset="-122"/>
                        </a:rPr>
                        <a:t>5</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r>
                        <a:rPr lang="zh-CN" altLang="en-US" sz="1200" dirty="0">
                          <a:latin typeface="宋体" panose="02010600030101010101" pitchFamily="2" charset="-122"/>
                          <a:ea typeface="宋体" panose="02010600030101010101" pitchFamily="2" charset="-122"/>
                          <a:sym typeface="+mn-ea"/>
                        </a:rPr>
                        <a:t>功能要求</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buFont typeface="Arial" panose="020B0604020202020204" pitchFamily="34" charset="0"/>
                        <a:buChar char="•"/>
                      </a:pPr>
                      <a:r>
                        <a:rPr lang="zh-CN" altLang="en-US" sz="1200" dirty="0">
                          <a:latin typeface="宋体" panose="02010600030101010101" pitchFamily="2" charset="-122"/>
                          <a:ea typeface="宋体" panose="02010600030101010101" pitchFamily="2" charset="-122"/>
                          <a:sym typeface="+mn-ea"/>
                        </a:rPr>
                        <a:t>作业员拆纸箱后，将料盘套在串上，后续设备自动完成入串、扫码、</a:t>
                      </a:r>
                      <a:r>
                        <a:rPr lang="zh-CN" altLang="en-US" sz="1200" dirty="0">
                          <a:solidFill>
                            <a:srgbClr val="FF0000"/>
                          </a:solidFill>
                          <a:latin typeface="宋体" panose="02010600030101010101" pitchFamily="2" charset="-122"/>
                          <a:ea typeface="宋体" panose="02010600030101010101" pitchFamily="2" charset="-122"/>
                          <a:sym typeface="+mn-ea"/>
                        </a:rPr>
                        <a:t>贴标</a:t>
                      </a:r>
                      <a:r>
                        <a:rPr lang="zh-CN" altLang="en-US" sz="1200" dirty="0">
                          <a:latin typeface="宋体" panose="02010600030101010101" pitchFamily="2" charset="-122"/>
                          <a:ea typeface="宋体" panose="02010600030101010101" pitchFamily="2" charset="-122"/>
                          <a:sym typeface="+mn-ea"/>
                        </a:rPr>
                        <a:t>、分摞、换移动料架等所有工序；</a:t>
                      </a:r>
                      <a:endParaRPr lang="zh-CN" altLang="en-US" sz="1200" dirty="0">
                        <a:latin typeface="宋体" panose="02010600030101010101" pitchFamily="2" charset="-122"/>
                        <a:ea typeface="宋体" panose="02010600030101010101" pitchFamily="2" charset="-122"/>
                        <a:sym typeface="+mn-ea"/>
                      </a:endParaRPr>
                    </a:p>
                    <a:p>
                      <a:pPr marL="171450" indent="-171450">
                        <a:buFont typeface="Arial" panose="020B0604020202020204" pitchFamily="34" charset="0"/>
                        <a:buChar char="•"/>
                      </a:pPr>
                      <a:r>
                        <a:rPr lang="zh-CN" altLang="en-US" sz="1200" dirty="0">
                          <a:latin typeface="宋体" panose="02010600030101010101" pitchFamily="2" charset="-122"/>
                          <a:ea typeface="宋体" panose="02010600030101010101" pitchFamily="2" charset="-122"/>
                          <a:sym typeface="+mn-ea"/>
                        </a:rPr>
                        <a:t>料串入口</a:t>
                      </a:r>
                      <a:r>
                        <a:rPr lang="en-US" altLang="zh-CN" sz="1200" dirty="0">
                          <a:latin typeface="宋体" panose="02010600030101010101" pitchFamily="2" charset="-122"/>
                          <a:ea typeface="宋体" panose="02010600030101010101" pitchFamily="2" charset="-122"/>
                          <a:sym typeface="+mn-ea"/>
                        </a:rPr>
                        <a:t>≥3</a:t>
                      </a:r>
                      <a:r>
                        <a:rPr lang="zh-CN" altLang="en-US" sz="1200" dirty="0">
                          <a:latin typeface="宋体" panose="02010600030101010101" pitchFamily="2" charset="-122"/>
                          <a:ea typeface="宋体" panose="02010600030101010101" pitchFamily="2" charset="-122"/>
                          <a:sym typeface="+mn-ea"/>
                        </a:rPr>
                        <a:t>个；</a:t>
                      </a:r>
                      <a:endParaRPr lang="zh-CN" altLang="en-US" sz="1200" dirty="0">
                        <a:latin typeface="宋体" panose="02010600030101010101" pitchFamily="2" charset="-122"/>
                        <a:ea typeface="宋体" panose="02010600030101010101" pitchFamily="2" charset="-122"/>
                        <a:sym typeface="+mn-ea"/>
                      </a:endParaRPr>
                    </a:p>
                    <a:p>
                      <a:pPr marL="171450" indent="-171450">
                        <a:buFont typeface="Arial" panose="020B0604020202020204" pitchFamily="34" charset="0"/>
                        <a:buChar char="•"/>
                      </a:pPr>
                      <a:r>
                        <a:rPr lang="zh-CN" sz="1200" dirty="0">
                          <a:latin typeface="微软雅黑" panose="020B0503020204020204" pitchFamily="34" charset="-122"/>
                          <a:ea typeface="微软雅黑" panose="020B0503020204020204" pitchFamily="34" charset="-122"/>
                          <a:sym typeface="+mn-ea"/>
                        </a:rPr>
                        <a:t>需要考虑自动贴标机的换纸便捷性，无纸时声光提示换纸；</a:t>
                      </a:r>
                      <a:endParaRPr lang="zh-CN" altLang="en-US" sz="1200" dirty="0">
                        <a:latin typeface="宋体" panose="02010600030101010101" pitchFamily="2" charset="-122"/>
                        <a:ea typeface="宋体" panose="02010600030101010101" pitchFamily="2" charset="-122"/>
                        <a:sym typeface="+mn-ea"/>
                      </a:endParaRPr>
                    </a:p>
                    <a:p>
                      <a:pPr marL="171450" indent="-171450">
                        <a:buFont typeface="Arial" panose="020B0604020202020204" pitchFamily="34" charset="0"/>
                        <a:buChar char="•"/>
                      </a:pPr>
                      <a:r>
                        <a:rPr lang="zh-CN" altLang="en-US" sz="1200" dirty="0">
                          <a:latin typeface="宋体" panose="02010600030101010101" pitchFamily="2" charset="-122"/>
                          <a:ea typeface="宋体" panose="02010600030101010101" pitchFamily="2" charset="-122"/>
                          <a:sym typeface="+mn-ea"/>
                        </a:rPr>
                        <a:t>对接上位系统，具备扫描料盘条码并根据要求自动贴新标；</a:t>
                      </a:r>
                      <a:endParaRPr lang="zh-CN" altLang="en-US" sz="1200" dirty="0">
                        <a:latin typeface="宋体" panose="02010600030101010101" pitchFamily="2" charset="-122"/>
                        <a:ea typeface="宋体" panose="02010600030101010101" pitchFamily="2" charset="-122"/>
                        <a:sym typeface="+mn-ea"/>
                      </a:endParaRPr>
                    </a:p>
                    <a:p>
                      <a:pPr marL="171450" indent="-171450">
                        <a:buFont typeface="Arial" panose="020B0604020202020204" pitchFamily="34" charset="0"/>
                        <a:buChar char="•"/>
                      </a:pPr>
                      <a:r>
                        <a:rPr lang="zh-CN" sz="1200" dirty="0">
                          <a:latin typeface="微软雅黑" panose="020B0503020204020204" pitchFamily="34" charset="-122"/>
                          <a:ea typeface="微软雅黑" panose="020B0503020204020204" pitchFamily="34" charset="-122"/>
                        </a:rPr>
                        <a:t>根据制定规则（不同物料、区分日期、厂家等信息）对料盘进行按摞单独存储；</a:t>
                      </a:r>
                      <a:endParaRPr lang="zh-CN"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sz="1200" dirty="0">
                          <a:latin typeface="微软雅黑" panose="020B0503020204020204" pitchFamily="34" charset="-122"/>
                          <a:ea typeface="微软雅黑" panose="020B0503020204020204" pitchFamily="34" charset="-122"/>
                        </a:rPr>
                        <a:t>托盘储位的周转箱内摞位存储完成时，自动切换托盘，并呼叫更换新托盘；</a:t>
                      </a:r>
                      <a:endParaRPr lang="zh-CN" sz="1200" dirty="0">
                        <a:latin typeface="微软雅黑" panose="020B0503020204020204" pitchFamily="34" charset="-122"/>
                        <a:ea typeface="微软雅黑" panose="020B0503020204020204" pitchFamily="34" charset="-122"/>
                      </a:endParaRPr>
                    </a:p>
                  </a:txBody>
                  <a:tcPr anchor="ctr"/>
                </a:tc>
              </a:tr>
              <a:tr h="457200">
                <a:tc>
                  <a:txBody>
                    <a:bodyPr/>
                    <a:p>
                      <a:pPr algn="ctr">
                        <a:buNone/>
                      </a:pPr>
                      <a:r>
                        <a:rPr lang="en-US" altLang="zh-CN" sz="1200" dirty="0">
                          <a:latin typeface="微软雅黑" panose="020B0503020204020204" pitchFamily="34" charset="-122"/>
                          <a:ea typeface="微软雅黑" panose="020B0503020204020204" pitchFamily="34" charset="-122"/>
                        </a:rPr>
                        <a:t>6</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效率要求</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整体出入库效率</a:t>
                      </a:r>
                      <a:r>
                        <a:rPr lang="en-US" altLang="zh-CN" sz="1200" dirty="0">
                          <a:latin typeface="微软雅黑" panose="020B0503020204020204" pitchFamily="34" charset="-122"/>
                          <a:ea typeface="微软雅黑" panose="020B0503020204020204" pitchFamily="34" charset="-122"/>
                        </a:rPr>
                        <a:t>≥500</a:t>
                      </a:r>
                      <a:r>
                        <a:rPr lang="zh-CN" altLang="en-US" sz="1200" dirty="0">
                          <a:latin typeface="微软雅黑" panose="020B0503020204020204" pitchFamily="34" charset="-122"/>
                          <a:ea typeface="微软雅黑" panose="020B0503020204020204" pitchFamily="34" charset="-122"/>
                        </a:rPr>
                        <a:t>盘</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小时；</a:t>
                      </a:r>
                      <a:endParaRPr lang="zh-CN" altLang="en-US" sz="1200" dirty="0">
                        <a:latin typeface="微软雅黑" panose="020B0503020204020204" pitchFamily="34" charset="-122"/>
                        <a:ea typeface="微软雅黑" panose="020B0503020204020204" pitchFamily="34" charset="-122"/>
                      </a:endParaRPr>
                    </a:p>
                  </a:txBody>
                  <a:tcPr anchor="ctr"/>
                </a:tc>
              </a:tr>
              <a:tr h="457200">
                <a:tc>
                  <a:txBody>
                    <a:bodyPr/>
                    <a:p>
                      <a:pPr algn="ctr">
                        <a:buNone/>
                      </a:pPr>
                      <a:r>
                        <a:rPr lang="en-US" altLang="zh-CN" sz="1200" dirty="0">
                          <a:latin typeface="微软雅黑" panose="020B0503020204020204" pitchFamily="34" charset="-122"/>
                          <a:ea typeface="微软雅黑" panose="020B0503020204020204" pitchFamily="34" charset="-122"/>
                        </a:rPr>
                        <a:t>7</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电源要求</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适配美国电压</a:t>
                      </a:r>
                      <a:endParaRPr lang="zh-CN" altLang="en-US" sz="1200" dirty="0">
                        <a:latin typeface="微软雅黑" panose="020B0503020204020204" pitchFamily="34" charset="-122"/>
                        <a:ea typeface="微软雅黑" panose="020B0503020204020204" pitchFamily="34" charset="-122"/>
                      </a:endParaRPr>
                    </a:p>
                  </a:txBody>
                  <a:tcPr anchor="ctr"/>
                </a:tc>
              </a:tr>
            </a:tbl>
          </a:graphicData>
        </a:graphic>
      </p:graphicFrame>
      <p:pic>
        <p:nvPicPr>
          <p:cNvPr id="22" name="图片 21"/>
          <p:cNvPicPr>
            <a:picLocks noChangeAspect="1"/>
          </p:cNvPicPr>
          <p:nvPr/>
        </p:nvPicPr>
        <p:blipFill>
          <a:blip r:embed="rId2"/>
          <a:stretch>
            <a:fillRect/>
          </a:stretch>
        </p:blipFill>
        <p:spPr>
          <a:xfrm>
            <a:off x="95885" y="741045"/>
            <a:ext cx="5299075" cy="3980180"/>
          </a:xfrm>
          <a:prstGeom prst="rect">
            <a:avLst/>
          </a:prstGeom>
        </p:spPr>
      </p:pic>
      <p:pic>
        <p:nvPicPr>
          <p:cNvPr id="2" name="图片 1"/>
          <p:cNvPicPr>
            <a:picLocks noChangeAspect="1"/>
          </p:cNvPicPr>
          <p:nvPr/>
        </p:nvPicPr>
        <p:blipFill>
          <a:blip r:embed="rId3"/>
          <a:stretch>
            <a:fillRect/>
          </a:stretch>
        </p:blipFill>
        <p:spPr>
          <a:xfrm>
            <a:off x="95885" y="4721225"/>
            <a:ext cx="2969895" cy="2357120"/>
          </a:xfrm>
          <a:prstGeom prst="rect">
            <a:avLst/>
          </a:prstGeom>
        </p:spPr>
      </p:pic>
      <p:sp>
        <p:nvSpPr>
          <p:cNvPr id="3" name="Text Box 19"/>
          <p:cNvSpPr txBox="1">
            <a:spLocks noChangeArrowheads="1"/>
          </p:cNvSpPr>
          <p:nvPr>
            <p:custDataLst>
              <p:tags r:id="rId4"/>
            </p:custDataLst>
          </p:nvPr>
        </p:nvSpPr>
        <p:spPr bwMode="auto">
          <a:xfrm>
            <a:off x="3275330" y="5118735"/>
            <a:ext cx="1773555" cy="1015365"/>
          </a:xfrm>
          <a:prstGeom prst="rect">
            <a:avLst/>
          </a:prstGeom>
          <a:noFill/>
          <a:ln w="9525">
            <a:noFill/>
            <a:miter lim="800000"/>
            <a:tailEnd type="none" w="sm" len="med"/>
          </a:ln>
        </p:spPr>
        <p:txBody>
          <a:bodyPr wrap="square" lIns="91364" tIns="45683" rIns="91364" bIns="45683">
            <a:noAutofit/>
          </a:bodyPr>
          <a:lstStyle>
            <a:defPPr>
              <a:defRPr lang="zh-TW"/>
            </a:defPPr>
            <a:lvl1pPr>
              <a:lnSpc>
                <a:spcPct val="150000"/>
              </a:lnSpc>
              <a:spcBef>
                <a:spcPts val="600"/>
              </a:spcBef>
              <a:defRPr sz="1200">
                <a:solidFill>
                  <a:schemeClr val="bg1">
                    <a:lumMod val="50000"/>
                  </a:schemeClr>
                </a:solidFill>
                <a:latin typeface="宋体" panose="02010600030101010101" pitchFamily="2" charset="-122"/>
                <a:ea typeface="宋体" panose="02010600030101010101" pitchFamily="2" charset="-122"/>
                <a:cs typeface="宋体" panose="02010600030101010101" pitchFamily="2" charset="-122"/>
              </a:defRPr>
            </a:lvl1pPr>
          </a:lstStyle>
          <a:p>
            <a:r>
              <a:rPr lang="zh-CN" sz="1100" b="1" dirty="0">
                <a:solidFill>
                  <a:schemeClr val="tx1">
                    <a:lumMod val="75000"/>
                    <a:lumOff val="25000"/>
                  </a:schemeClr>
                </a:solidFill>
                <a:latin typeface="微软雅黑" panose="020B0503020204020204" pitchFamily="34" charset="-122"/>
                <a:ea typeface="微软雅黑" panose="020B0503020204020204" pitchFamily="34" charset="-122"/>
              </a:rPr>
              <a:t>以上图纸仅为示意，需要供应商自行优化设计</a:t>
            </a:r>
            <a:endParaRPr lang="zh-CN" sz="1100" b="1"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Text Box 6"/>
          <p:cNvSpPr txBox="1">
            <a:spLocks noChangeArrowheads="1"/>
          </p:cNvSpPr>
          <p:nvPr/>
        </p:nvSpPr>
        <p:spPr bwMode="auto">
          <a:xfrm>
            <a:off x="659323" y="371705"/>
            <a:ext cx="4474422" cy="369570"/>
          </a:xfrm>
          <a:prstGeom prst="rect">
            <a:avLst/>
          </a:prstGeom>
          <a:noFill/>
          <a:ln w="9525">
            <a:noFill/>
            <a:miter lim="800000"/>
          </a:ln>
        </p:spPr>
        <p:txBody>
          <a:bodyPr wrap="square" lIns="62321" tIns="31161" rIns="62321" bIns="31161">
            <a:spAutoFit/>
          </a:bodyPr>
          <a:lstStyle>
            <a:defPPr>
              <a:defRPr lang="zh-TW"/>
            </a:defPPr>
            <a:lvl1pPr defTabSz="622300">
              <a:spcBef>
                <a:spcPct val="50000"/>
              </a:spcBef>
              <a:defRPr kumimoji="1" sz="2000" b="1">
                <a:latin typeface="Arial" panose="020B0604020202020204" pitchFamily="34" charset="0"/>
                <a:ea typeface="思源黑体 CN Heavy" panose="020B0A00000000000000" pitchFamily="34" charset="-122"/>
                <a:cs typeface="Arial" panose="020B0604020202020204" pitchFamily="34" charset="0"/>
              </a:defRPr>
            </a:lvl1pPr>
          </a:lstStyle>
          <a:p>
            <a:r>
              <a:rPr lang="en-US" altLang="zh-CN" dirty="0"/>
              <a:t>CTU</a:t>
            </a:r>
            <a:endParaRPr lang="en-US" altLang="zh-CN" dirty="0"/>
          </a:p>
        </p:txBody>
      </p:sp>
      <p:sp>
        <p:nvSpPr>
          <p:cNvPr id="3" name="Text Box 19"/>
          <p:cNvSpPr txBox="1">
            <a:spLocks noChangeArrowheads="1"/>
          </p:cNvSpPr>
          <p:nvPr>
            <p:custDataLst>
              <p:tags r:id="rId1"/>
            </p:custDataLst>
          </p:nvPr>
        </p:nvSpPr>
        <p:spPr bwMode="auto">
          <a:xfrm>
            <a:off x="400685" y="5601335"/>
            <a:ext cx="3470910" cy="383540"/>
          </a:xfrm>
          <a:prstGeom prst="rect">
            <a:avLst/>
          </a:prstGeom>
          <a:noFill/>
          <a:ln w="9525">
            <a:noFill/>
            <a:miter lim="800000"/>
            <a:tailEnd type="none" w="sm" len="med"/>
          </a:ln>
        </p:spPr>
        <p:txBody>
          <a:bodyPr wrap="square" lIns="91364" tIns="45683" rIns="91364" bIns="45683">
            <a:noAutofit/>
          </a:bodyPr>
          <a:lstStyle>
            <a:defPPr>
              <a:defRPr lang="zh-TW"/>
            </a:defPPr>
            <a:lvl1pPr>
              <a:lnSpc>
                <a:spcPct val="150000"/>
              </a:lnSpc>
              <a:spcBef>
                <a:spcPts val="600"/>
              </a:spcBef>
              <a:defRPr sz="1200">
                <a:solidFill>
                  <a:schemeClr val="bg1">
                    <a:lumMod val="50000"/>
                  </a:schemeClr>
                </a:solidFill>
                <a:latin typeface="宋体" panose="02010600030101010101" pitchFamily="2" charset="-122"/>
                <a:ea typeface="宋体" panose="02010600030101010101" pitchFamily="2" charset="-122"/>
                <a:cs typeface="宋体" panose="02010600030101010101" pitchFamily="2" charset="-122"/>
              </a:defRPr>
            </a:lvl1pPr>
          </a:lstStyle>
          <a:p>
            <a:r>
              <a:rPr lang="zh-CN" sz="1100" b="1" dirty="0">
                <a:solidFill>
                  <a:schemeClr val="tx1">
                    <a:lumMod val="75000"/>
                    <a:lumOff val="25000"/>
                  </a:schemeClr>
                </a:solidFill>
                <a:latin typeface="微软雅黑" panose="020B0503020204020204" pitchFamily="34" charset="-122"/>
                <a:ea typeface="微软雅黑" panose="020B0503020204020204" pitchFamily="34" charset="-122"/>
              </a:rPr>
              <a:t>以上图纸仅为网络照片，非最终形态</a:t>
            </a:r>
            <a:endParaRPr lang="zh-CN" sz="1100" b="1"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grpSp>
        <p:nvGrpSpPr>
          <p:cNvPr id="10" name="组合 9"/>
          <p:cNvGrpSpPr/>
          <p:nvPr/>
        </p:nvGrpSpPr>
        <p:grpSpPr>
          <a:xfrm>
            <a:off x="659130" y="1218565"/>
            <a:ext cx="1757045" cy="3583305"/>
            <a:chOff x="9519" y="1136"/>
            <a:chExt cx="3600" cy="8984"/>
          </a:xfrm>
        </p:grpSpPr>
        <p:pic>
          <p:nvPicPr>
            <p:cNvPr id="48" name="图片 47"/>
            <p:cNvPicPr>
              <a:picLocks noChangeAspect="1"/>
            </p:cNvPicPr>
            <p:nvPr/>
          </p:nvPicPr>
          <p:blipFill>
            <a:blip r:embed="rId2"/>
            <a:stretch>
              <a:fillRect/>
            </a:stretch>
          </p:blipFill>
          <p:spPr>
            <a:xfrm>
              <a:off x="9519" y="1136"/>
              <a:ext cx="3600" cy="8985"/>
            </a:xfrm>
            <a:prstGeom prst="rect">
              <a:avLst/>
            </a:prstGeom>
          </p:spPr>
        </p:pic>
        <p:sp>
          <p:nvSpPr>
            <p:cNvPr id="11" name="矩形 10"/>
            <p:cNvSpPr/>
            <p:nvPr/>
          </p:nvSpPr>
          <p:spPr>
            <a:xfrm>
              <a:off x="9545" y="1722"/>
              <a:ext cx="629" cy="976"/>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aphicFrame>
        <p:nvGraphicFramePr>
          <p:cNvPr id="17" name="表格 16"/>
          <p:cNvGraphicFramePr/>
          <p:nvPr>
            <p:custDataLst>
              <p:tags r:id="rId3"/>
            </p:custDataLst>
          </p:nvPr>
        </p:nvGraphicFramePr>
        <p:xfrm>
          <a:off x="4067810" y="904875"/>
          <a:ext cx="6355715" cy="4785360"/>
        </p:xfrm>
        <a:graphic>
          <a:graphicData uri="http://schemas.openxmlformats.org/drawingml/2006/table">
            <a:tbl>
              <a:tblPr firstRow="1" bandRow="1">
                <a:tableStyleId>{5C22544A-7EE6-4342-B048-85BDC9FD1C3A}</a:tableStyleId>
              </a:tblPr>
              <a:tblGrid>
                <a:gridCol w="621665"/>
                <a:gridCol w="1179830"/>
                <a:gridCol w="4554220"/>
              </a:tblGrid>
              <a:tr h="304800">
                <a:tc>
                  <a:txBody>
                    <a:bodyPr/>
                    <a:p>
                      <a:pPr algn="ctr"/>
                      <a:r>
                        <a:rPr lang="zh-CN" altLang="en-US" sz="1400" dirty="0">
                          <a:latin typeface="微软雅黑" panose="020B0503020204020204" pitchFamily="34" charset="-122"/>
                          <a:ea typeface="微软雅黑" panose="020B0503020204020204" pitchFamily="34" charset="-122"/>
                        </a:rPr>
                        <a:t>序号</a:t>
                      </a:r>
                      <a:endParaRPr lang="zh-CN" altLang="en-US" sz="14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dirty="0">
                          <a:latin typeface="微软雅黑" panose="020B0503020204020204" pitchFamily="34" charset="-122"/>
                          <a:ea typeface="微软雅黑" panose="020B0503020204020204" pitchFamily="34" charset="-122"/>
                        </a:rPr>
                        <a:t>参数名称</a:t>
                      </a:r>
                      <a:endParaRPr lang="zh-CN" altLang="en-US" sz="1400" dirty="0">
                        <a:latin typeface="微软雅黑" panose="020B0503020204020204" pitchFamily="34" charset="-122"/>
                        <a:ea typeface="微软雅黑" panose="020B0503020204020204" pitchFamily="34" charset="-122"/>
                      </a:endParaRPr>
                    </a:p>
                  </a:txBody>
                  <a:tcPr anchor="ctr" anchorCtr="0"/>
                </a:tc>
                <a:tc>
                  <a:txBody>
                    <a:bodyPr/>
                    <a:p>
                      <a:r>
                        <a:rPr lang="zh-CN" altLang="en-US" sz="1400" dirty="0">
                          <a:latin typeface="微软雅黑" panose="020B0503020204020204" pitchFamily="34" charset="-122"/>
                          <a:ea typeface="微软雅黑" panose="020B0503020204020204" pitchFamily="34" charset="-122"/>
                        </a:rPr>
                        <a:t>说明</a:t>
                      </a:r>
                      <a:endParaRPr lang="zh-CN" altLang="en-US" sz="1400" dirty="0">
                        <a:latin typeface="微软雅黑" panose="020B0503020204020204" pitchFamily="34" charset="-122"/>
                        <a:ea typeface="微软雅黑" panose="020B0503020204020204" pitchFamily="34" charset="-122"/>
                      </a:endParaRPr>
                    </a:p>
                  </a:txBody>
                  <a:tcPr anchor="ctr" anchorCtr="0"/>
                </a:tc>
              </a:tr>
              <a:tr h="274320">
                <a:tc>
                  <a:txBody>
                    <a:bodyPr/>
                    <a:p>
                      <a:pPr algn="ctr"/>
                      <a:r>
                        <a:rPr lang="en-US" altLang="zh-CN" sz="1200" dirty="0">
                          <a:latin typeface="微软雅黑" panose="020B0503020204020204" pitchFamily="34" charset="-122"/>
                          <a:ea typeface="微软雅黑" panose="020B0503020204020204" pitchFamily="34" charset="-122"/>
                        </a:rPr>
                        <a:t>1</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最低取货高度</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a:buNone/>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400mm</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（需要输出要求给到单层料架，作为他的规划依据）</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r>
              <a:tr h="274320">
                <a:tc>
                  <a:txBody>
                    <a:bodyPr/>
                    <a:p>
                      <a:pPr algn="ctr">
                        <a:buNone/>
                      </a:pPr>
                      <a:r>
                        <a:rPr lang="en-US" altLang="zh-CN" sz="1200" dirty="0">
                          <a:latin typeface="微软雅黑" panose="020B0503020204020204" pitchFamily="34" charset="-122"/>
                          <a:ea typeface="微软雅黑" panose="020B0503020204020204" pitchFamily="34" charset="-122"/>
                        </a:rPr>
                        <a:t>2</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最高取货高度</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a:buNone/>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2500mm</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r>
              <a:tr h="260350">
                <a:tc>
                  <a:txBody>
                    <a:bodyPr/>
                    <a:p>
                      <a:pPr algn="ctr">
                        <a:buNone/>
                      </a:pPr>
                      <a:r>
                        <a:rPr lang="en-US" altLang="zh-CN" sz="1200" dirty="0">
                          <a:latin typeface="微软雅黑" panose="020B0503020204020204" pitchFamily="34" charset="-122"/>
                          <a:ea typeface="微软雅黑" panose="020B0503020204020204" pitchFamily="34" charset="-122"/>
                        </a:rPr>
                        <a:t>3</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容器尺寸</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a:buNone/>
                      </a:pPr>
                      <a:r>
                        <a:rPr lang="en-US" sz="1200" dirty="0">
                          <a:latin typeface="微软雅黑" panose="020B0503020204020204" pitchFamily="34" charset="-122"/>
                          <a:ea typeface="微软雅黑" panose="020B0503020204020204" pitchFamily="34" charset="-122"/>
                        </a:rPr>
                        <a:t>630mm*430mm*310mm</a:t>
                      </a:r>
                      <a:endParaRPr lang="en-US" sz="1200" dirty="0">
                        <a:latin typeface="微软雅黑" panose="020B0503020204020204" pitchFamily="34" charset="-122"/>
                        <a:ea typeface="微软雅黑" panose="020B0503020204020204" pitchFamily="34" charset="-122"/>
                      </a:endParaRPr>
                    </a:p>
                  </a:txBody>
                  <a:tcPr anchor="ctr" anchorCtr="0"/>
                </a:tc>
              </a:tr>
              <a:tr h="274320">
                <a:tc>
                  <a:txBody>
                    <a:bodyPr/>
                    <a:p>
                      <a:pPr algn="ctr"/>
                      <a:r>
                        <a:rPr lang="en-US" altLang="zh-CN" sz="1200" dirty="0">
                          <a:latin typeface="微软雅黑" panose="020B0503020204020204" pitchFamily="34" charset="-122"/>
                          <a:ea typeface="微软雅黑" panose="020B0503020204020204" pitchFamily="34" charset="-122"/>
                        </a:rPr>
                        <a:t>4</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容器重量</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a:buNone/>
                      </a:pPr>
                      <a:r>
                        <a:rPr lang="en-US" sz="1200" dirty="0">
                          <a:latin typeface="微软雅黑" panose="020B0503020204020204" pitchFamily="34" charset="-122"/>
                          <a:ea typeface="微软雅黑" panose="020B0503020204020204" pitchFamily="34" charset="-122"/>
                        </a:rPr>
                        <a:t>≤30KG</a:t>
                      </a:r>
                      <a:endParaRPr lang="en-US" sz="1200" dirty="0">
                        <a:latin typeface="微软雅黑" panose="020B0503020204020204" pitchFamily="34" charset="-122"/>
                        <a:ea typeface="微软雅黑" panose="020B0503020204020204" pitchFamily="34" charset="-122"/>
                      </a:endParaRPr>
                    </a:p>
                  </a:txBody>
                  <a:tcPr anchor="ctr" anchorCtr="0"/>
                </a:tc>
              </a:tr>
              <a:tr h="274320">
                <a:tc>
                  <a:txBody>
                    <a:bodyPr/>
                    <a:p>
                      <a:pPr algn="ctr"/>
                      <a:r>
                        <a:rPr lang="en-US" altLang="zh-CN" sz="1200" dirty="0">
                          <a:latin typeface="微软雅黑" panose="020B0503020204020204" pitchFamily="34" charset="-122"/>
                          <a:ea typeface="微软雅黑" panose="020B0503020204020204" pitchFamily="34" charset="-122"/>
                        </a:rPr>
                        <a:t>5</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r>
                        <a:rPr lang="zh-CN" altLang="en-US" sz="1200" dirty="0">
                          <a:latin typeface="微软雅黑" panose="020B0503020204020204" pitchFamily="34" charset="-122"/>
                          <a:ea typeface="微软雅黑" panose="020B0503020204020204" pitchFamily="34" charset="-122"/>
                        </a:rPr>
                        <a:t>导航方式</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r>
                        <a:rPr lang="en-US" altLang="zh-CN" sz="1200" dirty="0">
                          <a:latin typeface="微软雅黑" panose="020B0503020204020204" pitchFamily="34" charset="-122"/>
                          <a:ea typeface="微软雅黑" panose="020B0503020204020204" pitchFamily="34" charset="-122"/>
                        </a:rPr>
                        <a:t>slam/</a:t>
                      </a:r>
                      <a:r>
                        <a:rPr lang="zh-CN" sz="1200" dirty="0">
                          <a:latin typeface="微软雅黑" panose="020B0503020204020204" pitchFamily="34" charset="-122"/>
                          <a:ea typeface="微软雅黑" panose="020B0503020204020204" pitchFamily="34" charset="-122"/>
                        </a:rPr>
                        <a:t>二维码导航</a:t>
                      </a:r>
                      <a:endParaRPr lang="zh-CN" altLang="en-US" sz="1200" dirty="0">
                        <a:latin typeface="微软雅黑" panose="020B0503020204020204" pitchFamily="34" charset="-122"/>
                        <a:ea typeface="微软雅黑" panose="020B0503020204020204" pitchFamily="34" charset="-122"/>
                      </a:endParaRPr>
                    </a:p>
                  </a:txBody>
                  <a:tcPr anchor="ctr" anchorCtr="0"/>
                </a:tc>
              </a:tr>
              <a:tr h="274320">
                <a:tc>
                  <a:txBody>
                    <a:bodyPr/>
                    <a:p>
                      <a:pPr algn="ctr"/>
                      <a:r>
                        <a:rPr lang="en-US" altLang="zh-CN" sz="1200" dirty="0">
                          <a:latin typeface="微软雅黑" panose="020B0503020204020204" pitchFamily="34" charset="-122"/>
                          <a:ea typeface="微软雅黑" panose="020B0503020204020204" pitchFamily="34" charset="-122"/>
                        </a:rPr>
                        <a:t>6</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r>
                        <a:rPr lang="zh-CN" altLang="en-US" sz="1200" dirty="0">
                          <a:latin typeface="微软雅黑" panose="020B0503020204020204" pitchFamily="34" charset="-122"/>
                          <a:ea typeface="微软雅黑" panose="020B0503020204020204" pitchFamily="34" charset="-122"/>
                        </a:rPr>
                        <a:t>行走方向</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r>
                        <a:rPr lang="zh-CN" sz="1200" dirty="0">
                          <a:latin typeface="微软雅黑" panose="020B0503020204020204" pitchFamily="34" charset="-122"/>
                          <a:ea typeface="微软雅黑" panose="020B0503020204020204" pitchFamily="34" charset="-122"/>
                          <a:cs typeface="微软雅黑" panose="020B0503020204020204" pitchFamily="34" charset="-122"/>
                        </a:rPr>
                        <a:t>前进、后退、旋转</a:t>
                      </a:r>
                      <a:endParaRPr lang="zh-CN" sz="12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r>
              <a:tr h="260985">
                <a:tc>
                  <a:txBody>
                    <a:bodyPr/>
                    <a:p>
                      <a:pPr algn="ctr"/>
                      <a:r>
                        <a:rPr lang="en-US" altLang="zh-CN" sz="1200" dirty="0">
                          <a:latin typeface="微软雅黑" panose="020B0503020204020204" pitchFamily="34" charset="-122"/>
                          <a:ea typeface="微软雅黑" panose="020B0503020204020204" pitchFamily="34" charset="-122"/>
                        </a:rPr>
                        <a:t>7</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r>
                        <a:rPr lang="zh-CN" altLang="en-US" sz="1200" dirty="0">
                          <a:latin typeface="微软雅黑" panose="020B0503020204020204" pitchFamily="34" charset="-122"/>
                          <a:ea typeface="微软雅黑" panose="020B0503020204020204" pitchFamily="34" charset="-122"/>
                        </a:rPr>
                        <a:t>驱动方式</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r>
                        <a:rPr lang="zh-CN" altLang="en-US" sz="1200" dirty="0">
                          <a:latin typeface="微软雅黑" panose="020B0503020204020204" pitchFamily="34" charset="-122"/>
                          <a:ea typeface="微软雅黑" panose="020B0503020204020204" pitchFamily="34" charset="-122"/>
                        </a:rPr>
                        <a:t>双差速轮</a:t>
                      </a:r>
                      <a:endParaRPr lang="zh-CN" altLang="en-US" sz="1200" dirty="0">
                        <a:latin typeface="微软雅黑" panose="020B0503020204020204" pitchFamily="34" charset="-122"/>
                        <a:ea typeface="微软雅黑" panose="020B0503020204020204" pitchFamily="34" charset="-122"/>
                      </a:endParaRPr>
                    </a:p>
                  </a:txBody>
                  <a:tcPr anchor="ctr" anchorCtr="0"/>
                </a:tc>
              </a:tr>
              <a:tr h="162560">
                <a:tc>
                  <a:txBody>
                    <a:bodyPr/>
                    <a:p>
                      <a:pPr algn="ctr"/>
                      <a:r>
                        <a:rPr lang="en-US" altLang="zh-CN" sz="1200" dirty="0">
                          <a:latin typeface="微软雅黑" panose="020B0503020204020204" pitchFamily="34" charset="-122"/>
                          <a:ea typeface="微软雅黑" panose="020B0503020204020204" pitchFamily="34" charset="-122"/>
                        </a:rPr>
                        <a:t>8</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导航精度</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a:buNone/>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10mm</a:t>
                      </a: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r>
              <a:tr h="285750">
                <a:tc>
                  <a:txBody>
                    <a:bodyPr/>
                    <a:p>
                      <a:pPr algn="ctr"/>
                      <a:r>
                        <a:rPr lang="en-US" altLang="zh-CN" sz="1200" dirty="0">
                          <a:latin typeface="微软雅黑" panose="020B0503020204020204" pitchFamily="34" charset="-122"/>
                          <a:ea typeface="微软雅黑" panose="020B0503020204020204" pitchFamily="34" charset="-122"/>
                        </a:rPr>
                        <a:t>9</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爬坡能力</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a:buNone/>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r>
              <a:tr h="285750">
                <a:tc>
                  <a:txBody>
                    <a:bodyPr/>
                    <a:p>
                      <a:pPr algn="ctr">
                        <a:buNone/>
                      </a:pPr>
                      <a:r>
                        <a:rPr lang="en-US" altLang="zh-CN" sz="1200" dirty="0">
                          <a:latin typeface="微软雅黑" panose="020B0503020204020204" pitchFamily="34" charset="-122"/>
                          <a:ea typeface="微软雅黑" panose="020B0503020204020204" pitchFamily="34" charset="-122"/>
                        </a:rPr>
                        <a:t>10</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充电方式</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a:buNone/>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手动充电</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自动充电；</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pPr>
                        <a:buNone/>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本案优先考虑充电桩</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r>
              <a:tr h="285750">
                <a:tc>
                  <a:txBody>
                    <a:bodyPr/>
                    <a:p>
                      <a:pPr algn="ctr">
                        <a:buNone/>
                      </a:pPr>
                      <a:r>
                        <a:rPr lang="en-US" altLang="zh-CN" sz="1200" dirty="0">
                          <a:latin typeface="微软雅黑" panose="020B0503020204020204" pitchFamily="34" charset="-122"/>
                          <a:ea typeface="微软雅黑" panose="020B0503020204020204" pitchFamily="34" charset="-122"/>
                        </a:rPr>
                        <a:t>12</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充电要求</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a:buNone/>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适配美国电压</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r>
              <a:tr h="285750">
                <a:tc>
                  <a:txBody>
                    <a:bodyPr/>
                    <a:p>
                      <a:pPr algn="ctr">
                        <a:buNone/>
                      </a:pPr>
                      <a:r>
                        <a:rPr lang="en-US" altLang="zh-CN" sz="1200" dirty="0">
                          <a:latin typeface="微软雅黑" panose="020B0503020204020204" pitchFamily="34" charset="-122"/>
                          <a:ea typeface="微软雅黑" panose="020B0503020204020204" pitchFamily="34" charset="-122"/>
                        </a:rPr>
                        <a:t>13</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电池信息</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a:buNone/>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DC48V,42AH，磷酸铁锂</a:t>
                      </a: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r>
              <a:tr h="285750">
                <a:tc>
                  <a:txBody>
                    <a:bodyPr/>
                    <a:p>
                      <a:pPr algn="ctr">
                        <a:buNone/>
                      </a:pPr>
                      <a:r>
                        <a:rPr lang="en-US" altLang="zh-CN" sz="1200" dirty="0">
                          <a:latin typeface="微软雅黑" panose="020B0503020204020204" pitchFamily="34" charset="-122"/>
                          <a:ea typeface="微软雅黑" panose="020B0503020204020204" pitchFamily="34" charset="-122"/>
                        </a:rPr>
                        <a:t>14</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续航时间</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a:buNone/>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≥6.5</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r>
              <a:tr h="285750">
                <a:tc>
                  <a:txBody>
                    <a:bodyPr/>
                    <a:p>
                      <a:pPr algn="ctr">
                        <a:buNone/>
                      </a:pPr>
                      <a:r>
                        <a:rPr lang="en-US" altLang="zh-CN" sz="1200" dirty="0">
                          <a:latin typeface="微软雅黑" panose="020B0503020204020204" pitchFamily="34" charset="-122"/>
                          <a:ea typeface="微软雅黑" panose="020B0503020204020204" pitchFamily="34" charset="-122"/>
                        </a:rPr>
                        <a:t>15</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安全防护</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a:buNone/>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传感避障</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机械防撞</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急停按钮</a:t>
                      </a: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r>
              <a:tr h="285750">
                <a:tc>
                  <a:txBody>
                    <a:bodyPr/>
                    <a:p>
                      <a:pPr algn="ctr">
                        <a:buNone/>
                      </a:pPr>
                      <a:r>
                        <a:rPr lang="en-US" altLang="zh-CN" sz="1200" dirty="0">
                          <a:latin typeface="微软雅黑" panose="020B0503020204020204" pitchFamily="34" charset="-122"/>
                          <a:ea typeface="微软雅黑" panose="020B0503020204020204" pitchFamily="34" charset="-122"/>
                        </a:rPr>
                        <a:t>16</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背篓数量</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a:buNone/>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依据实际需求进行规划，尽量多些，后期方便通用其他场景</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r>
              <a:tr h="285750">
                <a:tc>
                  <a:txBody>
                    <a:bodyPr/>
                    <a:p>
                      <a:pPr algn="ctr">
                        <a:buNone/>
                      </a:pPr>
                      <a:r>
                        <a:rPr lang="en-US" altLang="zh-CN" sz="1200" dirty="0">
                          <a:latin typeface="微软雅黑" panose="020B0503020204020204" pitchFamily="34" charset="-122"/>
                          <a:ea typeface="微软雅黑" panose="020B0503020204020204" pitchFamily="34" charset="-122"/>
                        </a:rPr>
                        <a:t>17</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充电桩</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a:buNone/>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配套设备，适配美国电压</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3890645" y="1502410"/>
            <a:ext cx="5993765" cy="4603115"/>
          </a:xfrm>
          <a:prstGeom prst="rect">
            <a:avLst/>
          </a:prstGeom>
        </p:spPr>
      </p:pic>
      <p:sp>
        <p:nvSpPr>
          <p:cNvPr id="36" name="Text Box 6"/>
          <p:cNvSpPr txBox="1">
            <a:spLocks noChangeArrowheads="1"/>
          </p:cNvSpPr>
          <p:nvPr/>
        </p:nvSpPr>
        <p:spPr bwMode="auto">
          <a:xfrm>
            <a:off x="476250" y="916940"/>
            <a:ext cx="9759315" cy="320675"/>
          </a:xfrm>
          <a:prstGeom prst="rect">
            <a:avLst/>
          </a:prstGeom>
          <a:noFill/>
          <a:ln w="9525">
            <a:noFill/>
            <a:miter lim="800000"/>
          </a:ln>
        </p:spPr>
        <p:txBody>
          <a:bodyPr wrap="square" lIns="74975" tIns="37489" rIns="74975" bIns="37489">
            <a:spAutoFit/>
          </a:bodyPr>
          <a:lstStyle>
            <a:defPPr>
              <a:defRPr lang="zh-TW"/>
            </a:defPPr>
            <a:lvl1pPr>
              <a:spcBef>
                <a:spcPct val="50000"/>
              </a:spcBef>
              <a:defRPr sz="1600" b="1">
                <a:latin typeface="Microsoft JhengHei" panose="020B0604030504040204" pitchFamily="34" charset="-120"/>
                <a:ea typeface="Microsoft JhengHei" panose="020B0604030504040204" pitchFamily="34" charset="-120"/>
              </a:defRPr>
            </a:lvl1pPr>
          </a:lstStyle>
          <a:p>
            <a:r>
              <a:rPr lang="en-US" altLang="zh-CN" dirty="0">
                <a:latin typeface="DFKai-SB" panose="03000509000000000000" pitchFamily="65" charset="-128"/>
                <a:ea typeface="DFKai-SB" panose="03000509000000000000" pitchFamily="65" charset="-128"/>
                <a:sym typeface="+mn-ea"/>
              </a:rPr>
              <a:t>1</a:t>
            </a:r>
            <a:r>
              <a:rPr lang="zh-CN" altLang="en-US" dirty="0">
                <a:latin typeface="DFKai-SB" panose="03000509000000000000" pitchFamily="65" charset="-128"/>
                <a:ea typeface="宋体" panose="02010600030101010101" pitchFamily="2" charset="-122"/>
                <a:sym typeface="+mn-ea"/>
              </a:rPr>
              <a:t>、</a:t>
            </a:r>
            <a:r>
              <a:rPr lang="zh-CN" altLang="en-US" dirty="0">
                <a:latin typeface="DFKai-SB" panose="03000509000000000000" pitchFamily="65" charset="-128"/>
                <a:ea typeface="DFKai-SB" panose="03000509000000000000" pitchFamily="65" charset="-128"/>
                <a:sym typeface="+mn-ea"/>
              </a:rPr>
              <a:t>作业流程：电子料库前存储位</a:t>
            </a:r>
            <a:r>
              <a:rPr lang="en-US" altLang="zh-TW" dirty="0">
                <a:latin typeface="DFKai-SB" panose="03000509000000000000" pitchFamily="65" charset="-128"/>
                <a:ea typeface="DFKai-SB" panose="03000509000000000000" pitchFamily="65" charset="-128"/>
                <a:sym typeface="+mn-ea"/>
              </a:rPr>
              <a:t>-</a:t>
            </a:r>
            <a:r>
              <a:rPr lang="zh-CN" altLang="en-US" dirty="0">
                <a:latin typeface="DFKai-SB" panose="03000509000000000000" pitchFamily="65" charset="-128"/>
                <a:ea typeface="宋体" panose="02010600030101010101" pitchFamily="2" charset="-122"/>
                <a:sym typeface="+mn-ea"/>
              </a:rPr>
              <a:t>料盘作业机械手</a:t>
            </a:r>
            <a:r>
              <a:rPr lang="en-US" altLang="zh-CN" dirty="0">
                <a:latin typeface="DFKai-SB" panose="03000509000000000000" pitchFamily="65" charset="-128"/>
                <a:ea typeface="宋体" panose="02010600030101010101" pitchFamily="2" charset="-122"/>
                <a:sym typeface="+mn-ea"/>
              </a:rPr>
              <a:t>-</a:t>
            </a:r>
            <a:r>
              <a:rPr lang="zh-CN" altLang="en-US" dirty="0">
                <a:latin typeface="DFKai-SB" panose="03000509000000000000" pitchFamily="65" charset="-128"/>
                <a:ea typeface="宋体" panose="02010600030101010101" pitchFamily="2" charset="-122"/>
                <a:sym typeface="+mn-ea"/>
              </a:rPr>
              <a:t>料箱</a:t>
            </a:r>
            <a:r>
              <a:rPr lang="zh-CN" dirty="0">
                <a:latin typeface="DFKai-SB" panose="03000509000000000000" pitchFamily="65" charset="-128"/>
                <a:ea typeface="宋体" panose="02010600030101010101" pitchFamily="2" charset="-122"/>
                <a:sym typeface="+mn-ea"/>
              </a:rPr>
              <a:t>输送线</a:t>
            </a:r>
            <a:r>
              <a:rPr lang="en-US" altLang="zh-CN" dirty="0">
                <a:latin typeface="DFKai-SB" panose="03000509000000000000" pitchFamily="65" charset="-128"/>
                <a:ea typeface="宋体" panose="02010600030101010101" pitchFamily="2" charset="-122"/>
                <a:sym typeface="+mn-ea"/>
              </a:rPr>
              <a:t>-CTU-</a:t>
            </a:r>
            <a:r>
              <a:rPr lang="zh-CN" altLang="en-US" dirty="0">
                <a:latin typeface="DFKai-SB" panose="03000509000000000000" pitchFamily="65" charset="-128"/>
                <a:ea typeface="宋体" panose="02010600030101010101" pitchFamily="2" charset="-122"/>
                <a:sym typeface="+mn-ea"/>
              </a:rPr>
              <a:t>库内移动料架</a:t>
            </a:r>
            <a:r>
              <a:rPr lang="en-US" altLang="zh-CN" dirty="0">
                <a:latin typeface="DFKai-SB" panose="03000509000000000000" pitchFamily="65" charset="-128"/>
                <a:ea typeface="宋体" panose="02010600030101010101" pitchFamily="2" charset="-122"/>
                <a:sym typeface="+mn-ea"/>
              </a:rPr>
              <a:t>-SMT</a:t>
            </a:r>
            <a:r>
              <a:rPr lang="zh-CN" altLang="en-US" dirty="0">
                <a:latin typeface="DFKai-SB" panose="03000509000000000000" pitchFamily="65" charset="-128"/>
                <a:ea typeface="宋体" panose="02010600030101010101" pitchFamily="2" charset="-122"/>
                <a:sym typeface="+mn-ea"/>
              </a:rPr>
              <a:t>库内存储区</a:t>
            </a:r>
            <a:endParaRPr lang="zh-CN" altLang="en-US" dirty="0">
              <a:latin typeface="DFKai-SB" panose="03000509000000000000" pitchFamily="65" charset="-128"/>
              <a:ea typeface="DFKai-SB" panose="03000509000000000000" pitchFamily="65" charset="-128"/>
              <a:sym typeface="+mn-ea"/>
            </a:endParaRPr>
          </a:p>
        </p:txBody>
      </p:sp>
      <p:grpSp>
        <p:nvGrpSpPr>
          <p:cNvPr id="37" name="群組 27"/>
          <p:cNvGrpSpPr/>
          <p:nvPr/>
        </p:nvGrpSpPr>
        <p:grpSpPr>
          <a:xfrm>
            <a:off x="288599" y="1289802"/>
            <a:ext cx="3533776" cy="622935"/>
            <a:chOff x="602618" y="2300516"/>
            <a:chExt cx="4128933" cy="704318"/>
          </a:xfrm>
        </p:grpSpPr>
        <p:sp>
          <p:nvSpPr>
            <p:cNvPr id="38" name="圓角矩形 74"/>
            <p:cNvSpPr/>
            <p:nvPr/>
          </p:nvSpPr>
          <p:spPr>
            <a:xfrm>
              <a:off x="2041252" y="2300516"/>
              <a:ext cx="1175243" cy="704318"/>
            </a:xfrm>
            <a:prstGeom prst="roundRect">
              <a:avLst/>
            </a:prstGeom>
            <a:ln>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74975" tIns="37489" rIns="74975" bIns="37489" anchor="ctr"/>
            <a:lstStyle/>
            <a:p>
              <a:pPr algn="ctr">
                <a:defRPr/>
              </a:pPr>
              <a:r>
                <a:rPr lang="zh-CN" sz="1000" dirty="0">
                  <a:solidFill>
                    <a:srgbClr val="0070C0"/>
                  </a:solidFill>
                  <a:latin typeface="Arial" panose="020B0604020202020204" pitchFamily="34" charset="0"/>
                  <a:ea typeface="標楷體" pitchFamily="65" charset="-120"/>
                  <a:cs typeface="Arial" panose="020B0604020202020204" pitchFamily="34" charset="0"/>
                </a:rPr>
                <a:t>输送线</a:t>
              </a:r>
              <a:r>
                <a:rPr lang="en-US" altLang="zh-CN" sz="1000" dirty="0">
                  <a:solidFill>
                    <a:srgbClr val="0070C0"/>
                  </a:solidFill>
                  <a:latin typeface="Arial" panose="020B0604020202020204" pitchFamily="34" charset="0"/>
                  <a:ea typeface="標楷體" pitchFamily="65" charset="-120"/>
                  <a:cs typeface="Arial" panose="020B0604020202020204" pitchFamily="34" charset="0"/>
                </a:rPr>
                <a:t>~</a:t>
              </a:r>
              <a:endParaRPr lang="zh-CN" sz="1000" dirty="0">
                <a:solidFill>
                  <a:srgbClr val="0070C0"/>
                </a:solidFill>
                <a:latin typeface="Arial" panose="020B0604020202020204" pitchFamily="34" charset="0"/>
                <a:ea typeface="標楷體" pitchFamily="65" charset="-120"/>
                <a:cs typeface="Arial" panose="020B0604020202020204" pitchFamily="34" charset="0"/>
              </a:endParaRPr>
            </a:p>
            <a:p>
              <a:pPr algn="ctr">
                <a:defRPr/>
              </a:pPr>
              <a:r>
                <a:rPr lang="en-US" altLang="zh-CN" sz="1000" dirty="0">
                  <a:solidFill>
                    <a:srgbClr val="0070C0"/>
                  </a:solidFill>
                  <a:latin typeface="Arial" panose="020B0604020202020204" pitchFamily="34" charset="0"/>
                  <a:ea typeface="標楷體" pitchFamily="65" charset="-120"/>
                  <a:cs typeface="Arial" panose="020B0604020202020204" pitchFamily="34" charset="0"/>
                </a:rPr>
                <a:t>CTU~</a:t>
              </a:r>
              <a:endParaRPr lang="en-US" altLang="zh-CN" sz="1000" dirty="0">
                <a:solidFill>
                  <a:srgbClr val="0070C0"/>
                </a:solidFill>
                <a:latin typeface="Arial" panose="020B0604020202020204" pitchFamily="34" charset="0"/>
                <a:ea typeface="標楷體" pitchFamily="65" charset="-120"/>
                <a:cs typeface="Arial" panose="020B0604020202020204" pitchFamily="34" charset="0"/>
              </a:endParaRPr>
            </a:p>
            <a:p>
              <a:pPr algn="ctr">
                <a:defRPr/>
              </a:pPr>
              <a:r>
                <a:rPr lang="zh-CN" altLang="en-US" sz="1000" dirty="0">
                  <a:solidFill>
                    <a:srgbClr val="0070C0"/>
                  </a:solidFill>
                  <a:latin typeface="Arial" panose="020B0604020202020204" pitchFamily="34" charset="0"/>
                  <a:ea typeface="標楷體" pitchFamily="65" charset="-120"/>
                  <a:cs typeface="Arial" panose="020B0604020202020204" pitchFamily="34" charset="0"/>
                </a:rPr>
                <a:t>库内移动料架</a:t>
              </a:r>
              <a:endParaRPr lang="zh-CN" altLang="en-US" sz="1000" dirty="0">
                <a:solidFill>
                  <a:srgbClr val="0070C0"/>
                </a:solidFill>
                <a:latin typeface="Arial" panose="020B0604020202020204" pitchFamily="34" charset="0"/>
                <a:ea typeface="標楷體" pitchFamily="65" charset="-120"/>
                <a:cs typeface="Arial" panose="020B0604020202020204" pitchFamily="34" charset="0"/>
              </a:endParaRPr>
            </a:p>
          </p:txBody>
        </p:sp>
        <p:sp>
          <p:nvSpPr>
            <p:cNvPr id="39" name="圓角矩形 51"/>
            <p:cNvSpPr/>
            <p:nvPr/>
          </p:nvSpPr>
          <p:spPr>
            <a:xfrm>
              <a:off x="602618" y="2401029"/>
              <a:ext cx="1138146" cy="455186"/>
            </a:xfrm>
            <a:prstGeom prst="roundRect">
              <a:avLst/>
            </a:prstGeom>
            <a:ln>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74975" tIns="37489" rIns="74975" bIns="37489" anchor="ctr"/>
            <a:lstStyle/>
            <a:p>
              <a:pPr algn="ctr">
                <a:defRPr/>
              </a:pPr>
              <a:r>
                <a:rPr lang="zh-CN" altLang="en-US" sz="1000" dirty="0">
                  <a:solidFill>
                    <a:srgbClr val="0070C0"/>
                  </a:solidFill>
                  <a:latin typeface="Arial" panose="020B0604020202020204" pitchFamily="34" charset="0"/>
                  <a:ea typeface="思源黑体 CN Heavy" panose="020B0A00000000000000" pitchFamily="34" charset="-122"/>
                  <a:cs typeface="Arial" panose="020B0604020202020204" pitchFamily="34" charset="0"/>
                </a:rPr>
                <a:t>电子料库前自动化作业区</a:t>
              </a:r>
              <a:endParaRPr lang="zh-CN" altLang="en-US" sz="1000" dirty="0">
                <a:solidFill>
                  <a:srgbClr val="0070C0"/>
                </a:solidFill>
                <a:latin typeface="Arial" panose="020B0604020202020204" pitchFamily="34" charset="0"/>
                <a:ea typeface="思源黑体 CN Heavy" panose="020B0A00000000000000" pitchFamily="34" charset="-122"/>
                <a:cs typeface="Arial" panose="020B0604020202020204" pitchFamily="34" charset="0"/>
              </a:endParaRPr>
            </a:p>
          </p:txBody>
        </p:sp>
        <p:sp>
          <p:nvSpPr>
            <p:cNvPr id="40" name="圓角矩形 74"/>
            <p:cNvSpPr/>
            <p:nvPr/>
          </p:nvSpPr>
          <p:spPr>
            <a:xfrm>
              <a:off x="3568921" y="2401029"/>
              <a:ext cx="1162630" cy="455186"/>
            </a:xfrm>
            <a:prstGeom prst="roundRect">
              <a:avLst/>
            </a:prstGeom>
            <a:ln>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74975" tIns="37489" rIns="74975" bIns="37489" anchor="ctr"/>
            <a:lstStyle/>
            <a:p>
              <a:pPr algn="ctr"/>
              <a:r>
                <a:rPr lang="en-US" altLang="zh-CN" sz="1000" dirty="0">
                  <a:solidFill>
                    <a:srgbClr val="0070C0"/>
                  </a:solidFill>
                  <a:latin typeface="Arial" panose="020B0604020202020204" pitchFamily="34" charset="0"/>
                  <a:ea typeface="思源黑体 CN Heavy" panose="020B0A00000000000000" pitchFamily="34" charset="-122"/>
                  <a:cs typeface="Arial" panose="020B0604020202020204" pitchFamily="34" charset="0"/>
                </a:rPr>
                <a:t>SMT</a:t>
              </a:r>
              <a:endParaRPr lang="en-US" altLang="zh-CN" sz="1000" dirty="0">
                <a:solidFill>
                  <a:srgbClr val="0070C0"/>
                </a:solidFill>
                <a:latin typeface="Arial" panose="020B0604020202020204" pitchFamily="34" charset="0"/>
                <a:ea typeface="思源黑体 CN Heavy" panose="020B0A00000000000000" pitchFamily="34" charset="-122"/>
                <a:cs typeface="Arial" panose="020B0604020202020204" pitchFamily="34" charset="0"/>
              </a:endParaRPr>
            </a:p>
            <a:p>
              <a:pPr algn="ctr"/>
              <a:r>
                <a:rPr lang="zh-CN" altLang="en-US" sz="1000" dirty="0">
                  <a:solidFill>
                    <a:srgbClr val="0070C0"/>
                  </a:solidFill>
                  <a:latin typeface="Arial" panose="020B0604020202020204" pitchFamily="34" charset="0"/>
                  <a:ea typeface="思源黑体 CN Heavy" panose="020B0A00000000000000" pitchFamily="34" charset="-122"/>
                  <a:cs typeface="Arial" panose="020B0604020202020204" pitchFamily="34" charset="0"/>
                </a:rPr>
                <a:t>库内存储区</a:t>
              </a:r>
              <a:endParaRPr lang="zh-CN" altLang="en-US" sz="1000" dirty="0">
                <a:solidFill>
                  <a:srgbClr val="0070C0"/>
                </a:solidFill>
                <a:latin typeface="Arial" panose="020B0604020202020204" pitchFamily="34" charset="0"/>
                <a:ea typeface="思源黑体 CN Heavy" panose="020B0A00000000000000" pitchFamily="34" charset="-122"/>
                <a:cs typeface="Arial" panose="020B0604020202020204" pitchFamily="34" charset="0"/>
              </a:endParaRPr>
            </a:p>
          </p:txBody>
        </p:sp>
        <p:sp>
          <p:nvSpPr>
            <p:cNvPr id="41" name="向右箭號 32"/>
            <p:cNvSpPr/>
            <p:nvPr/>
          </p:nvSpPr>
          <p:spPr>
            <a:xfrm>
              <a:off x="1759268" y="2540292"/>
              <a:ext cx="257216" cy="182180"/>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42" name="向右箭號 33"/>
            <p:cNvSpPr/>
            <p:nvPr/>
          </p:nvSpPr>
          <p:spPr>
            <a:xfrm>
              <a:off x="3258270" y="2540292"/>
              <a:ext cx="257216" cy="182180"/>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grpSp>
      <p:cxnSp>
        <p:nvCxnSpPr>
          <p:cNvPr id="43" name="直線接點 35"/>
          <p:cNvCxnSpPr/>
          <p:nvPr/>
        </p:nvCxnSpPr>
        <p:spPr>
          <a:xfrm flipH="1">
            <a:off x="3720732" y="2225160"/>
            <a:ext cx="7620" cy="404876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4" name="流程圖: 決策 59"/>
          <p:cNvSpPr/>
          <p:nvPr/>
        </p:nvSpPr>
        <p:spPr>
          <a:xfrm>
            <a:off x="327646" y="2274687"/>
            <a:ext cx="307091" cy="184209"/>
          </a:xfrm>
          <a:prstGeom prst="flowChartDecision">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4975" tIns="37489" rIns="74975" bIns="37489" rtlCol="0" anchor="ctr"/>
          <a:lstStyle/>
          <a:p>
            <a:pPr algn="ctr"/>
            <a:r>
              <a:rPr lang="en-US" altLang="zh-TW" sz="1300" dirty="0">
                <a:solidFill>
                  <a:schemeClr val="bg1"/>
                </a:solidFill>
                <a:latin typeface="Microsoft YaHei UI Light" panose="020B0502040204020203" pitchFamily="34" charset="-122"/>
                <a:ea typeface="Microsoft YaHei UI Light" panose="020B0502040204020203" pitchFamily="34" charset="-122"/>
              </a:rPr>
              <a:t>1</a:t>
            </a:r>
            <a:endParaRPr lang="en-US" altLang="zh-TW" sz="1300" dirty="0">
              <a:solidFill>
                <a:schemeClr val="bg1"/>
              </a:solidFill>
              <a:latin typeface="Microsoft YaHei UI Light" panose="020B0502040204020203" pitchFamily="34" charset="-122"/>
              <a:ea typeface="Microsoft YaHei UI Light" panose="020B0502040204020203" pitchFamily="34" charset="-122"/>
            </a:endParaRPr>
          </a:p>
        </p:txBody>
      </p:sp>
      <p:sp>
        <p:nvSpPr>
          <p:cNvPr id="47" name="Text Box 19"/>
          <p:cNvSpPr txBox="1">
            <a:spLocks noChangeArrowheads="1"/>
          </p:cNvSpPr>
          <p:nvPr>
            <p:custDataLst>
              <p:tags r:id="rId2"/>
            </p:custDataLst>
          </p:nvPr>
        </p:nvSpPr>
        <p:spPr bwMode="auto">
          <a:xfrm>
            <a:off x="633790" y="2180013"/>
            <a:ext cx="2972112" cy="2763546"/>
          </a:xfrm>
          <a:prstGeom prst="rect">
            <a:avLst/>
          </a:prstGeom>
          <a:noFill/>
          <a:ln w="9525">
            <a:noFill/>
            <a:miter lim="800000"/>
            <a:tailEnd type="none" w="sm" len="med"/>
          </a:ln>
        </p:spPr>
        <p:txBody>
          <a:bodyPr wrap="square" lIns="91364" tIns="45683" rIns="91364" bIns="45683">
            <a:noAutofit/>
          </a:bodyPr>
          <a:lstStyle>
            <a:defPPr>
              <a:defRPr lang="zh-TW"/>
            </a:defPPr>
            <a:lvl1pPr>
              <a:lnSpc>
                <a:spcPct val="150000"/>
              </a:lnSpc>
              <a:spcBef>
                <a:spcPts val="600"/>
              </a:spcBef>
              <a:defRPr sz="1200">
                <a:solidFill>
                  <a:schemeClr val="bg1">
                    <a:lumMod val="50000"/>
                  </a:schemeClr>
                </a:solidFill>
                <a:latin typeface="宋体" panose="02010600030101010101" pitchFamily="2" charset="-122"/>
                <a:ea typeface="宋体" panose="02010600030101010101" pitchFamily="2" charset="-122"/>
                <a:cs typeface="宋体" panose="02010600030101010101" pitchFamily="2" charset="-122"/>
              </a:defRPr>
            </a:lvl1pPr>
          </a:lstStyle>
          <a:p>
            <a:r>
              <a:rPr lang="zh-CN" altLang="en-US" sz="1100" b="1"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sz="1100" b="1" dirty="0">
                <a:solidFill>
                  <a:schemeClr val="tx1">
                    <a:lumMod val="75000"/>
                    <a:lumOff val="25000"/>
                  </a:schemeClr>
                </a:solidFill>
                <a:latin typeface="微软雅黑" panose="020B0503020204020204" pitchFamily="34" charset="-122"/>
                <a:ea typeface="微软雅黑" panose="020B0503020204020204" pitchFamily="34" charset="-122"/>
              </a:rPr>
              <a:t>电子料库前自动作业区</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endParaRPr>
          </a:p>
          <a:p>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rPr>
              <a:t>根据断点</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rPr>
              <a:t>4.2</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rPr>
              <a:t>内的电子料分料作业设备采集到的料盘信息，</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rPr>
              <a:t>WMS</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rPr>
              <a:t>根据库存信息，主动呼叫</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rPr>
              <a:t>AGV</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rPr>
              <a:t>将库内存储移动料架</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⑹搬运至作业等待位⑸，由</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CTU</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⑷将料架内的相应料箱搬运至输送线⑶上；</a:t>
            </a:r>
            <a:endPar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当料箱就位后，机械手根据系统指示，将库外移动料架</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⑴</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上的料箱格口内的料盘，放置在库内料箱内。当放置完毕后，库内料箱自动返回到</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CTU</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⑷</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，并由</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CTU</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搬运到库内存储移动料架</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⑸</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上。</a:t>
            </a:r>
            <a:endPar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料箱入库和出库都是同样的流程。由于出库料箱和入库料箱同时在作业，因此系统会根据实际情况来时时运算储位，提升系统作业柔性。</a:t>
            </a:r>
            <a:endPar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64" name="椭圆 63"/>
          <p:cNvSpPr/>
          <p:nvPr/>
        </p:nvSpPr>
        <p:spPr>
          <a:xfrm>
            <a:off x="4147820" y="2319655"/>
            <a:ext cx="250190" cy="21653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1</a:t>
            </a:r>
            <a:endParaRPr lang="en-US" altLang="zh-CN"/>
          </a:p>
        </p:txBody>
      </p:sp>
      <p:sp>
        <p:nvSpPr>
          <p:cNvPr id="65" name="椭圆 64"/>
          <p:cNvSpPr/>
          <p:nvPr/>
        </p:nvSpPr>
        <p:spPr>
          <a:xfrm>
            <a:off x="5344160" y="3051810"/>
            <a:ext cx="250190" cy="21653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3</a:t>
            </a:r>
            <a:endParaRPr lang="en-US" altLang="zh-CN"/>
          </a:p>
        </p:txBody>
      </p:sp>
      <p:sp>
        <p:nvSpPr>
          <p:cNvPr id="9" name="椭圆 8"/>
          <p:cNvSpPr/>
          <p:nvPr/>
        </p:nvSpPr>
        <p:spPr>
          <a:xfrm>
            <a:off x="6927215" y="2319655"/>
            <a:ext cx="250190" cy="21653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1</a:t>
            </a:r>
            <a:endParaRPr lang="en-US" altLang="zh-CN"/>
          </a:p>
        </p:txBody>
      </p:sp>
      <p:pic>
        <p:nvPicPr>
          <p:cNvPr id="70" name="图片 69"/>
          <p:cNvPicPr>
            <a:picLocks noChangeAspect="1"/>
          </p:cNvPicPr>
          <p:nvPr/>
        </p:nvPicPr>
        <p:blipFill>
          <a:blip r:embed="rId3"/>
          <a:stretch>
            <a:fillRect/>
          </a:stretch>
        </p:blipFill>
        <p:spPr>
          <a:xfrm>
            <a:off x="10226040" y="970915"/>
            <a:ext cx="1553845" cy="1702435"/>
          </a:xfrm>
          <a:prstGeom prst="rect">
            <a:avLst/>
          </a:prstGeom>
        </p:spPr>
      </p:pic>
      <p:grpSp>
        <p:nvGrpSpPr>
          <p:cNvPr id="10" name="组合 9"/>
          <p:cNvGrpSpPr/>
          <p:nvPr/>
        </p:nvGrpSpPr>
        <p:grpSpPr>
          <a:xfrm>
            <a:off x="10226040" y="2768600"/>
            <a:ext cx="1367790" cy="1878330"/>
            <a:chOff x="9519" y="1136"/>
            <a:chExt cx="3600" cy="8984"/>
          </a:xfrm>
        </p:grpSpPr>
        <p:pic>
          <p:nvPicPr>
            <p:cNvPr id="48" name="图片 47"/>
            <p:cNvPicPr>
              <a:picLocks noChangeAspect="1"/>
            </p:cNvPicPr>
            <p:nvPr/>
          </p:nvPicPr>
          <p:blipFill>
            <a:blip r:embed="rId4"/>
            <a:stretch>
              <a:fillRect/>
            </a:stretch>
          </p:blipFill>
          <p:spPr>
            <a:xfrm>
              <a:off x="9519" y="1136"/>
              <a:ext cx="3600" cy="8985"/>
            </a:xfrm>
            <a:prstGeom prst="rect">
              <a:avLst/>
            </a:prstGeom>
          </p:spPr>
        </p:pic>
        <p:sp>
          <p:nvSpPr>
            <p:cNvPr id="11" name="矩形 10"/>
            <p:cNvSpPr/>
            <p:nvPr/>
          </p:nvSpPr>
          <p:spPr>
            <a:xfrm>
              <a:off x="9545" y="1722"/>
              <a:ext cx="629" cy="976"/>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20" name="椭圆 19"/>
          <p:cNvSpPr/>
          <p:nvPr/>
        </p:nvSpPr>
        <p:spPr>
          <a:xfrm>
            <a:off x="4914265" y="3486785"/>
            <a:ext cx="250190" cy="21653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4</a:t>
            </a:r>
            <a:endParaRPr lang="en-US" altLang="zh-CN"/>
          </a:p>
        </p:txBody>
      </p:sp>
      <p:sp>
        <p:nvSpPr>
          <p:cNvPr id="21" name="椭圆 20"/>
          <p:cNvSpPr/>
          <p:nvPr/>
        </p:nvSpPr>
        <p:spPr>
          <a:xfrm>
            <a:off x="4912360" y="3886200"/>
            <a:ext cx="250190" cy="21653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5</a:t>
            </a:r>
            <a:endParaRPr lang="en-US" altLang="zh-CN"/>
          </a:p>
        </p:txBody>
      </p:sp>
      <p:sp>
        <p:nvSpPr>
          <p:cNvPr id="22" name="椭圆 21"/>
          <p:cNvSpPr/>
          <p:nvPr/>
        </p:nvSpPr>
        <p:spPr>
          <a:xfrm>
            <a:off x="4925060" y="5741670"/>
            <a:ext cx="250190" cy="21653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6</a:t>
            </a:r>
            <a:endParaRPr lang="en-US" altLang="zh-CN"/>
          </a:p>
        </p:txBody>
      </p:sp>
      <p:sp>
        <p:nvSpPr>
          <p:cNvPr id="23" name="椭圆 22"/>
          <p:cNvSpPr/>
          <p:nvPr/>
        </p:nvSpPr>
        <p:spPr>
          <a:xfrm>
            <a:off x="5202555" y="2319655"/>
            <a:ext cx="250190" cy="21653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1</a:t>
            </a:r>
            <a:endParaRPr lang="en-US" altLang="zh-CN"/>
          </a:p>
        </p:txBody>
      </p:sp>
      <p:sp>
        <p:nvSpPr>
          <p:cNvPr id="24" name="椭圆 23"/>
          <p:cNvSpPr/>
          <p:nvPr/>
        </p:nvSpPr>
        <p:spPr>
          <a:xfrm>
            <a:off x="5938520" y="2319655"/>
            <a:ext cx="250190" cy="21653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1</a:t>
            </a:r>
            <a:endParaRPr lang="en-US" altLang="zh-CN"/>
          </a:p>
        </p:txBody>
      </p:sp>
      <p:sp>
        <p:nvSpPr>
          <p:cNvPr id="25" name="椭圆 24"/>
          <p:cNvSpPr/>
          <p:nvPr/>
        </p:nvSpPr>
        <p:spPr>
          <a:xfrm>
            <a:off x="4575810" y="2198370"/>
            <a:ext cx="250190" cy="21653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2</a:t>
            </a:r>
            <a:endParaRPr lang="en-US" altLang="zh-CN"/>
          </a:p>
        </p:txBody>
      </p:sp>
      <p:sp>
        <p:nvSpPr>
          <p:cNvPr id="26" name="椭圆 25"/>
          <p:cNvSpPr/>
          <p:nvPr/>
        </p:nvSpPr>
        <p:spPr>
          <a:xfrm>
            <a:off x="6459220" y="2198370"/>
            <a:ext cx="250190" cy="21653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2</a:t>
            </a:r>
            <a:endParaRPr lang="en-US" altLang="zh-CN"/>
          </a:p>
        </p:txBody>
      </p:sp>
      <p:pic>
        <p:nvPicPr>
          <p:cNvPr id="27" name="图片 26"/>
          <p:cNvPicPr>
            <a:picLocks noChangeAspect="1"/>
          </p:cNvPicPr>
          <p:nvPr/>
        </p:nvPicPr>
        <p:blipFill rotWithShape="1">
          <a:blip r:embed="rId5" cstate="print">
            <a:extLst>
              <a:ext uri="{28A0092B-C50C-407E-A947-70E740481C1C}">
                <a14:useLocalDpi xmlns:a14="http://schemas.microsoft.com/office/drawing/2010/main" val="0"/>
              </a:ext>
            </a:extLst>
          </a:blip>
          <a:srcRect l="14314" t="22067" r="11647" b="22065"/>
          <a:stretch>
            <a:fillRect/>
          </a:stretch>
        </p:blipFill>
        <p:spPr>
          <a:xfrm>
            <a:off x="10295890" y="4700270"/>
            <a:ext cx="1537335" cy="1061720"/>
          </a:xfrm>
          <a:prstGeom prst="rect">
            <a:avLst/>
          </a:prstGeom>
          <a:solidFill>
            <a:schemeClr val="accent5">
              <a:lumMod val="75000"/>
            </a:schemeClr>
          </a:solidFill>
        </p:spPr>
      </p:pic>
      <p:cxnSp>
        <p:nvCxnSpPr>
          <p:cNvPr id="2" name="直接箭头连接符 1"/>
          <p:cNvCxnSpPr/>
          <p:nvPr/>
        </p:nvCxnSpPr>
        <p:spPr>
          <a:xfrm flipH="1" flipV="1">
            <a:off x="4418965" y="3397250"/>
            <a:ext cx="2101215" cy="8890"/>
          </a:xfrm>
          <a:prstGeom prst="straightConnector1">
            <a:avLst/>
          </a:prstGeom>
          <a:ln w="38100">
            <a:solidFill>
              <a:srgbClr val="FF0000"/>
            </a:solidFill>
            <a:tailEnd type="triangle"/>
          </a:ln>
        </p:spPr>
        <p:style>
          <a:lnRef idx="2">
            <a:schemeClr val="accent1"/>
          </a:lnRef>
          <a:fillRef idx="0">
            <a:srgbClr val="FFFFFF"/>
          </a:fillRef>
          <a:effectRef idx="0">
            <a:srgbClr val="FFFFFF"/>
          </a:effectRef>
          <a:fontRef idx="minor">
            <a:schemeClr val="tx1"/>
          </a:fontRef>
        </p:style>
      </p:cxnSp>
      <p:cxnSp>
        <p:nvCxnSpPr>
          <p:cNvPr id="3" name="直接箭头连接符 2"/>
          <p:cNvCxnSpPr/>
          <p:nvPr/>
        </p:nvCxnSpPr>
        <p:spPr>
          <a:xfrm flipH="1" flipV="1">
            <a:off x="4411980" y="3178175"/>
            <a:ext cx="4030980" cy="635"/>
          </a:xfrm>
          <a:prstGeom prst="straightConnector1">
            <a:avLst/>
          </a:prstGeom>
          <a:ln w="38100">
            <a:solidFill>
              <a:srgbClr val="FF0000"/>
            </a:solidFill>
            <a:headEnd type="triangle"/>
            <a:tailEnd type="none"/>
          </a:ln>
        </p:spPr>
        <p:style>
          <a:lnRef idx="2">
            <a:schemeClr val="accent1"/>
          </a:lnRef>
          <a:fillRef idx="0">
            <a:srgbClr val="FFFFFF"/>
          </a:fillRef>
          <a:effectRef idx="0">
            <a:srgbClr val="FFFFFF"/>
          </a:effectRef>
          <a:fontRef idx="minor">
            <a:schemeClr val="tx1"/>
          </a:fontRef>
        </p:style>
      </p:cxnSp>
      <p:cxnSp>
        <p:nvCxnSpPr>
          <p:cNvPr id="4" name="直接箭头连接符 3"/>
          <p:cNvCxnSpPr/>
          <p:nvPr/>
        </p:nvCxnSpPr>
        <p:spPr>
          <a:xfrm flipH="1" flipV="1">
            <a:off x="5038725" y="3321050"/>
            <a:ext cx="3305175" cy="22860"/>
          </a:xfrm>
          <a:prstGeom prst="straightConnector1">
            <a:avLst/>
          </a:prstGeom>
          <a:ln w="38100">
            <a:solidFill>
              <a:srgbClr val="FF00FF"/>
            </a:solidFill>
            <a:tailEnd type="triangle"/>
          </a:ln>
        </p:spPr>
        <p:style>
          <a:lnRef idx="2">
            <a:schemeClr val="accent1"/>
          </a:lnRef>
          <a:fillRef idx="0">
            <a:srgbClr val="FFFFFF"/>
          </a:fillRef>
          <a:effectRef idx="0">
            <a:srgbClr val="FFFFFF"/>
          </a:effectRef>
          <a:fontRef idx="minor">
            <a:schemeClr val="tx1"/>
          </a:fontRef>
        </p:style>
      </p:cxnSp>
      <p:cxnSp>
        <p:nvCxnSpPr>
          <p:cNvPr id="5" name="直接箭头连接符 4"/>
          <p:cNvCxnSpPr/>
          <p:nvPr/>
        </p:nvCxnSpPr>
        <p:spPr>
          <a:xfrm flipH="1">
            <a:off x="6505575" y="3449320"/>
            <a:ext cx="14605" cy="285115"/>
          </a:xfrm>
          <a:prstGeom prst="straightConnector1">
            <a:avLst/>
          </a:prstGeom>
          <a:ln w="38100">
            <a:solidFill>
              <a:srgbClr val="FF00FF"/>
            </a:solidFill>
            <a:tailEnd type="triangle"/>
          </a:ln>
        </p:spPr>
        <p:style>
          <a:lnRef idx="2">
            <a:schemeClr val="accent1"/>
          </a:lnRef>
          <a:fillRef idx="0">
            <a:srgbClr val="FFFFFF"/>
          </a:fillRef>
          <a:effectRef idx="0">
            <a:srgbClr val="FFFFFF"/>
          </a:effectRef>
          <a:fontRef idx="minor">
            <a:schemeClr val="tx1"/>
          </a:fontRef>
        </p:style>
      </p:cxnSp>
      <p:cxnSp>
        <p:nvCxnSpPr>
          <p:cNvPr id="6" name="直接箭头连接符 5"/>
          <p:cNvCxnSpPr/>
          <p:nvPr/>
        </p:nvCxnSpPr>
        <p:spPr>
          <a:xfrm>
            <a:off x="5074285" y="3392805"/>
            <a:ext cx="6985" cy="227330"/>
          </a:xfrm>
          <a:prstGeom prst="straightConnector1">
            <a:avLst/>
          </a:prstGeom>
          <a:ln w="38100">
            <a:solidFill>
              <a:srgbClr val="FF00FF"/>
            </a:solidFill>
            <a:tailEnd type="triangle"/>
          </a:ln>
        </p:spPr>
        <p:style>
          <a:lnRef idx="2">
            <a:schemeClr val="accent1"/>
          </a:lnRef>
          <a:fillRef idx="0">
            <a:srgbClr val="FFFFFF"/>
          </a:fillRef>
          <a:effectRef idx="0">
            <a:srgbClr val="FFFFFF"/>
          </a:effectRef>
          <a:fontRef idx="minor">
            <a:schemeClr val="tx1"/>
          </a:fontRef>
        </p:style>
      </p:cxnSp>
      <p:cxnSp>
        <p:nvCxnSpPr>
          <p:cNvPr id="7" name="直接箭头连接符 6"/>
          <p:cNvCxnSpPr/>
          <p:nvPr/>
        </p:nvCxnSpPr>
        <p:spPr>
          <a:xfrm flipH="1">
            <a:off x="4340860" y="2827655"/>
            <a:ext cx="8255" cy="323215"/>
          </a:xfrm>
          <a:prstGeom prst="straightConnector1">
            <a:avLst/>
          </a:prstGeom>
          <a:ln w="38100">
            <a:solidFill>
              <a:srgbClr val="FF0000"/>
            </a:solidFill>
            <a:headEnd type="triangle"/>
            <a:tailEnd type="none"/>
          </a:ln>
        </p:spPr>
        <p:style>
          <a:lnRef idx="2">
            <a:schemeClr val="accent1"/>
          </a:lnRef>
          <a:fillRef idx="0">
            <a:srgbClr val="FFFFFF"/>
          </a:fillRef>
          <a:effectRef idx="0">
            <a:srgbClr val="FFFFFF"/>
          </a:effectRef>
          <a:fontRef idx="minor">
            <a:schemeClr val="tx1"/>
          </a:fontRef>
        </p:style>
      </p:cxnSp>
      <p:cxnSp>
        <p:nvCxnSpPr>
          <p:cNvPr id="12" name="直接箭头连接符 11"/>
          <p:cNvCxnSpPr/>
          <p:nvPr/>
        </p:nvCxnSpPr>
        <p:spPr>
          <a:xfrm flipH="1">
            <a:off x="6121400" y="2828925"/>
            <a:ext cx="3175" cy="336550"/>
          </a:xfrm>
          <a:prstGeom prst="straightConnector1">
            <a:avLst/>
          </a:prstGeom>
          <a:ln w="38100">
            <a:solidFill>
              <a:srgbClr val="FF0000"/>
            </a:solidFill>
            <a:headEnd type="triangle"/>
            <a:tailEnd type="none"/>
          </a:ln>
        </p:spPr>
        <p:style>
          <a:lnRef idx="2">
            <a:schemeClr val="accent1"/>
          </a:lnRef>
          <a:fillRef idx="0">
            <a:srgbClr val="FFFFFF"/>
          </a:fillRef>
          <a:effectRef idx="0">
            <a:srgbClr val="FFFFFF"/>
          </a:effectRef>
          <a:fontRef idx="minor">
            <a:schemeClr val="tx1"/>
          </a:fontRef>
        </p:style>
      </p:cxnSp>
      <p:cxnSp>
        <p:nvCxnSpPr>
          <p:cNvPr id="13" name="直接箭头连接符 12"/>
          <p:cNvCxnSpPr/>
          <p:nvPr/>
        </p:nvCxnSpPr>
        <p:spPr>
          <a:xfrm flipH="1">
            <a:off x="7658735" y="2813685"/>
            <a:ext cx="3175" cy="336550"/>
          </a:xfrm>
          <a:prstGeom prst="straightConnector1">
            <a:avLst/>
          </a:prstGeom>
          <a:ln w="38100">
            <a:solidFill>
              <a:srgbClr val="FF0000"/>
            </a:solidFill>
            <a:headEnd type="triangle"/>
            <a:tailEnd type="none"/>
          </a:ln>
        </p:spPr>
        <p:style>
          <a:lnRef idx="2">
            <a:schemeClr val="accent1"/>
          </a:lnRef>
          <a:fillRef idx="0">
            <a:srgbClr val="FFFFFF"/>
          </a:fillRef>
          <a:effectRef idx="0">
            <a:srgbClr val="FFFFFF"/>
          </a:effectRef>
          <a:fontRef idx="minor">
            <a:schemeClr val="tx1"/>
          </a:fontRef>
        </p:style>
      </p:cxnSp>
      <p:cxnSp>
        <p:nvCxnSpPr>
          <p:cNvPr id="14" name="直接箭头连接符 13"/>
          <p:cNvCxnSpPr/>
          <p:nvPr/>
        </p:nvCxnSpPr>
        <p:spPr>
          <a:xfrm flipH="1">
            <a:off x="5066665" y="2806065"/>
            <a:ext cx="3175" cy="336550"/>
          </a:xfrm>
          <a:prstGeom prst="straightConnector1">
            <a:avLst/>
          </a:prstGeom>
          <a:ln w="38100">
            <a:solidFill>
              <a:srgbClr val="FF00FF"/>
            </a:solidFill>
            <a:headEnd type="none"/>
            <a:tailEnd type="triangle"/>
          </a:ln>
        </p:spPr>
        <p:style>
          <a:lnRef idx="2">
            <a:schemeClr val="accent1"/>
          </a:lnRef>
          <a:fillRef idx="0">
            <a:srgbClr val="FFFFFF"/>
          </a:fillRef>
          <a:effectRef idx="0">
            <a:srgbClr val="FFFFFF"/>
          </a:effectRef>
          <a:fontRef idx="minor">
            <a:schemeClr val="tx1"/>
          </a:fontRef>
        </p:style>
      </p:cxnSp>
      <p:cxnSp>
        <p:nvCxnSpPr>
          <p:cNvPr id="15" name="直接箭头连接符 14"/>
          <p:cNvCxnSpPr/>
          <p:nvPr/>
        </p:nvCxnSpPr>
        <p:spPr>
          <a:xfrm flipH="1">
            <a:off x="6889750" y="2818765"/>
            <a:ext cx="3175" cy="336550"/>
          </a:xfrm>
          <a:prstGeom prst="straightConnector1">
            <a:avLst/>
          </a:prstGeom>
          <a:ln w="38100">
            <a:solidFill>
              <a:srgbClr val="FF00FF"/>
            </a:solidFill>
            <a:headEnd type="none"/>
            <a:tailEnd type="triangle"/>
          </a:ln>
        </p:spPr>
        <p:style>
          <a:lnRef idx="2">
            <a:schemeClr val="accent1"/>
          </a:lnRef>
          <a:fillRef idx="0">
            <a:srgbClr val="FFFFFF"/>
          </a:fillRef>
          <a:effectRef idx="0">
            <a:srgbClr val="FFFFFF"/>
          </a:effectRef>
          <a:fontRef idx="minor">
            <a:schemeClr val="tx1"/>
          </a:fontRef>
        </p:style>
      </p:cxnSp>
      <p:cxnSp>
        <p:nvCxnSpPr>
          <p:cNvPr id="16" name="直接箭头连接符 15"/>
          <p:cNvCxnSpPr/>
          <p:nvPr/>
        </p:nvCxnSpPr>
        <p:spPr>
          <a:xfrm flipH="1">
            <a:off x="8441690" y="2828925"/>
            <a:ext cx="3175" cy="336550"/>
          </a:xfrm>
          <a:prstGeom prst="straightConnector1">
            <a:avLst/>
          </a:prstGeom>
          <a:ln w="38100">
            <a:solidFill>
              <a:srgbClr val="FF00FF"/>
            </a:solidFill>
            <a:headEnd type="none"/>
            <a:tailEnd type="triangle"/>
          </a:ln>
        </p:spPr>
        <p:style>
          <a:lnRef idx="2">
            <a:schemeClr val="accent1"/>
          </a:lnRef>
          <a:fillRef idx="0">
            <a:srgbClr val="FFFFFF"/>
          </a:fillRef>
          <a:effectRef idx="0">
            <a:srgbClr val="FFFFFF"/>
          </a:effectRef>
          <a:fontRef idx="minor">
            <a:schemeClr val="tx1"/>
          </a:fontRef>
        </p:style>
      </p:cxnSp>
      <p:cxnSp>
        <p:nvCxnSpPr>
          <p:cNvPr id="17" name="直接箭头连接符 16"/>
          <p:cNvCxnSpPr/>
          <p:nvPr/>
        </p:nvCxnSpPr>
        <p:spPr>
          <a:xfrm flipH="1">
            <a:off x="4454525" y="2865755"/>
            <a:ext cx="513080" cy="0"/>
          </a:xfrm>
          <a:prstGeom prst="straightConnector1">
            <a:avLst/>
          </a:prstGeom>
          <a:ln w="38100">
            <a:solidFill>
              <a:srgbClr val="FF0000"/>
            </a:solidFill>
            <a:headEnd type="triangle"/>
            <a:tailEnd type="none"/>
          </a:ln>
        </p:spPr>
        <p:style>
          <a:lnRef idx="2">
            <a:schemeClr val="accent1"/>
          </a:lnRef>
          <a:fillRef idx="0">
            <a:srgbClr val="FFFFFF"/>
          </a:fillRef>
          <a:effectRef idx="0">
            <a:srgbClr val="FFFFFF"/>
          </a:effectRef>
          <a:fontRef idx="minor">
            <a:schemeClr val="tx1"/>
          </a:fontRef>
        </p:style>
      </p:cxnSp>
      <p:cxnSp>
        <p:nvCxnSpPr>
          <p:cNvPr id="18" name="直接箭头连接符 17"/>
          <p:cNvCxnSpPr/>
          <p:nvPr/>
        </p:nvCxnSpPr>
        <p:spPr>
          <a:xfrm flipH="1">
            <a:off x="6238240" y="2865755"/>
            <a:ext cx="513080" cy="0"/>
          </a:xfrm>
          <a:prstGeom prst="straightConnector1">
            <a:avLst/>
          </a:prstGeom>
          <a:ln w="38100">
            <a:solidFill>
              <a:srgbClr val="FF0000"/>
            </a:solidFill>
            <a:headEnd type="triangle"/>
            <a:tailEnd type="none"/>
          </a:ln>
        </p:spPr>
        <p:style>
          <a:lnRef idx="2">
            <a:schemeClr val="accent1"/>
          </a:lnRef>
          <a:fillRef idx="0">
            <a:srgbClr val="FFFFFF"/>
          </a:fillRef>
          <a:effectRef idx="0">
            <a:srgbClr val="FFFFFF"/>
          </a:effectRef>
          <a:fontRef idx="minor">
            <a:schemeClr val="tx1"/>
          </a:fontRef>
        </p:style>
      </p:cxnSp>
      <p:cxnSp>
        <p:nvCxnSpPr>
          <p:cNvPr id="28" name="直接箭头连接符 27"/>
          <p:cNvCxnSpPr/>
          <p:nvPr/>
        </p:nvCxnSpPr>
        <p:spPr>
          <a:xfrm flipH="1">
            <a:off x="7788910" y="2865755"/>
            <a:ext cx="513080" cy="0"/>
          </a:xfrm>
          <a:prstGeom prst="straightConnector1">
            <a:avLst/>
          </a:prstGeom>
          <a:ln w="38100">
            <a:solidFill>
              <a:srgbClr val="FF0000"/>
            </a:solidFill>
            <a:headEnd type="triangle"/>
            <a:tailEnd type="none"/>
          </a:ln>
        </p:spPr>
        <p:style>
          <a:lnRef idx="2">
            <a:schemeClr val="accent1"/>
          </a:lnRef>
          <a:fillRef idx="0">
            <a:srgbClr val="FFFFFF"/>
          </a:fillRef>
          <a:effectRef idx="0">
            <a:srgbClr val="FFFFFF"/>
          </a:effectRef>
          <a:fontRef idx="minor">
            <a:schemeClr val="tx1"/>
          </a:fontRef>
        </p:style>
      </p:cxnSp>
      <p:cxnSp>
        <p:nvCxnSpPr>
          <p:cNvPr id="29" name="直接箭头连接符 28"/>
          <p:cNvCxnSpPr/>
          <p:nvPr/>
        </p:nvCxnSpPr>
        <p:spPr>
          <a:xfrm flipH="1">
            <a:off x="10389870" y="6319520"/>
            <a:ext cx="456565" cy="6985"/>
          </a:xfrm>
          <a:prstGeom prst="straightConnector1">
            <a:avLst/>
          </a:prstGeom>
          <a:ln w="38100">
            <a:solidFill>
              <a:srgbClr val="FF0000"/>
            </a:solidFill>
            <a:headEnd type="triangle"/>
            <a:tailEnd type="none"/>
          </a:ln>
        </p:spPr>
        <p:style>
          <a:lnRef idx="2">
            <a:schemeClr val="accent1"/>
          </a:lnRef>
          <a:fillRef idx="0">
            <a:srgbClr val="FFFFFF"/>
          </a:fillRef>
          <a:effectRef idx="0">
            <a:srgbClr val="FFFFFF"/>
          </a:effectRef>
          <a:fontRef idx="minor">
            <a:schemeClr val="tx1"/>
          </a:fontRef>
        </p:style>
      </p:cxnSp>
      <p:sp>
        <p:nvSpPr>
          <p:cNvPr id="259" name="文本框 258"/>
          <p:cNvSpPr txBox="1"/>
          <p:nvPr/>
        </p:nvSpPr>
        <p:spPr>
          <a:xfrm>
            <a:off x="9856470" y="6146800"/>
            <a:ext cx="593090" cy="258445"/>
          </a:xfrm>
          <a:prstGeom prst="rect">
            <a:avLst/>
          </a:prstGeom>
          <a:noFill/>
        </p:spPr>
        <p:txBody>
          <a:bodyPr wrap="square" rtlCol="0">
            <a:noAutofit/>
          </a:bodyPr>
          <a:p>
            <a:pPr algn="ctr"/>
            <a:r>
              <a:rPr lang="zh-CN" sz="1000" dirty="0"/>
              <a:t>料箱</a:t>
            </a:r>
            <a:endParaRPr lang="zh-CN" sz="1000" dirty="0"/>
          </a:p>
          <a:p>
            <a:pPr algn="ctr"/>
            <a:r>
              <a:rPr lang="zh-CN" sz="1000" dirty="0"/>
              <a:t>投放线</a:t>
            </a:r>
            <a:endParaRPr lang="zh-CN" sz="1000" dirty="0"/>
          </a:p>
        </p:txBody>
      </p:sp>
      <p:cxnSp>
        <p:nvCxnSpPr>
          <p:cNvPr id="31" name="直接箭头连接符 30"/>
          <p:cNvCxnSpPr/>
          <p:nvPr/>
        </p:nvCxnSpPr>
        <p:spPr>
          <a:xfrm flipH="1">
            <a:off x="11506835" y="6304915"/>
            <a:ext cx="456565" cy="6985"/>
          </a:xfrm>
          <a:prstGeom prst="straightConnector1">
            <a:avLst/>
          </a:prstGeom>
          <a:ln w="38100">
            <a:solidFill>
              <a:srgbClr val="FF00FF"/>
            </a:solidFill>
            <a:headEnd type="triangle"/>
            <a:tailEnd type="none"/>
          </a:ln>
        </p:spPr>
        <p:style>
          <a:lnRef idx="2">
            <a:schemeClr val="accent1"/>
          </a:lnRef>
          <a:fillRef idx="0">
            <a:srgbClr val="FFFFFF"/>
          </a:fillRef>
          <a:effectRef idx="0">
            <a:srgbClr val="FFFFFF"/>
          </a:effectRef>
          <a:fontRef idx="minor">
            <a:schemeClr val="tx1"/>
          </a:fontRef>
        </p:style>
      </p:cxnSp>
      <p:sp>
        <p:nvSpPr>
          <p:cNvPr id="32" name="文本框 31"/>
          <p:cNvSpPr txBox="1"/>
          <p:nvPr/>
        </p:nvSpPr>
        <p:spPr>
          <a:xfrm>
            <a:off x="10973435" y="6146165"/>
            <a:ext cx="593090" cy="258445"/>
          </a:xfrm>
          <a:prstGeom prst="rect">
            <a:avLst/>
          </a:prstGeom>
          <a:noFill/>
        </p:spPr>
        <p:txBody>
          <a:bodyPr wrap="square" rtlCol="0">
            <a:noAutofit/>
          </a:bodyPr>
          <a:p>
            <a:pPr algn="ctr"/>
            <a:r>
              <a:rPr lang="zh-CN" sz="1000" dirty="0"/>
              <a:t>料箱</a:t>
            </a:r>
            <a:endParaRPr lang="zh-CN" sz="1000" dirty="0"/>
          </a:p>
          <a:p>
            <a:pPr algn="ctr"/>
            <a:r>
              <a:rPr lang="zh-CN" sz="1000" dirty="0"/>
              <a:t>回流线</a:t>
            </a:r>
            <a:endParaRPr lang="zh-CN" sz="1000" dirty="0"/>
          </a:p>
        </p:txBody>
      </p:sp>
      <p:cxnSp>
        <p:nvCxnSpPr>
          <p:cNvPr id="30" name="直接箭头连接符 29"/>
          <p:cNvCxnSpPr/>
          <p:nvPr/>
        </p:nvCxnSpPr>
        <p:spPr>
          <a:xfrm flipH="1" flipV="1">
            <a:off x="5074285" y="3051810"/>
            <a:ext cx="3305175" cy="22860"/>
          </a:xfrm>
          <a:prstGeom prst="straightConnector1">
            <a:avLst/>
          </a:prstGeom>
          <a:ln w="38100">
            <a:solidFill>
              <a:srgbClr val="FF00FF"/>
            </a:solidFill>
            <a:headEnd type="triangle"/>
            <a:tailEnd type="none"/>
          </a:ln>
        </p:spPr>
        <p:style>
          <a:lnRef idx="2">
            <a:schemeClr val="accent1"/>
          </a:lnRef>
          <a:fillRef idx="0">
            <a:srgbClr val="FFFFFF"/>
          </a:fillRef>
          <a:effectRef idx="0">
            <a:srgbClr val="FFFFFF"/>
          </a:effectRef>
          <a:fontRef idx="minor">
            <a:schemeClr val="tx1"/>
          </a:fontRef>
        </p:style>
      </p:cxnSp>
      <p:sp>
        <p:nvSpPr>
          <p:cNvPr id="33" name="Text Box 6"/>
          <p:cNvSpPr txBox="1">
            <a:spLocks noChangeArrowheads="1"/>
          </p:cNvSpPr>
          <p:nvPr/>
        </p:nvSpPr>
        <p:spPr bwMode="auto">
          <a:xfrm>
            <a:off x="659323" y="371705"/>
            <a:ext cx="4474422" cy="369570"/>
          </a:xfrm>
          <a:prstGeom prst="rect">
            <a:avLst/>
          </a:prstGeom>
          <a:noFill/>
          <a:ln w="9525">
            <a:noFill/>
            <a:miter lim="800000"/>
          </a:ln>
        </p:spPr>
        <p:txBody>
          <a:bodyPr wrap="square" lIns="62321" tIns="31161" rIns="62321" bIns="31161">
            <a:spAutoFit/>
          </a:bodyPr>
          <a:lstStyle>
            <a:defPPr>
              <a:defRPr lang="zh-TW"/>
            </a:defPPr>
            <a:lvl1pPr defTabSz="622300">
              <a:spcBef>
                <a:spcPct val="50000"/>
              </a:spcBef>
              <a:defRPr kumimoji="1" sz="2000" b="1">
                <a:latin typeface="Arial" panose="020B0604020202020204" pitchFamily="34" charset="0"/>
                <a:ea typeface="思源黑体 CN Heavy" panose="020B0A00000000000000" pitchFamily="34" charset="-122"/>
                <a:cs typeface="Arial" panose="020B0604020202020204" pitchFamily="34" charset="0"/>
              </a:defRPr>
            </a:lvl1pPr>
          </a:lstStyle>
          <a:p>
            <a:r>
              <a:rPr lang="en-US" altLang="zh-CN" dirty="0"/>
              <a:t>SMT</a:t>
            </a:r>
            <a:r>
              <a:rPr lang="zh-CN" dirty="0"/>
              <a:t>料盘自动出入库系统（</a:t>
            </a:r>
            <a:r>
              <a:rPr lang="en-US" altLang="zh-CN" dirty="0"/>
              <a:t>1/5)</a:t>
            </a:r>
            <a:endParaRPr lang="zh-CN" altLang="en-US" dirty="0"/>
          </a:p>
        </p:txBody>
      </p:sp>
      <p:sp>
        <p:nvSpPr>
          <p:cNvPr id="34" name="Text Box 19"/>
          <p:cNvSpPr txBox="1">
            <a:spLocks noChangeArrowheads="1"/>
          </p:cNvSpPr>
          <p:nvPr>
            <p:custDataLst>
              <p:tags r:id="rId6"/>
            </p:custDataLst>
          </p:nvPr>
        </p:nvSpPr>
        <p:spPr bwMode="auto">
          <a:xfrm>
            <a:off x="9856470" y="5690870"/>
            <a:ext cx="2334260" cy="383540"/>
          </a:xfrm>
          <a:prstGeom prst="rect">
            <a:avLst/>
          </a:prstGeom>
          <a:noFill/>
          <a:ln w="9525">
            <a:noFill/>
            <a:miter lim="800000"/>
            <a:tailEnd type="none" w="sm" len="med"/>
          </a:ln>
        </p:spPr>
        <p:txBody>
          <a:bodyPr wrap="square" lIns="91364" tIns="45683" rIns="91364" bIns="45683">
            <a:noAutofit/>
          </a:bodyPr>
          <a:lstStyle>
            <a:defPPr>
              <a:defRPr lang="zh-TW"/>
            </a:defPPr>
            <a:lvl1pPr>
              <a:lnSpc>
                <a:spcPct val="150000"/>
              </a:lnSpc>
              <a:spcBef>
                <a:spcPts val="600"/>
              </a:spcBef>
              <a:defRPr sz="1200">
                <a:solidFill>
                  <a:schemeClr val="bg1">
                    <a:lumMod val="50000"/>
                  </a:schemeClr>
                </a:solidFill>
                <a:latin typeface="宋体" panose="02010600030101010101" pitchFamily="2" charset="-122"/>
                <a:ea typeface="宋体" panose="02010600030101010101" pitchFamily="2" charset="-122"/>
                <a:cs typeface="宋体" panose="02010600030101010101" pitchFamily="2" charset="-122"/>
              </a:defRPr>
            </a:lvl1pPr>
          </a:lstStyle>
          <a:p>
            <a:r>
              <a:rPr lang="zh-CN" sz="1100" b="1" dirty="0">
                <a:solidFill>
                  <a:schemeClr val="tx1">
                    <a:lumMod val="75000"/>
                    <a:lumOff val="25000"/>
                  </a:schemeClr>
                </a:solidFill>
                <a:latin typeface="微软雅黑" panose="020B0503020204020204" pitchFamily="34" charset="-122"/>
                <a:ea typeface="微软雅黑" panose="020B0503020204020204" pitchFamily="34" charset="-122"/>
              </a:rPr>
              <a:t>以上相关设备，单独见具体描述页</a:t>
            </a:r>
            <a:endParaRPr lang="zh-CN" sz="1100" b="1"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 Box 6"/>
          <p:cNvSpPr txBox="1">
            <a:spLocks noChangeArrowheads="1"/>
          </p:cNvSpPr>
          <p:nvPr/>
        </p:nvSpPr>
        <p:spPr bwMode="auto">
          <a:xfrm>
            <a:off x="476250" y="916940"/>
            <a:ext cx="9759315" cy="320675"/>
          </a:xfrm>
          <a:prstGeom prst="rect">
            <a:avLst/>
          </a:prstGeom>
          <a:noFill/>
          <a:ln w="9525">
            <a:noFill/>
            <a:miter lim="800000"/>
          </a:ln>
        </p:spPr>
        <p:txBody>
          <a:bodyPr wrap="square" lIns="74975" tIns="37489" rIns="74975" bIns="37489">
            <a:spAutoFit/>
          </a:bodyPr>
          <a:lstStyle>
            <a:defPPr>
              <a:defRPr lang="zh-TW"/>
            </a:defPPr>
            <a:lvl1pPr>
              <a:spcBef>
                <a:spcPct val="50000"/>
              </a:spcBef>
              <a:defRPr sz="1600" b="1">
                <a:latin typeface="Microsoft JhengHei" panose="020B0604030504040204" pitchFamily="34" charset="-120"/>
                <a:ea typeface="Microsoft JhengHei" panose="020B0604030504040204" pitchFamily="34" charset="-120"/>
              </a:defRPr>
            </a:lvl1pPr>
          </a:lstStyle>
          <a:p>
            <a:r>
              <a:rPr lang="en-US" altLang="zh-CN" dirty="0">
                <a:latin typeface="DFKai-SB" panose="03000509000000000000" pitchFamily="65" charset="-128"/>
                <a:ea typeface="宋体" panose="02010600030101010101" pitchFamily="2" charset="-122"/>
                <a:sym typeface="+mn-ea"/>
              </a:rPr>
              <a:t>2</a:t>
            </a:r>
            <a:r>
              <a:rPr lang="zh-CN" altLang="en-US" dirty="0">
                <a:latin typeface="DFKai-SB" panose="03000509000000000000" pitchFamily="65" charset="-128"/>
                <a:ea typeface="宋体" panose="02010600030101010101" pitchFamily="2" charset="-122"/>
                <a:sym typeface="+mn-ea"/>
              </a:rPr>
              <a:t>、</a:t>
            </a:r>
            <a:r>
              <a:rPr lang="zh-CN" altLang="en-US" dirty="0">
                <a:latin typeface="DFKai-SB" panose="03000509000000000000" pitchFamily="65" charset="-128"/>
                <a:ea typeface="DFKai-SB" panose="03000509000000000000" pitchFamily="65" charset="-128"/>
                <a:sym typeface="+mn-ea"/>
              </a:rPr>
              <a:t>设备说明</a:t>
            </a:r>
            <a:r>
              <a:rPr lang="en-US" altLang="zh-CN" dirty="0">
                <a:latin typeface="DFKai-SB" panose="03000509000000000000" pitchFamily="65" charset="-128"/>
                <a:ea typeface="DFKai-SB" panose="03000509000000000000" pitchFamily="65" charset="-128"/>
                <a:sym typeface="+mn-ea"/>
              </a:rPr>
              <a:t>-</a:t>
            </a:r>
            <a:r>
              <a:rPr lang="zh-CN" altLang="en-US" dirty="0">
                <a:latin typeface="DFKai-SB" panose="03000509000000000000" pitchFamily="65" charset="-128"/>
                <a:ea typeface="宋体" panose="02010600030101010101" pitchFamily="2" charset="-122"/>
                <a:sym typeface="+mn-ea"/>
              </a:rPr>
              <a:t>机械手</a:t>
            </a:r>
            <a:endParaRPr lang="zh-CN" altLang="en-US" dirty="0">
              <a:latin typeface="DFKai-SB" panose="03000509000000000000" pitchFamily="65" charset="-128"/>
              <a:ea typeface="宋体" panose="02010600030101010101" pitchFamily="2" charset="-122"/>
              <a:sym typeface="+mn-ea"/>
            </a:endParaRPr>
          </a:p>
        </p:txBody>
      </p:sp>
      <p:sp>
        <p:nvSpPr>
          <p:cNvPr id="19" name="Text Box 6"/>
          <p:cNvSpPr txBox="1">
            <a:spLocks noChangeArrowheads="1"/>
          </p:cNvSpPr>
          <p:nvPr/>
        </p:nvSpPr>
        <p:spPr bwMode="auto">
          <a:xfrm>
            <a:off x="601980" y="371475"/>
            <a:ext cx="4691380" cy="369570"/>
          </a:xfrm>
          <a:prstGeom prst="rect">
            <a:avLst/>
          </a:prstGeom>
          <a:noFill/>
          <a:ln w="9525">
            <a:noFill/>
            <a:miter lim="800000"/>
          </a:ln>
        </p:spPr>
        <p:txBody>
          <a:bodyPr wrap="square" lIns="62321" tIns="31161" rIns="62321" bIns="31161">
            <a:spAutoFit/>
          </a:bodyPr>
          <a:lstStyle>
            <a:defPPr>
              <a:defRPr lang="zh-TW"/>
            </a:defPPr>
            <a:lvl1pPr defTabSz="622300">
              <a:spcBef>
                <a:spcPct val="50000"/>
              </a:spcBef>
              <a:defRPr kumimoji="1" sz="2000" b="1">
                <a:latin typeface="Arial" panose="020B0604020202020204" pitchFamily="34" charset="0"/>
                <a:ea typeface="思源黑体 CN Heavy" panose="020B0A00000000000000" pitchFamily="34" charset="-122"/>
                <a:cs typeface="Arial" panose="020B0604020202020204" pitchFamily="34" charset="0"/>
              </a:defRPr>
            </a:lvl1pPr>
          </a:lstStyle>
          <a:p>
            <a:r>
              <a:rPr lang="en-US" altLang="zh-CN" dirty="0"/>
              <a:t>SMT</a:t>
            </a:r>
            <a:r>
              <a:rPr lang="zh-CN" dirty="0"/>
              <a:t>料盘自动出入库系统</a:t>
            </a:r>
            <a:r>
              <a:rPr lang="zh-CN" dirty="0">
                <a:sym typeface="+mn-ea"/>
              </a:rPr>
              <a:t>（</a:t>
            </a:r>
            <a:r>
              <a:rPr lang="en-US" altLang="zh-CN" dirty="0">
                <a:sym typeface="+mn-ea"/>
              </a:rPr>
              <a:t>2/5)</a:t>
            </a:r>
            <a:endParaRPr lang="en-US" altLang="zh-CN" dirty="0"/>
          </a:p>
        </p:txBody>
      </p:sp>
      <p:graphicFrame>
        <p:nvGraphicFramePr>
          <p:cNvPr id="46" name="表格 45"/>
          <p:cNvGraphicFramePr/>
          <p:nvPr>
            <p:custDataLst>
              <p:tags r:id="rId1"/>
            </p:custDataLst>
          </p:nvPr>
        </p:nvGraphicFramePr>
        <p:xfrm>
          <a:off x="4244975" y="104140"/>
          <a:ext cx="7810500" cy="6614160"/>
        </p:xfrm>
        <a:graphic>
          <a:graphicData uri="http://schemas.openxmlformats.org/drawingml/2006/table">
            <a:tbl>
              <a:tblPr firstRow="1" bandRow="1">
                <a:tableStyleId>{5C22544A-7EE6-4342-B048-85BDC9FD1C3A}</a:tableStyleId>
              </a:tblPr>
              <a:tblGrid>
                <a:gridCol w="598805"/>
                <a:gridCol w="1073150"/>
                <a:gridCol w="6138545"/>
              </a:tblGrid>
              <a:tr h="304800">
                <a:tc>
                  <a:txBody>
                    <a:bodyPr/>
                    <a:p>
                      <a:pPr algn="ctr"/>
                      <a:r>
                        <a:rPr lang="zh-CN" altLang="en-US" sz="1400" dirty="0">
                          <a:latin typeface="微软雅黑" panose="020B0503020204020204" pitchFamily="34" charset="-122"/>
                          <a:ea typeface="微软雅黑" panose="020B0503020204020204" pitchFamily="34" charset="-122"/>
                        </a:rPr>
                        <a:t>序号</a:t>
                      </a:r>
                      <a:endParaRPr lang="zh-CN" altLang="en-US" sz="14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dirty="0">
                          <a:latin typeface="微软雅黑" panose="020B0503020204020204" pitchFamily="34" charset="-122"/>
                          <a:ea typeface="微软雅黑" panose="020B0503020204020204" pitchFamily="34" charset="-122"/>
                          <a:sym typeface="+mn-ea"/>
                        </a:rPr>
                        <a:t>参数名称</a:t>
                      </a:r>
                      <a:endParaRPr lang="zh-CN" altLang="en-US" sz="1400" dirty="0">
                        <a:latin typeface="微软雅黑" panose="020B0503020204020204" pitchFamily="34" charset="-122"/>
                        <a:ea typeface="微软雅黑" panose="020B0503020204020204" pitchFamily="34" charset="-122"/>
                      </a:endParaRPr>
                    </a:p>
                  </a:txBody>
                  <a:tcPr anchor="ctr" anchorCtr="0"/>
                </a:tc>
                <a:tc>
                  <a:txBody>
                    <a:bodyPr/>
                    <a:p>
                      <a:r>
                        <a:rPr lang="zh-CN" sz="1400" dirty="0">
                          <a:latin typeface="微软雅黑" panose="020B0503020204020204" pitchFamily="34" charset="-122"/>
                          <a:ea typeface="微软雅黑" panose="020B0503020204020204" pitchFamily="34" charset="-122"/>
                        </a:rPr>
                        <a:t>料盘作业机械手</a:t>
                      </a:r>
                      <a:endParaRPr lang="zh-CN" sz="1400" dirty="0">
                        <a:latin typeface="微软雅黑" panose="020B0503020204020204" pitchFamily="34" charset="-122"/>
                        <a:ea typeface="微软雅黑" panose="020B0503020204020204" pitchFamily="34" charset="-122"/>
                      </a:endParaRPr>
                    </a:p>
                  </a:txBody>
                  <a:tcPr anchor="ctr" anchorCtr="0"/>
                </a:tc>
              </a:tr>
              <a:tr h="640080">
                <a:tc>
                  <a:txBody>
                    <a:bodyPr/>
                    <a:p>
                      <a:pPr algn="ctr"/>
                      <a:r>
                        <a:rPr lang="en-US" altLang="zh-CN" sz="1200" dirty="0">
                          <a:latin typeface="微软雅黑" panose="020B0503020204020204" pitchFamily="34" charset="-122"/>
                          <a:ea typeface="微软雅黑" panose="020B0503020204020204" pitchFamily="34" charset="-122"/>
                        </a:rPr>
                        <a:t>1</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r>
                        <a:rPr lang="zh-CN" altLang="en-US" sz="1200" dirty="0">
                          <a:latin typeface="微软雅黑" panose="020B0503020204020204" pitchFamily="34" charset="-122"/>
                          <a:ea typeface="微软雅黑" panose="020B0503020204020204" pitchFamily="34" charset="-122"/>
                        </a:rPr>
                        <a:t>作业对象</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lgn="l">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sym typeface="+mn-ea"/>
                        </a:rPr>
                        <a:t>7</a:t>
                      </a:r>
                      <a:r>
                        <a:rPr lang="zh-CN" altLang="en-US" sz="1200" dirty="0">
                          <a:latin typeface="微软雅黑" panose="020B0503020204020204" pitchFamily="34" charset="-122"/>
                          <a:ea typeface="微软雅黑" panose="020B0503020204020204" pitchFamily="34" charset="-122"/>
                          <a:sym typeface="+mn-ea"/>
                        </a:rPr>
                        <a:t>寸料盘：料带宽度</a:t>
                      </a:r>
                      <a:r>
                        <a:rPr lang="en-US" altLang="zh-CN" sz="1200" dirty="0">
                          <a:latin typeface="微软雅黑" panose="020B0503020204020204" pitchFamily="34" charset="-122"/>
                          <a:ea typeface="微软雅黑" panose="020B0503020204020204" pitchFamily="34" charset="-122"/>
                          <a:sym typeface="+mn-ea"/>
                        </a:rPr>
                        <a:t>≤28mm</a:t>
                      </a:r>
                      <a:r>
                        <a:rPr lang="zh-CN" altLang="en-US" sz="1200" dirty="0">
                          <a:latin typeface="微软雅黑" panose="020B0503020204020204" pitchFamily="34" charset="-122"/>
                          <a:ea typeface="微软雅黑" panose="020B0503020204020204" pitchFamily="34" charset="-122"/>
                          <a:sym typeface="+mn-ea"/>
                        </a:rPr>
                        <a:t>（不含料盘上下板</a:t>
                      </a:r>
                      <a:r>
                        <a:rPr lang="en-US" altLang="zh-CN" sz="1200" dirty="0">
                          <a:latin typeface="微软雅黑" panose="020B0503020204020204" pitchFamily="34" charset="-122"/>
                          <a:ea typeface="微软雅黑" panose="020B0503020204020204" pitchFamily="34" charset="-122"/>
                          <a:sym typeface="+mn-ea"/>
                        </a:rPr>
                        <a:t>4mm</a:t>
                      </a:r>
                      <a:r>
                        <a:rPr lang="zh-CN" altLang="en-US" sz="1200" dirty="0">
                          <a:latin typeface="微软雅黑" panose="020B0503020204020204" pitchFamily="34" charset="-122"/>
                          <a:ea typeface="微软雅黑" panose="020B0503020204020204" pitchFamily="34" charset="-122"/>
                          <a:sym typeface="+mn-ea"/>
                        </a:rPr>
                        <a:t>）；重量</a:t>
                      </a:r>
                      <a:r>
                        <a:rPr lang="en-US" altLang="zh-CN" sz="1200" dirty="0">
                          <a:latin typeface="微软雅黑" panose="020B0503020204020204" pitchFamily="34" charset="-122"/>
                          <a:ea typeface="微软雅黑" panose="020B0503020204020204" pitchFamily="34" charset="-122"/>
                          <a:sym typeface="+mn-ea"/>
                        </a:rPr>
                        <a:t>≤3KG</a:t>
                      </a:r>
                      <a:r>
                        <a:rPr lang="zh-CN" altLang="en-US" sz="1200" dirty="0">
                          <a:latin typeface="微软雅黑" panose="020B0503020204020204" pitchFamily="34" charset="-122"/>
                          <a:ea typeface="微软雅黑" panose="020B0503020204020204" pitchFamily="34" charset="-122"/>
                          <a:sym typeface="+mn-ea"/>
                        </a:rPr>
                        <a:t>；</a:t>
                      </a:r>
                      <a:endParaRPr lang="zh-CN" altLang="en-US" sz="1200" dirty="0">
                        <a:latin typeface="微软雅黑" panose="020B0503020204020204" pitchFamily="34" charset="-122"/>
                        <a:ea typeface="微软雅黑" panose="020B0503020204020204" pitchFamily="34" charset="-122"/>
                        <a:sym typeface="+mn-ea"/>
                      </a:endParaRPr>
                    </a:p>
                    <a:p>
                      <a:pPr marL="171450" indent="-171450" algn="l">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sym typeface="+mn-ea"/>
                        </a:rPr>
                        <a:t>13</a:t>
                      </a:r>
                      <a:r>
                        <a:rPr lang="zh-CN" altLang="en-US" sz="1200" dirty="0">
                          <a:latin typeface="微软雅黑" panose="020B0503020204020204" pitchFamily="34" charset="-122"/>
                          <a:ea typeface="微软雅黑" panose="020B0503020204020204" pitchFamily="34" charset="-122"/>
                          <a:sym typeface="+mn-ea"/>
                        </a:rPr>
                        <a:t>寸料盘：</a:t>
                      </a:r>
                      <a:r>
                        <a:rPr lang="zh-CN" altLang="en-US" sz="1200" dirty="0">
                          <a:latin typeface="微软雅黑" panose="020B0503020204020204" pitchFamily="34" charset="-122"/>
                          <a:ea typeface="微软雅黑" panose="020B0503020204020204" pitchFamily="34" charset="-122"/>
                          <a:sym typeface="+mn-ea"/>
                        </a:rPr>
                        <a:t>料带宽度</a:t>
                      </a:r>
                      <a:r>
                        <a:rPr lang="en-US" altLang="zh-CN" sz="1200" dirty="0">
                          <a:latin typeface="微软雅黑" panose="020B0503020204020204" pitchFamily="34" charset="-122"/>
                          <a:ea typeface="微软雅黑" panose="020B0503020204020204" pitchFamily="34" charset="-122"/>
                          <a:sym typeface="+mn-ea"/>
                        </a:rPr>
                        <a:t>≤28mm</a:t>
                      </a:r>
                      <a:r>
                        <a:rPr lang="zh-CN" altLang="en-US" sz="1200" dirty="0">
                          <a:latin typeface="微软雅黑" panose="020B0503020204020204" pitchFamily="34" charset="-122"/>
                          <a:ea typeface="微软雅黑" panose="020B0503020204020204" pitchFamily="34" charset="-122"/>
                          <a:sym typeface="+mn-ea"/>
                        </a:rPr>
                        <a:t>（不含料盘上下板</a:t>
                      </a:r>
                      <a:r>
                        <a:rPr lang="en-US" altLang="zh-CN" sz="1200" dirty="0">
                          <a:latin typeface="微软雅黑" panose="020B0503020204020204" pitchFamily="34" charset="-122"/>
                          <a:ea typeface="微软雅黑" panose="020B0503020204020204" pitchFamily="34" charset="-122"/>
                          <a:sym typeface="+mn-ea"/>
                        </a:rPr>
                        <a:t>4mm</a:t>
                      </a:r>
                      <a:r>
                        <a:rPr lang="zh-CN" altLang="en-US" sz="1200" dirty="0">
                          <a:latin typeface="微软雅黑" panose="020B0503020204020204" pitchFamily="34" charset="-122"/>
                          <a:ea typeface="微软雅黑" panose="020B0503020204020204" pitchFamily="34" charset="-122"/>
                          <a:sym typeface="+mn-ea"/>
                        </a:rPr>
                        <a:t>）；重量</a:t>
                      </a:r>
                      <a:r>
                        <a:rPr lang="en-US" altLang="zh-CN" sz="1200" dirty="0">
                          <a:latin typeface="微软雅黑" panose="020B0503020204020204" pitchFamily="34" charset="-122"/>
                          <a:ea typeface="微软雅黑" panose="020B0503020204020204" pitchFamily="34" charset="-122"/>
                          <a:sym typeface="+mn-ea"/>
                        </a:rPr>
                        <a:t>≤3KG</a:t>
                      </a:r>
                      <a:r>
                        <a:rPr lang="zh-CN" altLang="en-US" sz="1200" dirty="0">
                          <a:latin typeface="微软雅黑" panose="020B0503020204020204" pitchFamily="34" charset="-122"/>
                          <a:ea typeface="微软雅黑" panose="020B0503020204020204" pitchFamily="34" charset="-122"/>
                          <a:sym typeface="+mn-ea"/>
                        </a:rPr>
                        <a:t>；</a:t>
                      </a:r>
                      <a:endParaRPr lang="zh-CN" altLang="en-US" sz="1200" dirty="0">
                        <a:latin typeface="微软雅黑" panose="020B0503020204020204" pitchFamily="34" charset="-122"/>
                        <a:ea typeface="微软雅黑" panose="020B0503020204020204" pitchFamily="34" charset="-122"/>
                        <a:sym typeface="+mn-ea"/>
                      </a:endParaRPr>
                    </a:p>
                    <a:p>
                      <a:pPr marL="171450" indent="-171450" algn="l">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sym typeface="+mn-ea"/>
                        </a:rPr>
                        <a:t>15</a:t>
                      </a:r>
                      <a:r>
                        <a:rPr lang="zh-CN" altLang="en-US" sz="1200" dirty="0">
                          <a:latin typeface="微软雅黑" panose="020B0503020204020204" pitchFamily="34" charset="-122"/>
                          <a:ea typeface="微软雅黑" panose="020B0503020204020204" pitchFamily="34" charset="-122"/>
                          <a:sym typeface="+mn-ea"/>
                        </a:rPr>
                        <a:t>寸料盘：</a:t>
                      </a:r>
                      <a:r>
                        <a:rPr lang="zh-CN" altLang="en-US" sz="1200" dirty="0">
                          <a:latin typeface="微软雅黑" panose="020B0503020204020204" pitchFamily="34" charset="-122"/>
                          <a:ea typeface="微软雅黑" panose="020B0503020204020204" pitchFamily="34" charset="-122"/>
                          <a:sym typeface="+mn-ea"/>
                        </a:rPr>
                        <a:t>料带宽度</a:t>
                      </a:r>
                      <a:r>
                        <a:rPr lang="en-US" altLang="zh-CN" sz="1200" dirty="0">
                          <a:latin typeface="微软雅黑" panose="020B0503020204020204" pitchFamily="34" charset="-122"/>
                          <a:ea typeface="微软雅黑" panose="020B0503020204020204" pitchFamily="34" charset="-122"/>
                          <a:sym typeface="+mn-ea"/>
                        </a:rPr>
                        <a:t>≤28mm</a:t>
                      </a:r>
                      <a:r>
                        <a:rPr lang="zh-CN" altLang="en-US" sz="1200" dirty="0">
                          <a:latin typeface="微软雅黑" panose="020B0503020204020204" pitchFamily="34" charset="-122"/>
                          <a:ea typeface="微软雅黑" panose="020B0503020204020204" pitchFamily="34" charset="-122"/>
                          <a:sym typeface="+mn-ea"/>
                        </a:rPr>
                        <a:t>（不含料盘上下板</a:t>
                      </a:r>
                      <a:r>
                        <a:rPr lang="en-US" altLang="zh-CN" sz="1200" dirty="0">
                          <a:latin typeface="微软雅黑" panose="020B0503020204020204" pitchFamily="34" charset="-122"/>
                          <a:ea typeface="微软雅黑" panose="020B0503020204020204" pitchFamily="34" charset="-122"/>
                          <a:sym typeface="+mn-ea"/>
                        </a:rPr>
                        <a:t>4mm</a:t>
                      </a:r>
                      <a:r>
                        <a:rPr lang="zh-CN" altLang="en-US" sz="1200" dirty="0">
                          <a:latin typeface="微软雅黑" panose="020B0503020204020204" pitchFamily="34" charset="-122"/>
                          <a:ea typeface="微软雅黑" panose="020B0503020204020204" pitchFamily="34" charset="-122"/>
                          <a:sym typeface="+mn-ea"/>
                        </a:rPr>
                        <a:t>）；重量</a:t>
                      </a:r>
                      <a:r>
                        <a:rPr lang="en-US" altLang="zh-CN" sz="1200" dirty="0">
                          <a:latin typeface="微软雅黑" panose="020B0503020204020204" pitchFamily="34" charset="-122"/>
                          <a:ea typeface="微软雅黑" panose="020B0503020204020204" pitchFamily="34" charset="-122"/>
                          <a:sym typeface="+mn-ea"/>
                        </a:rPr>
                        <a:t>≤3KG</a:t>
                      </a:r>
                      <a:r>
                        <a:rPr lang="zh-CN" altLang="en-US" sz="1200" dirty="0">
                          <a:latin typeface="微软雅黑" panose="020B0503020204020204" pitchFamily="34" charset="-122"/>
                          <a:ea typeface="微软雅黑" panose="020B0503020204020204" pitchFamily="34" charset="-122"/>
                          <a:sym typeface="+mn-ea"/>
                        </a:rPr>
                        <a:t>；</a:t>
                      </a:r>
                      <a:endParaRPr lang="zh-CN" altLang="en-US" sz="1200" dirty="0">
                        <a:latin typeface="微软雅黑" panose="020B0503020204020204" pitchFamily="34" charset="-122"/>
                        <a:ea typeface="微软雅黑" panose="020B0503020204020204" pitchFamily="34" charset="-122"/>
                        <a:sym typeface="+mn-ea"/>
                      </a:endParaRPr>
                    </a:p>
                  </a:txBody>
                  <a:tcPr anchor="ctr"/>
                </a:tc>
              </a:tr>
              <a:tr h="2103120">
                <a:tc>
                  <a:txBody>
                    <a:bodyPr/>
                    <a:p>
                      <a:pPr algn="ctr">
                        <a:buNone/>
                      </a:pPr>
                      <a:r>
                        <a:rPr lang="en-US" altLang="zh-CN" sz="1200" dirty="0">
                          <a:latin typeface="微软雅黑" panose="020B0503020204020204" pitchFamily="34" charset="-122"/>
                          <a:ea typeface="微软雅黑" panose="020B0503020204020204" pitchFamily="34" charset="-122"/>
                        </a:rPr>
                        <a:t>2</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功能要求</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臂展</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≥2000mm</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，能够触达移动料架内周转箱摞的位置（如果无法触达，需要借助</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AGV</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对移动料架进行旋转）；</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负载要求</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≥10KG</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由于周转箱高度原因，竖直方向需要单独考虑升降取放料机构；</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包含</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个料盘定位设备，兼容</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7</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寸、</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13</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寸、</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15</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寸</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种规格的料盘；</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料盘定位机构上面需要有条码识别相机，对接上位系统，判别料盘条码；</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包含</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个异常料盘放置架，</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600*400</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平台，高度</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600</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机械手夹具兼备海绵吸盘和料盘夹爪，功能如下：</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buFont typeface="Wingdings" panose="05000000000000000000" charset="0"/>
                        <a:buChar char="Ø"/>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海绵吸盘用于吸取周转箱格内的料盘，放在定位设备上；</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buFont typeface="Wingdings" panose="05000000000000000000" charset="0"/>
                        <a:buChar char="Ø"/>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海绵吸盘可以吸取</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310mm</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料箱内的料盘；</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buFont typeface="Wingdings" panose="05000000000000000000" charset="0"/>
                        <a:buChar char="Ø"/>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料盘夹爪从定位设备</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移动货架夹取</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7</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寸</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/13</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寸</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/15</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寸不同规格料盘，放在指定货架位上；</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tc>
              </a:tr>
              <a:tr h="1188720">
                <a:tc>
                  <a:txBody>
                    <a:bodyPr/>
                    <a:p>
                      <a:pPr algn="ctr">
                        <a:buNone/>
                      </a:pPr>
                      <a:r>
                        <a:rPr lang="en-US" altLang="zh-CN" sz="1200" dirty="0">
                          <a:latin typeface="微软雅黑" panose="020B0503020204020204" pitchFamily="34" charset="-122"/>
                          <a:ea typeface="微软雅黑" panose="020B0503020204020204" pitchFamily="34" charset="-122"/>
                        </a:rPr>
                        <a:t>3</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作业流程</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buFont typeface="Arial" panose="020B0604020202020204" pitchFamily="34" charset="0"/>
                        <a:buChar char="•"/>
                      </a:pPr>
                      <a:r>
                        <a:rPr lang="zh-CN" altLang="en-US" sz="1200" b="1" dirty="0">
                          <a:latin typeface="微软雅黑" panose="020B0503020204020204" pitchFamily="34" charset="-122"/>
                          <a:ea typeface="微软雅黑" panose="020B0503020204020204" pitchFamily="34" charset="-122"/>
                          <a:sym typeface="+mn-ea"/>
                        </a:rPr>
                        <a:t>入库时</a:t>
                      </a:r>
                      <a:r>
                        <a:rPr lang="zh-CN" altLang="en-US" sz="1200" dirty="0">
                          <a:latin typeface="微软雅黑" panose="020B0503020204020204" pitchFamily="34" charset="-122"/>
                          <a:ea typeface="微软雅黑" panose="020B0503020204020204" pitchFamily="34" charset="-122"/>
                          <a:sym typeface="+mn-ea"/>
                        </a:rPr>
                        <a:t>，机械手将料盘从单层移动料架的周转箱摞里吸起，放置在料盘定位机构，经扫描判别后，再送到指定的区域，比如：</a:t>
                      </a:r>
                      <a:r>
                        <a:rPr lang="en-US" altLang="zh-CN" sz="1200" dirty="0">
                          <a:latin typeface="微软雅黑" panose="020B0503020204020204" pitchFamily="34" charset="-122"/>
                          <a:ea typeface="微软雅黑" panose="020B0503020204020204" pitchFamily="34" charset="-122"/>
                          <a:sym typeface="+mn-ea"/>
                        </a:rPr>
                        <a:t>1</a:t>
                      </a:r>
                      <a:r>
                        <a:rPr lang="zh-CN" altLang="en-US" sz="1200" dirty="0">
                          <a:latin typeface="微软雅黑" panose="020B0503020204020204" pitchFamily="34" charset="-122"/>
                          <a:ea typeface="微软雅黑" panose="020B0503020204020204" pitchFamily="34" charset="-122"/>
                          <a:sym typeface="+mn-ea"/>
                        </a:rPr>
                        <a:t>）用吸盘吸起，水平放到输送线上的周转箱指定摞格内；</a:t>
                      </a:r>
                      <a:r>
                        <a:rPr lang="en-US" altLang="zh-CN" sz="1200" dirty="0">
                          <a:latin typeface="微软雅黑" panose="020B0503020204020204" pitchFamily="34" charset="-122"/>
                          <a:ea typeface="微软雅黑" panose="020B0503020204020204" pitchFamily="34" charset="-122"/>
                          <a:sym typeface="+mn-ea"/>
                        </a:rPr>
                        <a:t>2</a:t>
                      </a:r>
                      <a:r>
                        <a:rPr lang="zh-CN" altLang="en-US" sz="1200" dirty="0">
                          <a:latin typeface="微软雅黑" panose="020B0503020204020204" pitchFamily="34" charset="-122"/>
                          <a:ea typeface="微软雅黑" panose="020B0503020204020204" pitchFamily="34" charset="-122"/>
                          <a:sym typeface="+mn-ea"/>
                        </a:rPr>
                        <a:t>）用夹爪夹起，竖直放到料架储位内；</a:t>
                      </a:r>
                      <a:endParaRPr lang="zh-CN" altLang="en-US" sz="1200" dirty="0">
                        <a:latin typeface="微软雅黑" panose="020B0503020204020204" pitchFamily="34" charset="-122"/>
                        <a:ea typeface="微软雅黑" panose="020B0503020204020204" pitchFamily="34" charset="-122"/>
                        <a:sym typeface="+mn-ea"/>
                      </a:endParaRPr>
                    </a:p>
                    <a:p>
                      <a:pPr marL="171450" indent="-171450">
                        <a:buFont typeface="Arial" panose="020B0604020202020204" pitchFamily="34" charset="0"/>
                        <a:buChar char="•"/>
                      </a:pPr>
                      <a:r>
                        <a:rPr lang="zh-CN" altLang="en-US" sz="1200" b="1" dirty="0">
                          <a:latin typeface="微软雅黑" panose="020B0503020204020204" pitchFamily="34" charset="-122"/>
                          <a:ea typeface="微软雅黑" panose="020B0503020204020204" pitchFamily="34" charset="-122"/>
                          <a:sym typeface="+mn-ea"/>
                        </a:rPr>
                        <a:t>出库时</a:t>
                      </a:r>
                      <a:r>
                        <a:rPr lang="zh-CN" altLang="en-US" sz="1200" dirty="0">
                          <a:latin typeface="微软雅黑" panose="020B0503020204020204" pitchFamily="34" charset="-122"/>
                          <a:ea typeface="微软雅黑" panose="020B0503020204020204" pitchFamily="34" charset="-122"/>
                          <a:sym typeface="+mn-ea"/>
                        </a:rPr>
                        <a:t>，机械手将料盘从输送线上的周转箱摞里吸起，放置在料盘定位机构，经扫描判别后，再送到指定的区域，比如：</a:t>
                      </a:r>
                      <a:r>
                        <a:rPr lang="en-US" altLang="zh-CN" sz="1200" dirty="0">
                          <a:latin typeface="微软雅黑" panose="020B0503020204020204" pitchFamily="34" charset="-122"/>
                          <a:ea typeface="微软雅黑" panose="020B0503020204020204" pitchFamily="34" charset="-122"/>
                          <a:sym typeface="+mn-ea"/>
                        </a:rPr>
                        <a:t>1</a:t>
                      </a:r>
                      <a:r>
                        <a:rPr lang="zh-CN" altLang="en-US" sz="1200" dirty="0">
                          <a:latin typeface="微软雅黑" panose="020B0503020204020204" pitchFamily="34" charset="-122"/>
                          <a:ea typeface="微软雅黑" panose="020B0503020204020204" pitchFamily="34" charset="-122"/>
                          <a:sym typeface="+mn-ea"/>
                        </a:rPr>
                        <a:t>）用吸盘吸起，水平放到单层料架上的周转箱指定摞格内；</a:t>
                      </a:r>
                      <a:r>
                        <a:rPr lang="en-US" altLang="zh-CN" sz="1200" dirty="0">
                          <a:latin typeface="微软雅黑" panose="020B0503020204020204" pitchFamily="34" charset="-122"/>
                          <a:ea typeface="微软雅黑" panose="020B0503020204020204" pitchFamily="34" charset="-122"/>
                          <a:sym typeface="+mn-ea"/>
                        </a:rPr>
                        <a:t>2</a:t>
                      </a:r>
                      <a:r>
                        <a:rPr lang="zh-CN" altLang="en-US" sz="1200" dirty="0">
                          <a:latin typeface="微软雅黑" panose="020B0503020204020204" pitchFamily="34" charset="-122"/>
                          <a:ea typeface="微软雅黑" panose="020B0503020204020204" pitchFamily="34" charset="-122"/>
                          <a:sym typeface="+mn-ea"/>
                        </a:rPr>
                        <a:t>）用夹爪夹起，竖直放到料架储位内；</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tc>
              </a:tr>
              <a:tr h="640080">
                <a:tc>
                  <a:txBody>
                    <a:bodyPr/>
                    <a:p>
                      <a:pPr algn="ctr">
                        <a:buNone/>
                      </a:pPr>
                      <a:r>
                        <a:rPr lang="en-US" altLang="zh-CN" sz="1200" dirty="0">
                          <a:latin typeface="微软雅黑" panose="020B0503020204020204" pitchFamily="34" charset="-122"/>
                          <a:ea typeface="微软雅黑" panose="020B0503020204020204" pitchFamily="34" charset="-122"/>
                        </a:rPr>
                        <a:t>4</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系统对接</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buFont typeface="Arial" panose="020B0604020202020204" pitchFamily="34" charset="0"/>
                        <a:buChar char="•"/>
                      </a:pPr>
                      <a:r>
                        <a:rPr lang="zh-CN" altLang="en-US" sz="1200" dirty="0" err="1">
                          <a:latin typeface="微软雅黑" panose="020B0503020204020204" pitchFamily="34" charset="-122"/>
                          <a:ea typeface="微软雅黑" panose="020B0503020204020204" pitchFamily="34" charset="-122"/>
                          <a:sym typeface="+mn-ea"/>
                        </a:rPr>
                        <a:t>需要考虑料架固定需求位和</a:t>
                      </a:r>
                      <a:r>
                        <a:rPr lang="en-US" altLang="zh-CN" sz="1200" dirty="0" err="1">
                          <a:latin typeface="微软雅黑" panose="020B0503020204020204" pitchFamily="34" charset="-122"/>
                          <a:ea typeface="微软雅黑" panose="020B0503020204020204" pitchFamily="34" charset="-122"/>
                          <a:sym typeface="+mn-ea"/>
                        </a:rPr>
                        <a:t>AGV</a:t>
                      </a:r>
                      <a:r>
                        <a:rPr lang="zh-CN" altLang="en-US" sz="1200" dirty="0" err="1">
                          <a:latin typeface="微软雅黑" panose="020B0503020204020204" pitchFamily="34" charset="-122"/>
                          <a:ea typeface="微软雅黑" panose="020B0503020204020204" pitchFamily="34" charset="-122"/>
                          <a:sym typeface="+mn-ea"/>
                        </a:rPr>
                        <a:t>放置位之间的误差解决方式；</a:t>
                      </a:r>
                      <a:endParaRPr lang="zh-CN" altLang="en-US" sz="1200" dirty="0" err="1">
                        <a:latin typeface="微软雅黑" panose="020B0503020204020204" pitchFamily="34" charset="-122"/>
                        <a:ea typeface="微软雅黑" panose="020B0503020204020204" pitchFamily="34" charset="-122"/>
                        <a:sym typeface="+mn-ea"/>
                      </a:endParaRPr>
                    </a:p>
                    <a:p>
                      <a:pPr marL="171450" indent="-171450">
                        <a:buFont typeface="Arial" panose="020B0604020202020204" pitchFamily="34" charset="0"/>
                        <a:buChar char="•"/>
                      </a:pPr>
                      <a:r>
                        <a:rPr lang="zh-CN" altLang="en-US" sz="1200" dirty="0" err="1">
                          <a:latin typeface="微软雅黑" panose="020B0503020204020204" pitchFamily="34" charset="-122"/>
                          <a:ea typeface="微软雅黑" panose="020B0503020204020204" pitchFamily="34" charset="-122"/>
                          <a:sym typeface="+mn-ea"/>
                        </a:rPr>
                        <a:t>或者提出简单可行的对接定位方式，双方协商实施；</a:t>
                      </a:r>
                      <a:endParaRPr lang="zh-CN" altLang="en-US" sz="1200" dirty="0" err="1">
                        <a:latin typeface="微软雅黑" panose="020B0503020204020204" pitchFamily="34" charset="-122"/>
                        <a:ea typeface="微软雅黑" panose="020B0503020204020204" pitchFamily="34" charset="-122"/>
                        <a:sym typeface="+mn-ea"/>
                      </a:endParaRPr>
                    </a:p>
                    <a:p>
                      <a:pPr marL="171450" indent="-171450">
                        <a:buFont typeface="Arial" panose="020B0604020202020204" pitchFamily="34" charset="0"/>
                        <a:buChar char="•"/>
                      </a:pPr>
                      <a:r>
                        <a:rPr lang="zh-CN" altLang="en-US" sz="1200" dirty="0" err="1">
                          <a:latin typeface="微软雅黑" panose="020B0503020204020204" pitchFamily="34" charset="-122"/>
                          <a:ea typeface="微软雅黑" panose="020B0503020204020204" pitchFamily="34" charset="-122"/>
                          <a:sym typeface="+mn-ea"/>
                        </a:rPr>
                        <a:t>对接上位系统，根据指令将料盘放置到指定位；</a:t>
                      </a:r>
                      <a:endParaRPr lang="zh-CN" altLang="en-US" sz="1200" dirty="0" err="1">
                        <a:latin typeface="微软雅黑" panose="020B0503020204020204" pitchFamily="34" charset="-122"/>
                        <a:ea typeface="微软雅黑" panose="020B0503020204020204" pitchFamily="34" charset="-122"/>
                        <a:sym typeface="+mn-ea"/>
                      </a:endParaRPr>
                    </a:p>
                  </a:txBody>
                  <a:tcPr anchor="ctr"/>
                </a:tc>
              </a:tr>
              <a:tr h="1188720">
                <a:tc>
                  <a:txBody>
                    <a:bodyPr/>
                    <a:p>
                      <a:pPr algn="ctr">
                        <a:buNone/>
                      </a:pPr>
                      <a:r>
                        <a:rPr lang="en-US" altLang="zh-CN" sz="1200" dirty="0">
                          <a:latin typeface="微软雅黑" panose="020B0503020204020204" pitchFamily="34" charset="-122"/>
                          <a:ea typeface="微软雅黑" panose="020B0503020204020204" pitchFamily="34" charset="-122"/>
                        </a:rPr>
                        <a:t>5</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安全设施</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zh-CN" sz="1200" dirty="0">
                          <a:latin typeface="宋体" panose="02010600030101010101" pitchFamily="2" charset="-122"/>
                          <a:ea typeface="宋体" panose="02010600030101010101" pitchFamily="2" charset="-122"/>
                          <a:sym typeface="+mn-ea"/>
                        </a:rPr>
                        <a:t>料架出入口处加光栅，当有异物</a:t>
                      </a:r>
                      <a:r>
                        <a:rPr lang="en-US" altLang="zh-CN" sz="1200" dirty="0">
                          <a:latin typeface="宋体" panose="02010600030101010101" pitchFamily="2" charset="-122"/>
                          <a:ea typeface="宋体" panose="02010600030101010101" pitchFamily="2" charset="-122"/>
                          <a:sym typeface="+mn-ea"/>
                        </a:rPr>
                        <a:t>/</a:t>
                      </a:r>
                      <a:r>
                        <a:rPr lang="zh-CN" altLang="en-US" sz="1200" dirty="0">
                          <a:latin typeface="宋体" panose="02010600030101010101" pitchFamily="2" charset="-122"/>
                          <a:ea typeface="宋体" panose="02010600030101010101" pitchFamily="2" charset="-122"/>
                          <a:sym typeface="+mn-ea"/>
                        </a:rPr>
                        <a:t>人员进入</a:t>
                      </a:r>
                      <a:r>
                        <a:rPr lang="zh-CN" sz="1200" dirty="0">
                          <a:latin typeface="宋体" panose="02010600030101010101" pitchFamily="2" charset="-122"/>
                          <a:ea typeface="宋体" panose="02010600030101010101" pitchFamily="2" charset="-122"/>
                          <a:sym typeface="+mn-ea"/>
                        </a:rPr>
                        <a:t>时，设备停止作业；</a:t>
                      </a:r>
                      <a:endParaRPr lang="zh-CN" sz="1200" dirty="0">
                        <a:latin typeface="宋体" panose="02010600030101010101" pitchFamily="2" charset="-122"/>
                        <a:ea typeface="宋体" panose="02010600030101010101" pitchFamily="2" charset="-122"/>
                        <a:sym typeface="+mn-ea"/>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zh-CN" sz="1200" dirty="0">
                          <a:latin typeface="宋体" panose="02010600030101010101" pitchFamily="2" charset="-122"/>
                          <a:ea typeface="宋体" panose="02010600030101010101" pitchFamily="2" charset="-122"/>
                          <a:sym typeface="+mn-ea"/>
                        </a:rPr>
                        <a:t>料架出入口光栅需要和系统对接，</a:t>
                      </a:r>
                      <a:r>
                        <a:rPr lang="en-US" altLang="zh-CN" sz="1200" dirty="0">
                          <a:latin typeface="宋体" panose="02010600030101010101" pitchFamily="2" charset="-122"/>
                          <a:ea typeface="宋体" panose="02010600030101010101" pitchFamily="2" charset="-122"/>
                          <a:sym typeface="+mn-ea"/>
                        </a:rPr>
                        <a:t>AGV</a:t>
                      </a:r>
                      <a:r>
                        <a:rPr lang="zh-CN" altLang="en-US" sz="1200" dirty="0">
                          <a:latin typeface="宋体" panose="02010600030101010101" pitchFamily="2" charset="-122"/>
                          <a:ea typeface="宋体" panose="02010600030101010101" pitchFamily="2" charset="-122"/>
                          <a:sym typeface="+mn-ea"/>
                        </a:rPr>
                        <a:t>进出时自动屏蔽，避免影响设备正常运行；</a:t>
                      </a:r>
                      <a:endParaRPr lang="zh-CN" sz="1200" dirty="0">
                        <a:latin typeface="宋体" panose="02010600030101010101" pitchFamily="2" charset="-122"/>
                        <a:ea typeface="宋体" panose="02010600030101010101" pitchFamily="2" charset="-122"/>
                        <a:sym typeface="+mn-ea"/>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zh-CN" sz="1200" dirty="0">
                          <a:latin typeface="宋体" panose="02010600030101010101" pitchFamily="2" charset="-122"/>
                          <a:ea typeface="宋体" panose="02010600030101010101" pitchFamily="2" charset="-122"/>
                          <a:sym typeface="+mn-ea"/>
                        </a:rPr>
                        <a:t>周边如有设置围栏，围栏需求满足环安部门要求，比如：</a:t>
                      </a:r>
                      <a:endParaRPr lang="zh-CN" sz="1200" dirty="0">
                        <a:latin typeface="宋体" panose="02010600030101010101" pitchFamily="2" charset="-122"/>
                        <a:ea typeface="宋体" panose="02010600030101010101" pitchFamily="2" charset="-122"/>
                        <a:sym typeface="+mn-ea"/>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charset="0"/>
                        <a:buChar char="Ø"/>
                        <a:defRPr/>
                      </a:pPr>
                      <a:r>
                        <a:rPr lang="zh-CN" sz="1200" dirty="0">
                          <a:latin typeface="宋体" panose="02010600030101010101" pitchFamily="2" charset="-122"/>
                          <a:ea typeface="宋体" panose="02010600030101010101" pitchFamily="2" charset="-122"/>
                          <a:sym typeface="+mn-ea"/>
                        </a:rPr>
                        <a:t>围栏空隙≤20*20mm；</a:t>
                      </a:r>
                      <a:endParaRPr lang="zh-CN" sz="1200" dirty="0">
                        <a:latin typeface="宋体" panose="02010600030101010101" pitchFamily="2" charset="-122"/>
                        <a:ea typeface="宋体" panose="02010600030101010101" pitchFamily="2" charset="-122"/>
                        <a:sym typeface="+mn-ea"/>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charset="0"/>
                        <a:buChar char="Ø"/>
                        <a:defRPr/>
                      </a:pPr>
                      <a:r>
                        <a:rPr lang="zh-CN" sz="1200" dirty="0">
                          <a:latin typeface="宋体" panose="02010600030101010101" pitchFamily="2" charset="-122"/>
                          <a:ea typeface="宋体" panose="02010600030101010101" pitchFamily="2" charset="-122"/>
                          <a:sym typeface="+mn-ea"/>
                        </a:rPr>
                        <a:t>底部空隙≤20CM；</a:t>
                      </a:r>
                      <a:endParaRPr lang="zh-CN" sz="1200" dirty="0">
                        <a:latin typeface="宋体" panose="02010600030101010101" pitchFamily="2" charset="-122"/>
                        <a:ea typeface="宋体" panose="02010600030101010101" pitchFamily="2" charset="-122"/>
                        <a:sym typeface="+mn-ea"/>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charset="0"/>
                        <a:buChar char="Ø"/>
                        <a:defRPr/>
                      </a:pPr>
                      <a:r>
                        <a:rPr lang="zh-CN" sz="1200" dirty="0">
                          <a:latin typeface="宋体" panose="02010600030101010101" pitchFamily="2" charset="-122"/>
                          <a:ea typeface="宋体" panose="02010600030101010101" pitchFamily="2" charset="-122"/>
                          <a:sym typeface="+mn-ea"/>
                        </a:rPr>
                        <a:t>顶部距地空隙≥1800mm，并保证设备上沿不单独露出等；</a:t>
                      </a:r>
                      <a:endParaRPr lang="zh-CN" sz="1200" dirty="0">
                        <a:latin typeface="宋体" panose="02010600030101010101" pitchFamily="2" charset="-122"/>
                        <a:ea typeface="宋体" panose="02010600030101010101" pitchFamily="2" charset="-122"/>
                        <a:sym typeface="+mn-ea"/>
                      </a:endParaRPr>
                    </a:p>
                  </a:txBody>
                  <a:tcPr anchor="ctr"/>
                </a:tc>
              </a:tr>
              <a:tr h="274320">
                <a:tc>
                  <a:txBody>
                    <a:bodyPr/>
                    <a:p>
                      <a:pPr algn="ctr">
                        <a:buNone/>
                      </a:pPr>
                      <a:r>
                        <a:rPr lang="en-US" altLang="zh-CN" sz="1200" dirty="0">
                          <a:latin typeface="微软雅黑" panose="020B0503020204020204" pitchFamily="34" charset="-122"/>
                          <a:ea typeface="微软雅黑" panose="020B0503020204020204" pitchFamily="34" charset="-122"/>
                        </a:rPr>
                        <a:t>6</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效率要求</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整体出入库效率</a:t>
                      </a:r>
                      <a:r>
                        <a:rPr lang="en-US" altLang="zh-CN" sz="1200" dirty="0">
                          <a:latin typeface="微软雅黑" panose="020B0503020204020204" pitchFamily="34" charset="-122"/>
                          <a:ea typeface="微软雅黑" panose="020B0503020204020204" pitchFamily="34" charset="-122"/>
                        </a:rPr>
                        <a:t>≥360</a:t>
                      </a:r>
                      <a:r>
                        <a:rPr lang="zh-CN" altLang="en-US" sz="1200" dirty="0">
                          <a:latin typeface="微软雅黑" panose="020B0503020204020204" pitchFamily="34" charset="-122"/>
                          <a:ea typeface="微软雅黑" panose="020B0503020204020204" pitchFamily="34" charset="-122"/>
                        </a:rPr>
                        <a:t>盘</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小时；</a:t>
                      </a:r>
                      <a:endParaRPr lang="zh-CN" altLang="en-US" sz="1200" dirty="0">
                        <a:latin typeface="微软雅黑" panose="020B0503020204020204" pitchFamily="34" charset="-122"/>
                        <a:ea typeface="微软雅黑" panose="020B0503020204020204" pitchFamily="34" charset="-122"/>
                      </a:endParaRPr>
                    </a:p>
                  </a:txBody>
                  <a:tcPr anchor="ctr"/>
                </a:tc>
              </a:tr>
              <a:tr h="274320">
                <a:tc>
                  <a:txBody>
                    <a:bodyPr/>
                    <a:p>
                      <a:pPr algn="ctr">
                        <a:buNone/>
                      </a:pPr>
                      <a:r>
                        <a:rPr lang="en-US" altLang="zh-CN" sz="1200" dirty="0">
                          <a:latin typeface="微软雅黑" panose="020B0503020204020204" pitchFamily="34" charset="-122"/>
                          <a:ea typeface="微软雅黑" panose="020B0503020204020204" pitchFamily="34" charset="-122"/>
                        </a:rPr>
                        <a:t>7</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电源要求</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满足美国电压要求</a:t>
                      </a:r>
                      <a:endParaRPr lang="zh-CN" altLang="en-US" sz="1200" dirty="0">
                        <a:latin typeface="微软雅黑" panose="020B0503020204020204" pitchFamily="34" charset="-122"/>
                        <a:ea typeface="微软雅黑" panose="020B0503020204020204" pitchFamily="34" charset="-122"/>
                      </a:endParaRPr>
                    </a:p>
                  </a:txBody>
                  <a:tcPr anchor="ctr"/>
                </a:tc>
              </a:tr>
            </a:tbl>
          </a:graphicData>
        </a:graphic>
      </p:graphicFrame>
      <p:pic>
        <p:nvPicPr>
          <p:cNvPr id="35" name="图片 34"/>
          <p:cNvPicPr>
            <a:picLocks noChangeAspect="1"/>
          </p:cNvPicPr>
          <p:nvPr/>
        </p:nvPicPr>
        <p:blipFill>
          <a:blip r:embed="rId2"/>
          <a:stretch>
            <a:fillRect/>
          </a:stretch>
        </p:blipFill>
        <p:spPr>
          <a:xfrm>
            <a:off x="0" y="1413510"/>
            <a:ext cx="2124710" cy="1515745"/>
          </a:xfrm>
          <a:prstGeom prst="rect">
            <a:avLst/>
          </a:prstGeom>
        </p:spPr>
      </p:pic>
      <p:pic>
        <p:nvPicPr>
          <p:cNvPr id="45" name="图片 44"/>
          <p:cNvPicPr>
            <a:picLocks noChangeAspect="1"/>
          </p:cNvPicPr>
          <p:nvPr/>
        </p:nvPicPr>
        <p:blipFill>
          <a:blip r:embed="rId3"/>
          <a:stretch>
            <a:fillRect/>
          </a:stretch>
        </p:blipFill>
        <p:spPr>
          <a:xfrm>
            <a:off x="2225675" y="1596390"/>
            <a:ext cx="1918970" cy="1310005"/>
          </a:xfrm>
          <a:prstGeom prst="rect">
            <a:avLst/>
          </a:prstGeom>
        </p:spPr>
      </p:pic>
      <p:pic>
        <p:nvPicPr>
          <p:cNvPr id="49" name="图片 48"/>
          <p:cNvPicPr>
            <a:picLocks noChangeAspect="1"/>
          </p:cNvPicPr>
          <p:nvPr/>
        </p:nvPicPr>
        <p:blipFill>
          <a:blip r:embed="rId4"/>
          <a:stretch>
            <a:fillRect/>
          </a:stretch>
        </p:blipFill>
        <p:spPr>
          <a:xfrm>
            <a:off x="236220" y="3105150"/>
            <a:ext cx="3686175" cy="27749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 Box 6"/>
          <p:cNvSpPr txBox="1">
            <a:spLocks noChangeArrowheads="1"/>
          </p:cNvSpPr>
          <p:nvPr/>
        </p:nvSpPr>
        <p:spPr bwMode="auto">
          <a:xfrm>
            <a:off x="476250" y="916940"/>
            <a:ext cx="9759315" cy="320675"/>
          </a:xfrm>
          <a:prstGeom prst="rect">
            <a:avLst/>
          </a:prstGeom>
          <a:noFill/>
          <a:ln w="9525">
            <a:noFill/>
            <a:miter lim="800000"/>
          </a:ln>
        </p:spPr>
        <p:txBody>
          <a:bodyPr wrap="square" lIns="74975" tIns="37489" rIns="74975" bIns="37489">
            <a:spAutoFit/>
          </a:bodyPr>
          <a:lstStyle>
            <a:defPPr>
              <a:defRPr lang="zh-TW"/>
            </a:defPPr>
            <a:lvl1pPr>
              <a:spcBef>
                <a:spcPct val="50000"/>
              </a:spcBef>
              <a:defRPr sz="1600" b="1">
                <a:latin typeface="Microsoft JhengHei" panose="020B0604030504040204" pitchFamily="34" charset="-120"/>
                <a:ea typeface="Microsoft JhengHei" panose="020B0604030504040204" pitchFamily="34" charset="-120"/>
              </a:defRPr>
            </a:lvl1pPr>
          </a:lstStyle>
          <a:p>
            <a:r>
              <a:rPr lang="en-US" altLang="zh-CN" dirty="0">
                <a:latin typeface="DFKai-SB" panose="03000509000000000000" pitchFamily="65" charset="-128"/>
                <a:ea typeface="宋体" panose="02010600030101010101" pitchFamily="2" charset="-122"/>
                <a:sym typeface="+mn-ea"/>
              </a:rPr>
              <a:t>3</a:t>
            </a:r>
            <a:r>
              <a:rPr lang="zh-CN" altLang="en-US" dirty="0">
                <a:latin typeface="DFKai-SB" panose="03000509000000000000" pitchFamily="65" charset="-128"/>
                <a:ea typeface="宋体" panose="02010600030101010101" pitchFamily="2" charset="-122"/>
                <a:sym typeface="+mn-ea"/>
              </a:rPr>
              <a:t>、</a:t>
            </a:r>
            <a:r>
              <a:rPr lang="zh-CN" altLang="en-US" dirty="0">
                <a:latin typeface="DFKai-SB" panose="03000509000000000000" pitchFamily="65" charset="-128"/>
                <a:ea typeface="DFKai-SB" panose="03000509000000000000" pitchFamily="65" charset="-128"/>
                <a:sym typeface="+mn-ea"/>
              </a:rPr>
              <a:t>设备说明</a:t>
            </a:r>
            <a:r>
              <a:rPr lang="en-US" altLang="zh-CN" dirty="0">
                <a:latin typeface="DFKai-SB" panose="03000509000000000000" pitchFamily="65" charset="-128"/>
                <a:ea typeface="DFKai-SB" panose="03000509000000000000" pitchFamily="65" charset="-128"/>
                <a:sym typeface="+mn-ea"/>
              </a:rPr>
              <a:t>-</a:t>
            </a:r>
            <a:r>
              <a:rPr lang="zh-CN" altLang="en-US" dirty="0">
                <a:latin typeface="DFKai-SB" panose="03000509000000000000" pitchFamily="65" charset="-128"/>
                <a:ea typeface="宋体" panose="02010600030101010101" pitchFamily="2" charset="-122"/>
                <a:sym typeface="+mn-ea"/>
              </a:rPr>
              <a:t>作业对象</a:t>
            </a:r>
            <a:endParaRPr lang="zh-CN" altLang="en-US" dirty="0">
              <a:latin typeface="DFKai-SB" panose="03000509000000000000" pitchFamily="65" charset="-128"/>
              <a:ea typeface="宋体" panose="02010600030101010101" pitchFamily="2" charset="-122"/>
              <a:sym typeface="+mn-ea"/>
            </a:endParaRPr>
          </a:p>
        </p:txBody>
      </p:sp>
      <p:sp>
        <p:nvSpPr>
          <p:cNvPr id="19" name="Text Box 6"/>
          <p:cNvSpPr txBox="1">
            <a:spLocks noChangeArrowheads="1"/>
          </p:cNvSpPr>
          <p:nvPr/>
        </p:nvSpPr>
        <p:spPr bwMode="auto">
          <a:xfrm>
            <a:off x="659323" y="371705"/>
            <a:ext cx="4474422" cy="831215"/>
          </a:xfrm>
          <a:prstGeom prst="rect">
            <a:avLst/>
          </a:prstGeom>
          <a:noFill/>
          <a:ln w="9525">
            <a:noFill/>
            <a:miter lim="800000"/>
          </a:ln>
        </p:spPr>
        <p:txBody>
          <a:bodyPr wrap="square" lIns="62321" tIns="31161" rIns="62321" bIns="31161">
            <a:spAutoFit/>
          </a:bodyPr>
          <a:lstStyle>
            <a:defPPr>
              <a:defRPr lang="zh-TW"/>
            </a:defPPr>
            <a:lvl1pPr defTabSz="622300">
              <a:spcBef>
                <a:spcPct val="50000"/>
              </a:spcBef>
              <a:defRPr kumimoji="1" sz="2000" b="1">
                <a:latin typeface="Arial" panose="020B0604020202020204" pitchFamily="34" charset="0"/>
                <a:ea typeface="思源黑体 CN Heavy" panose="020B0A00000000000000" pitchFamily="34" charset="-122"/>
                <a:cs typeface="Arial" panose="020B0604020202020204" pitchFamily="34" charset="0"/>
              </a:defRPr>
            </a:lvl1pPr>
          </a:lstStyle>
          <a:p>
            <a:r>
              <a:rPr lang="en-US" altLang="zh-CN" dirty="0"/>
              <a:t>SMT</a:t>
            </a:r>
            <a:r>
              <a:rPr lang="zh-CN" dirty="0"/>
              <a:t>料盘自动出入库系统</a:t>
            </a:r>
            <a:r>
              <a:rPr lang="zh-CN" dirty="0">
                <a:sym typeface="+mn-ea"/>
              </a:rPr>
              <a:t>（</a:t>
            </a:r>
            <a:r>
              <a:rPr lang="en-US" altLang="zh-CN" dirty="0">
                <a:sym typeface="+mn-ea"/>
              </a:rPr>
              <a:t>3/5)</a:t>
            </a:r>
            <a:endParaRPr lang="zh-CN" altLang="en-US" dirty="0"/>
          </a:p>
          <a:p>
            <a:endParaRPr lang="en-US" altLang="zh-CN" dirty="0"/>
          </a:p>
        </p:txBody>
      </p:sp>
      <p:graphicFrame>
        <p:nvGraphicFramePr>
          <p:cNvPr id="46" name="表格 45"/>
          <p:cNvGraphicFramePr/>
          <p:nvPr>
            <p:custDataLst>
              <p:tags r:id="rId1"/>
            </p:custDataLst>
          </p:nvPr>
        </p:nvGraphicFramePr>
        <p:xfrm>
          <a:off x="4244975" y="883285"/>
          <a:ext cx="7398385" cy="1036320"/>
        </p:xfrm>
        <a:graphic>
          <a:graphicData uri="http://schemas.openxmlformats.org/drawingml/2006/table">
            <a:tbl>
              <a:tblPr firstRow="1" bandRow="1">
                <a:tableStyleId>{5C22544A-7EE6-4342-B048-85BDC9FD1C3A}</a:tableStyleId>
              </a:tblPr>
              <a:tblGrid>
                <a:gridCol w="567055"/>
                <a:gridCol w="1256665"/>
                <a:gridCol w="5574665"/>
              </a:tblGrid>
              <a:tr h="304800">
                <a:tc>
                  <a:txBody>
                    <a:bodyPr/>
                    <a:p>
                      <a:pPr algn="ctr"/>
                      <a:r>
                        <a:rPr lang="zh-CN" altLang="en-US" sz="1400" dirty="0">
                          <a:latin typeface="微软雅黑" panose="020B0503020204020204" pitchFamily="34" charset="-122"/>
                          <a:ea typeface="微软雅黑" panose="020B0503020204020204" pitchFamily="34" charset="-122"/>
                        </a:rPr>
                        <a:t>序号</a:t>
                      </a:r>
                      <a:endParaRPr lang="zh-CN" altLang="en-US" sz="14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dirty="0">
                          <a:latin typeface="微软雅黑" panose="020B0503020204020204" pitchFamily="34" charset="-122"/>
                          <a:ea typeface="微软雅黑" panose="020B0503020204020204" pitchFamily="34" charset="-122"/>
                          <a:sym typeface="+mn-ea"/>
                        </a:rPr>
                        <a:t>参数名称</a:t>
                      </a:r>
                      <a:endParaRPr lang="zh-CN" altLang="en-US" sz="1400" dirty="0">
                        <a:latin typeface="微软雅黑" panose="020B0503020204020204" pitchFamily="34" charset="-122"/>
                        <a:ea typeface="微软雅黑" panose="020B0503020204020204" pitchFamily="34" charset="-122"/>
                      </a:endParaRPr>
                    </a:p>
                  </a:txBody>
                  <a:tcPr anchor="ctr" anchorCtr="0"/>
                </a:tc>
                <a:tc>
                  <a:txBody>
                    <a:bodyPr/>
                    <a:p>
                      <a:r>
                        <a:rPr lang="zh-CN" sz="1400" dirty="0">
                          <a:latin typeface="微软雅黑" panose="020B0503020204020204" pitchFamily="34" charset="-122"/>
                          <a:ea typeface="微软雅黑" panose="020B0503020204020204" pitchFamily="34" charset="-122"/>
                        </a:rPr>
                        <a:t>料盘机械手作业容器</a:t>
                      </a:r>
                      <a:endParaRPr lang="zh-CN" sz="1400" dirty="0">
                        <a:latin typeface="微软雅黑" panose="020B0503020204020204" pitchFamily="34" charset="-122"/>
                        <a:ea typeface="微软雅黑" panose="020B0503020204020204" pitchFamily="34" charset="-122"/>
                      </a:endParaRPr>
                    </a:p>
                  </a:txBody>
                  <a:tcPr anchor="ctr" anchorCtr="0"/>
                </a:tc>
              </a:tr>
              <a:tr h="274320">
                <a:tc>
                  <a:txBody>
                    <a:bodyPr/>
                    <a:p>
                      <a:pPr algn="ctr"/>
                      <a:r>
                        <a:rPr lang="en-US" altLang="zh-CN" sz="1200" dirty="0">
                          <a:latin typeface="微软雅黑" panose="020B0503020204020204" pitchFamily="34" charset="-122"/>
                          <a:ea typeface="微软雅黑" panose="020B0503020204020204" pitchFamily="34" charset="-122"/>
                        </a:rPr>
                        <a:t>1</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r>
                        <a:rPr lang="zh-CN" altLang="en-US" sz="1200" dirty="0">
                          <a:latin typeface="微软雅黑" panose="020B0503020204020204" pitchFamily="34" charset="-122"/>
                          <a:ea typeface="微软雅黑" panose="020B0503020204020204" pitchFamily="34" charset="-122"/>
                          <a:sym typeface="+mn-ea"/>
                        </a:rPr>
                        <a:t>料架储位</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indent="0" algn="l">
                        <a:buFont typeface="Arial" panose="020B0604020202020204" pitchFamily="34" charset="0"/>
                        <a:buNone/>
                      </a:pPr>
                      <a:r>
                        <a:rPr lang="zh-CN" altLang="en-US" sz="1200" dirty="0">
                          <a:latin typeface="微软雅黑" panose="020B0503020204020204" pitchFamily="34" charset="-122"/>
                          <a:ea typeface="微软雅黑" panose="020B0503020204020204" pitchFamily="34" charset="-122"/>
                          <a:sym typeface="+mn-ea"/>
                        </a:rPr>
                        <a:t>竖直放置</a:t>
                      </a:r>
                      <a:endParaRPr lang="zh-CN" altLang="en-US" sz="1200" dirty="0">
                        <a:latin typeface="微软雅黑" panose="020B0503020204020204" pitchFamily="34" charset="-122"/>
                        <a:ea typeface="微软雅黑" panose="020B0503020204020204" pitchFamily="34" charset="-122"/>
                        <a:sym typeface="+mn-ea"/>
                      </a:endParaRPr>
                    </a:p>
                  </a:txBody>
                  <a:tcPr anchor="ctr"/>
                </a:tc>
              </a:tr>
              <a:tr h="274320">
                <a:tc>
                  <a:txBody>
                    <a:bodyPr/>
                    <a:p>
                      <a:pPr algn="ctr">
                        <a:buNone/>
                      </a:pPr>
                      <a:r>
                        <a:rPr lang="en-US" altLang="zh-CN" sz="1200" dirty="0">
                          <a:latin typeface="微软雅黑" panose="020B0503020204020204" pitchFamily="34" charset="-122"/>
                          <a:ea typeface="微软雅黑" panose="020B0503020204020204" pitchFamily="34" charset="-122"/>
                        </a:rPr>
                        <a:t>2</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sym typeface="+mn-ea"/>
                        </a:rPr>
                        <a:t>单层移动料架</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indent="0" algn="l">
                        <a:buFont typeface="Arial" panose="020B0604020202020204" pitchFamily="34" charset="0"/>
                        <a:buNone/>
                      </a:pPr>
                      <a:r>
                        <a:rPr lang="zh-CN" altLang="en-US" sz="1200" dirty="0">
                          <a:latin typeface="微软雅黑" panose="020B0503020204020204" pitchFamily="34" charset="-122"/>
                          <a:ea typeface="微软雅黑" panose="020B0503020204020204" pitchFamily="34" charset="-122"/>
                          <a:sym typeface="+mn-ea"/>
                        </a:rPr>
                        <a:t>水平放置</a:t>
                      </a:r>
                      <a:endParaRPr lang="zh-CN" altLang="en-US" sz="1200" dirty="0">
                        <a:latin typeface="微软雅黑" panose="020B0503020204020204" pitchFamily="34" charset="-122"/>
                        <a:ea typeface="微软雅黑" panose="020B0503020204020204" pitchFamily="34" charset="-122"/>
                        <a:sym typeface="+mn-ea"/>
                      </a:endParaRPr>
                    </a:p>
                  </a:txBody>
                  <a:tcPr anchor="ctr"/>
                </a:tc>
              </a:tr>
            </a:tbl>
          </a:graphicData>
        </a:graphic>
      </p:graphicFrame>
      <p:pic>
        <p:nvPicPr>
          <p:cNvPr id="185" name="图片 184"/>
          <p:cNvPicPr>
            <a:picLocks noChangeAspect="1"/>
          </p:cNvPicPr>
          <p:nvPr/>
        </p:nvPicPr>
        <p:blipFill>
          <a:blip r:embed="rId2"/>
          <a:stretch>
            <a:fillRect/>
          </a:stretch>
        </p:blipFill>
        <p:spPr>
          <a:xfrm>
            <a:off x="558800" y="1413510"/>
            <a:ext cx="1509395" cy="1727835"/>
          </a:xfrm>
          <a:prstGeom prst="rect">
            <a:avLst/>
          </a:prstGeom>
          <a:solidFill>
            <a:schemeClr val="accent5">
              <a:lumMod val="75000"/>
            </a:schemeClr>
          </a:solidFill>
        </p:spPr>
      </p:pic>
      <p:pic>
        <p:nvPicPr>
          <p:cNvPr id="63" name="图片 62"/>
          <p:cNvPicPr>
            <a:picLocks noChangeAspect="1"/>
          </p:cNvPicPr>
          <p:nvPr/>
        </p:nvPicPr>
        <p:blipFill>
          <a:blip r:embed="rId3"/>
          <a:stretch>
            <a:fillRect/>
          </a:stretch>
        </p:blipFill>
        <p:spPr>
          <a:xfrm>
            <a:off x="624205" y="3499485"/>
            <a:ext cx="1443990" cy="1120775"/>
          </a:xfrm>
          <a:prstGeom prst="rect">
            <a:avLst/>
          </a:prstGeom>
        </p:spPr>
      </p:pic>
      <p:sp>
        <p:nvSpPr>
          <p:cNvPr id="2" name="文本框 1"/>
          <p:cNvSpPr txBox="1"/>
          <p:nvPr/>
        </p:nvSpPr>
        <p:spPr>
          <a:xfrm>
            <a:off x="659130" y="3153410"/>
            <a:ext cx="1539240" cy="275590"/>
          </a:xfrm>
          <a:prstGeom prst="rect">
            <a:avLst/>
          </a:prstGeom>
          <a:noFill/>
        </p:spPr>
        <p:txBody>
          <a:bodyPr wrap="square" rtlCol="0" anchor="t">
            <a:spAutoFit/>
          </a:bodyPr>
          <a:p>
            <a:r>
              <a:rPr lang="zh-CN" altLang="en-US" sz="1200" dirty="0">
                <a:latin typeface="微软雅黑" panose="020B0503020204020204" pitchFamily="34" charset="-122"/>
                <a:ea typeface="微软雅黑" panose="020B0503020204020204" pitchFamily="34" charset="-122"/>
                <a:sym typeface="+mn-ea"/>
              </a:rPr>
              <a:t>料架储位</a:t>
            </a:r>
            <a:endParaRPr lang="zh-CN" altLang="en-US" sz="1200" dirty="0">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624205" y="4690745"/>
            <a:ext cx="1539240" cy="275590"/>
          </a:xfrm>
          <a:prstGeom prst="rect">
            <a:avLst/>
          </a:prstGeom>
          <a:noFill/>
        </p:spPr>
        <p:txBody>
          <a:bodyPr wrap="square" rtlCol="0" anchor="t">
            <a:spAutoFit/>
          </a:bodyPr>
          <a:p>
            <a:r>
              <a:rPr lang="zh-CN" altLang="en-US" sz="1200" dirty="0">
                <a:latin typeface="微软雅黑" panose="020B0503020204020204" pitchFamily="34" charset="-122"/>
                <a:ea typeface="微软雅黑" panose="020B0503020204020204" pitchFamily="34" charset="-122"/>
                <a:sym typeface="+mn-ea"/>
              </a:rPr>
              <a:t>单层移动料架</a:t>
            </a:r>
            <a:endParaRPr lang="zh-CN" altLang="en-US" sz="1200" dirty="0">
              <a:latin typeface="微软雅黑" panose="020B0503020204020204" pitchFamily="34" charset="-122"/>
              <a:ea typeface="微软雅黑" panose="020B0503020204020204" pitchFamily="34" charset="-122"/>
              <a:sym typeface="+mn-ea"/>
            </a:endParaRPr>
          </a:p>
        </p:txBody>
      </p:sp>
      <p:pic>
        <p:nvPicPr>
          <p:cNvPr id="4" name="图片 3"/>
          <p:cNvPicPr>
            <a:picLocks noChangeAspect="1"/>
          </p:cNvPicPr>
          <p:nvPr/>
        </p:nvPicPr>
        <p:blipFill>
          <a:blip r:embed="rId4"/>
          <a:stretch>
            <a:fillRect/>
          </a:stretch>
        </p:blipFill>
        <p:spPr>
          <a:xfrm>
            <a:off x="4244975" y="2563495"/>
            <a:ext cx="6297930" cy="2646680"/>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 Box 6"/>
          <p:cNvSpPr txBox="1">
            <a:spLocks noChangeArrowheads="1"/>
          </p:cNvSpPr>
          <p:nvPr/>
        </p:nvSpPr>
        <p:spPr bwMode="auto">
          <a:xfrm>
            <a:off x="476250" y="916940"/>
            <a:ext cx="9759315" cy="320675"/>
          </a:xfrm>
          <a:prstGeom prst="rect">
            <a:avLst/>
          </a:prstGeom>
          <a:noFill/>
          <a:ln w="9525">
            <a:noFill/>
            <a:miter lim="800000"/>
          </a:ln>
        </p:spPr>
        <p:txBody>
          <a:bodyPr wrap="square" lIns="74975" tIns="37489" rIns="74975" bIns="37489">
            <a:spAutoFit/>
          </a:bodyPr>
          <a:lstStyle>
            <a:defPPr>
              <a:defRPr lang="zh-TW"/>
            </a:defPPr>
            <a:lvl1pPr>
              <a:spcBef>
                <a:spcPct val="50000"/>
              </a:spcBef>
              <a:defRPr sz="1600" b="1">
                <a:latin typeface="Microsoft JhengHei" panose="020B0604030504040204" pitchFamily="34" charset="-120"/>
                <a:ea typeface="Microsoft JhengHei" panose="020B0604030504040204" pitchFamily="34" charset="-120"/>
              </a:defRPr>
            </a:lvl1pPr>
          </a:lstStyle>
          <a:p>
            <a:r>
              <a:rPr lang="en-US" altLang="zh-CN" dirty="0">
                <a:latin typeface="DFKai-SB" panose="03000509000000000000" pitchFamily="65" charset="-128"/>
                <a:ea typeface="宋体" panose="02010600030101010101" pitchFamily="2" charset="-122"/>
                <a:sym typeface="+mn-ea"/>
              </a:rPr>
              <a:t>4</a:t>
            </a:r>
            <a:r>
              <a:rPr lang="zh-CN" altLang="en-US" dirty="0">
                <a:latin typeface="DFKai-SB" panose="03000509000000000000" pitchFamily="65" charset="-128"/>
                <a:ea typeface="宋体" panose="02010600030101010101" pitchFamily="2" charset="-122"/>
                <a:sym typeface="+mn-ea"/>
              </a:rPr>
              <a:t>、</a:t>
            </a:r>
            <a:r>
              <a:rPr lang="zh-CN" altLang="en-US" dirty="0">
                <a:latin typeface="DFKai-SB" panose="03000509000000000000" pitchFamily="65" charset="-128"/>
                <a:ea typeface="DFKai-SB" panose="03000509000000000000" pitchFamily="65" charset="-128"/>
                <a:sym typeface="+mn-ea"/>
              </a:rPr>
              <a:t>设备说明</a:t>
            </a:r>
            <a:r>
              <a:rPr lang="en-US" altLang="zh-CN" dirty="0">
                <a:latin typeface="DFKai-SB" panose="03000509000000000000" pitchFamily="65" charset="-128"/>
                <a:ea typeface="DFKai-SB" panose="03000509000000000000" pitchFamily="65" charset="-128"/>
                <a:sym typeface="+mn-ea"/>
              </a:rPr>
              <a:t>-</a:t>
            </a:r>
            <a:r>
              <a:rPr lang="zh-CN" altLang="en-US" dirty="0">
                <a:latin typeface="DFKai-SB" panose="03000509000000000000" pitchFamily="65" charset="-128"/>
                <a:ea typeface="宋体" panose="02010600030101010101" pitchFamily="2" charset="-122"/>
                <a:sym typeface="+mn-ea"/>
              </a:rPr>
              <a:t>输送线</a:t>
            </a:r>
            <a:endParaRPr lang="zh-CN" altLang="en-US" dirty="0">
              <a:latin typeface="DFKai-SB" panose="03000509000000000000" pitchFamily="65" charset="-128"/>
              <a:ea typeface="宋体" panose="02010600030101010101" pitchFamily="2" charset="-122"/>
              <a:sym typeface="+mn-ea"/>
            </a:endParaRPr>
          </a:p>
        </p:txBody>
      </p:sp>
      <p:sp>
        <p:nvSpPr>
          <p:cNvPr id="19" name="Text Box 6"/>
          <p:cNvSpPr txBox="1">
            <a:spLocks noChangeArrowheads="1"/>
          </p:cNvSpPr>
          <p:nvPr/>
        </p:nvSpPr>
        <p:spPr bwMode="auto">
          <a:xfrm>
            <a:off x="659323" y="371705"/>
            <a:ext cx="4474422" cy="831215"/>
          </a:xfrm>
          <a:prstGeom prst="rect">
            <a:avLst/>
          </a:prstGeom>
          <a:noFill/>
          <a:ln w="9525">
            <a:noFill/>
            <a:miter lim="800000"/>
          </a:ln>
        </p:spPr>
        <p:txBody>
          <a:bodyPr wrap="square" lIns="62321" tIns="31161" rIns="62321" bIns="31161">
            <a:spAutoFit/>
          </a:bodyPr>
          <a:lstStyle>
            <a:defPPr>
              <a:defRPr lang="zh-TW"/>
            </a:defPPr>
            <a:lvl1pPr defTabSz="622300">
              <a:spcBef>
                <a:spcPct val="50000"/>
              </a:spcBef>
              <a:defRPr kumimoji="1" sz="2000" b="1">
                <a:latin typeface="Arial" panose="020B0604020202020204" pitchFamily="34" charset="0"/>
                <a:ea typeface="思源黑体 CN Heavy" panose="020B0A00000000000000" pitchFamily="34" charset="-122"/>
                <a:cs typeface="Arial" panose="020B0604020202020204" pitchFamily="34" charset="0"/>
              </a:defRPr>
            </a:lvl1pPr>
          </a:lstStyle>
          <a:p>
            <a:r>
              <a:rPr lang="en-US" altLang="zh-CN" dirty="0"/>
              <a:t>SMT</a:t>
            </a:r>
            <a:r>
              <a:rPr lang="zh-CN" dirty="0"/>
              <a:t>料盘自动出入库系统</a:t>
            </a:r>
            <a:r>
              <a:rPr lang="zh-CN" dirty="0">
                <a:sym typeface="+mn-ea"/>
              </a:rPr>
              <a:t>（</a:t>
            </a:r>
            <a:r>
              <a:rPr lang="en-US" altLang="zh-CN" dirty="0">
                <a:sym typeface="+mn-ea"/>
              </a:rPr>
              <a:t>4/5)</a:t>
            </a:r>
            <a:endParaRPr lang="zh-CN" altLang="en-US" dirty="0"/>
          </a:p>
          <a:p>
            <a:endParaRPr lang="en-US" altLang="zh-CN" dirty="0"/>
          </a:p>
        </p:txBody>
      </p:sp>
      <p:graphicFrame>
        <p:nvGraphicFramePr>
          <p:cNvPr id="17" name="表格 16"/>
          <p:cNvGraphicFramePr/>
          <p:nvPr>
            <p:custDataLst>
              <p:tags r:id="rId1"/>
            </p:custDataLst>
          </p:nvPr>
        </p:nvGraphicFramePr>
        <p:xfrm>
          <a:off x="4557395" y="1211580"/>
          <a:ext cx="6355715" cy="5071110"/>
        </p:xfrm>
        <a:graphic>
          <a:graphicData uri="http://schemas.openxmlformats.org/drawingml/2006/table">
            <a:tbl>
              <a:tblPr firstRow="1" bandRow="1">
                <a:tableStyleId>{5C22544A-7EE6-4342-B048-85BDC9FD1C3A}</a:tableStyleId>
              </a:tblPr>
              <a:tblGrid>
                <a:gridCol w="591185"/>
                <a:gridCol w="946118"/>
                <a:gridCol w="1547495"/>
                <a:gridCol w="3270917"/>
              </a:tblGrid>
              <a:tr h="304800">
                <a:tc>
                  <a:txBody>
                    <a:bodyPr/>
                    <a:p>
                      <a:pPr algn="ctr"/>
                      <a:r>
                        <a:rPr lang="zh-CN" altLang="en-US" sz="1400" dirty="0">
                          <a:latin typeface="微软雅黑" panose="020B0503020204020204" pitchFamily="34" charset="-122"/>
                          <a:ea typeface="微软雅黑" panose="020B0503020204020204" pitchFamily="34" charset="-122"/>
                        </a:rPr>
                        <a:t>序号</a:t>
                      </a:r>
                      <a:endParaRPr lang="zh-CN" altLang="en-US" sz="14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dirty="0">
                          <a:latin typeface="微软雅黑" panose="020B0503020204020204" pitchFamily="34" charset="-122"/>
                          <a:ea typeface="微软雅黑" panose="020B0503020204020204" pitchFamily="34" charset="-122"/>
                        </a:rPr>
                        <a:t>设备</a:t>
                      </a:r>
                      <a:endParaRPr lang="zh-CN" altLang="en-US" sz="14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dirty="0">
                          <a:latin typeface="微软雅黑" panose="020B0503020204020204" pitchFamily="34" charset="-122"/>
                          <a:ea typeface="微软雅黑" panose="020B0503020204020204" pitchFamily="34" charset="-122"/>
                        </a:rPr>
                        <a:t>参数名称</a:t>
                      </a:r>
                      <a:endParaRPr lang="zh-CN" altLang="en-US" sz="1400" dirty="0">
                        <a:latin typeface="微软雅黑" panose="020B0503020204020204" pitchFamily="34" charset="-122"/>
                        <a:ea typeface="微软雅黑" panose="020B0503020204020204" pitchFamily="34" charset="-122"/>
                      </a:endParaRPr>
                    </a:p>
                  </a:txBody>
                  <a:tcPr anchor="ctr" anchorCtr="0"/>
                </a:tc>
                <a:tc>
                  <a:txBody>
                    <a:bodyPr/>
                    <a:p>
                      <a:pPr algn="ctr"/>
                      <a:r>
                        <a:rPr lang="zh-CN" altLang="en-US" sz="1400" dirty="0">
                          <a:latin typeface="微软雅黑" panose="020B0503020204020204" pitchFamily="34" charset="-122"/>
                          <a:ea typeface="微软雅黑" panose="020B0503020204020204" pitchFamily="34" charset="-122"/>
                        </a:rPr>
                        <a:t>说明</a:t>
                      </a:r>
                      <a:endParaRPr lang="zh-CN" altLang="en-US" sz="1400" dirty="0">
                        <a:latin typeface="微软雅黑" panose="020B0503020204020204" pitchFamily="34" charset="-122"/>
                        <a:ea typeface="微软雅黑" panose="020B0503020204020204" pitchFamily="34" charset="-122"/>
                      </a:endParaRPr>
                    </a:p>
                  </a:txBody>
                  <a:tcPr anchor="ctr" anchorCtr="0"/>
                </a:tc>
              </a:tr>
              <a:tr h="274320">
                <a:tc>
                  <a:txBody>
                    <a:bodyPr/>
                    <a:p>
                      <a:pPr algn="ctr"/>
                      <a:r>
                        <a:rPr lang="en-US" altLang="zh-CN" sz="1200" dirty="0">
                          <a:latin typeface="微软雅黑" panose="020B0503020204020204" pitchFamily="34" charset="-122"/>
                          <a:ea typeface="微软雅黑" panose="020B0503020204020204" pitchFamily="34" charset="-122"/>
                        </a:rPr>
                        <a:t>1</a:t>
                      </a:r>
                      <a:endParaRPr lang="en-US" altLang="zh-CN" sz="1200" dirty="0">
                        <a:latin typeface="微软雅黑" panose="020B0503020204020204" pitchFamily="34" charset="-122"/>
                        <a:ea typeface="微软雅黑" panose="020B0503020204020204" pitchFamily="34" charset="-122"/>
                      </a:endParaRPr>
                    </a:p>
                  </a:txBody>
                  <a:tcPr anchor="ctr" anchorCtr="0"/>
                </a:tc>
                <a:tc rowSpan="9">
                  <a:txBody>
                    <a:bodyPr/>
                    <a:p>
                      <a:pPr indent="0" algn="ctr">
                        <a:buNone/>
                      </a:pPr>
                      <a:r>
                        <a:rPr lang="zh-CN" altLang="en-US" sz="1200" b="0">
                          <a:latin typeface="微软雅黑" panose="020B0503020204020204" pitchFamily="34" charset="-122"/>
                          <a:ea typeface="微软雅黑" panose="020B0503020204020204" pitchFamily="34" charset="-122"/>
                          <a:cs typeface="宋体" panose="02010600030101010101" pitchFamily="2" charset="-122"/>
                        </a:rPr>
                        <a:t>输送线</a:t>
                      </a:r>
                      <a:endParaRPr lang="zh-CN"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c>
                  <a:txBody>
                    <a:bodyPr/>
                    <a:p>
                      <a:pPr indent="0" algn="ctr">
                        <a:buNone/>
                      </a:pPr>
                      <a:r>
                        <a:rPr lang="en-US" sz="1200" b="0">
                          <a:latin typeface="微软雅黑" panose="020B0503020204020204" pitchFamily="34" charset="-122"/>
                          <a:ea typeface="微软雅黑" panose="020B0503020204020204" pitchFamily="34" charset="-122"/>
                          <a:cs typeface="宋体" panose="02010600030101010101" pitchFamily="2" charset="-122"/>
                        </a:rPr>
                        <a:t>机架</a:t>
                      </a:r>
                      <a:endParaRPr lang="en-US"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c>
                  <a:txBody>
                    <a:bodyPr/>
                    <a:p>
                      <a:pPr indent="0" algn="ctr">
                        <a:buNone/>
                      </a:pPr>
                      <a:r>
                        <a:rPr lang="en-US" sz="1200" b="0">
                          <a:latin typeface="微软雅黑" panose="020B0503020204020204" pitchFamily="34" charset="-122"/>
                          <a:ea typeface="微软雅黑" panose="020B0503020204020204" pitchFamily="34" charset="-122"/>
                          <a:cs typeface="微软雅黑" panose="020B0503020204020204" pitchFamily="34" charset="-122"/>
                        </a:rPr>
                        <a:t>碳钢</a:t>
                      </a:r>
                      <a:r>
                        <a:rPr lang="en-US" sz="1200" b="0">
                          <a:latin typeface="微软雅黑" panose="020B0503020204020204" pitchFamily="34" charset="-122"/>
                          <a:ea typeface="微软雅黑" panose="020B0503020204020204" pitchFamily="34" charset="-122"/>
                          <a:cs typeface="微软雅黑" panose="020B0503020204020204" pitchFamily="34" charset="-122"/>
                        </a:rPr>
                        <a:t>120*35*2.5t</a:t>
                      </a:r>
                      <a:endParaRPr lang="en-US" altLang="en-US" sz="1200" b="0">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tc>
              </a:tr>
              <a:tr h="274320">
                <a:tc>
                  <a:txBody>
                    <a:bodyPr/>
                    <a:p>
                      <a:pPr algn="ctr">
                        <a:buNone/>
                      </a:pPr>
                      <a:r>
                        <a:rPr lang="en-US" altLang="zh-CN" sz="1200" dirty="0">
                          <a:latin typeface="微软雅黑" panose="020B0503020204020204" pitchFamily="34" charset="-122"/>
                          <a:ea typeface="微软雅黑" panose="020B0503020204020204" pitchFamily="34" charset="-122"/>
                        </a:rPr>
                        <a:t>2</a:t>
                      </a:r>
                      <a:endParaRPr lang="en-US" altLang="zh-CN" sz="1200" dirty="0">
                        <a:latin typeface="微软雅黑" panose="020B0503020204020204" pitchFamily="34" charset="-122"/>
                        <a:ea typeface="微软雅黑" panose="020B0503020204020204" pitchFamily="34" charset="-122"/>
                      </a:endParaRPr>
                    </a:p>
                  </a:txBody>
                  <a:tcPr anchor="ctr" anchorCtr="0"/>
                </a:tc>
                <a:tc vMerge="1">
                  <a:tcPr marL="68580" marR="68580" marT="0" marB="0" vert="horz" anchor="ctr" anchorCtr="0"/>
                </a:tc>
                <a:tc>
                  <a:txBody>
                    <a:bodyPr/>
                    <a:p>
                      <a:pPr indent="0" algn="ctr">
                        <a:buNone/>
                      </a:pPr>
                      <a:r>
                        <a:rPr lang="en-US" sz="1200" b="0">
                          <a:latin typeface="微软雅黑" panose="020B0503020204020204" pitchFamily="34" charset="-122"/>
                          <a:ea typeface="微软雅黑" panose="020B0503020204020204" pitchFamily="34" charset="-122"/>
                          <a:cs typeface="宋体" panose="02010600030101010101" pitchFamily="2" charset="-122"/>
                        </a:rPr>
                        <a:t>滚筒</a:t>
                      </a:r>
                      <a:endParaRPr lang="en-US"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c>
                  <a:txBody>
                    <a:bodyPr/>
                    <a:p>
                      <a:pPr indent="0" algn="ctr">
                        <a:buNone/>
                      </a:pPr>
                      <a:r>
                        <a:rPr lang="en-US" sz="1200" b="0">
                          <a:latin typeface="微软雅黑" panose="020B0503020204020204" pitchFamily="34" charset="-122"/>
                          <a:ea typeface="微软雅黑" panose="020B0503020204020204" pitchFamily="34" charset="-122"/>
                          <a:cs typeface="微软雅黑" panose="020B0503020204020204" pitchFamily="34" charset="-122"/>
                        </a:rPr>
                        <a:t>Φ50多楔带轮滚筒，筒体碳钢镀锌</a:t>
                      </a:r>
                      <a:endParaRPr lang="en-US" altLang="en-US" sz="1200" b="0">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tc>
              </a:tr>
              <a:tr h="274320">
                <a:tc>
                  <a:txBody>
                    <a:bodyPr/>
                    <a:p>
                      <a:pPr algn="ctr">
                        <a:buNone/>
                      </a:pPr>
                      <a:r>
                        <a:rPr lang="en-US" altLang="zh-CN" sz="1200" dirty="0">
                          <a:latin typeface="微软雅黑" panose="020B0503020204020204" pitchFamily="34" charset="-122"/>
                          <a:ea typeface="微软雅黑" panose="020B0503020204020204" pitchFamily="34" charset="-122"/>
                        </a:rPr>
                        <a:t>3</a:t>
                      </a:r>
                      <a:endParaRPr lang="en-US" altLang="zh-CN" sz="1200" dirty="0">
                        <a:latin typeface="微软雅黑" panose="020B0503020204020204" pitchFamily="34" charset="-122"/>
                        <a:ea typeface="微软雅黑" panose="020B0503020204020204" pitchFamily="34" charset="-122"/>
                      </a:endParaRPr>
                    </a:p>
                  </a:txBody>
                  <a:tcPr anchor="ctr" anchorCtr="0"/>
                </a:tc>
                <a:tc vMerge="1">
                  <a:tcPr marL="68580" marR="68580" marT="0" marB="0" vert="horz" anchor="ctr" anchorCtr="0"/>
                </a:tc>
                <a:tc>
                  <a:txBody>
                    <a:bodyPr/>
                    <a:p>
                      <a:pPr indent="0" algn="ctr">
                        <a:buNone/>
                      </a:pPr>
                      <a:r>
                        <a:rPr lang="en-US" sz="1200" b="0">
                          <a:latin typeface="微软雅黑" panose="020B0503020204020204" pitchFamily="34" charset="-122"/>
                          <a:ea typeface="微软雅黑" panose="020B0503020204020204" pitchFamily="34" charset="-122"/>
                          <a:cs typeface="宋体" panose="02010600030101010101" pitchFamily="2" charset="-122"/>
                        </a:rPr>
                        <a:t>机架内档宽度</a:t>
                      </a:r>
                      <a:endParaRPr lang="en-US"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c>
                  <a:txBody>
                    <a:bodyPr/>
                    <a:p>
                      <a:pPr indent="0" algn="ctr">
                        <a:buNone/>
                      </a:pPr>
                      <a:r>
                        <a:rPr lang="en-US" sz="12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(具体按设备表)</a:t>
                      </a:r>
                      <a:endParaRPr lang="en-US" altLang="en-US" sz="12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tc>
              </a:tr>
              <a:tr h="274320">
                <a:tc>
                  <a:txBody>
                    <a:bodyPr/>
                    <a:p>
                      <a:pPr algn="ctr">
                        <a:buNone/>
                      </a:pPr>
                      <a:r>
                        <a:rPr lang="en-US" altLang="zh-CN" sz="1200" dirty="0">
                          <a:latin typeface="微软雅黑" panose="020B0503020204020204" pitchFamily="34" charset="-122"/>
                          <a:ea typeface="微软雅黑" panose="020B0503020204020204" pitchFamily="34" charset="-122"/>
                        </a:rPr>
                        <a:t>4</a:t>
                      </a:r>
                      <a:endParaRPr lang="en-US" altLang="zh-CN" sz="1200" dirty="0">
                        <a:latin typeface="微软雅黑" panose="020B0503020204020204" pitchFamily="34" charset="-122"/>
                        <a:ea typeface="微软雅黑" panose="020B0503020204020204" pitchFamily="34" charset="-122"/>
                      </a:endParaRPr>
                    </a:p>
                  </a:txBody>
                  <a:tcPr anchor="ctr" anchorCtr="0"/>
                </a:tc>
                <a:tc vMerge="1">
                  <a:tcPr marL="68580" marR="68580" marT="0" marB="0" vert="horz" anchor="ctr" anchorCtr="0"/>
                </a:tc>
                <a:tc>
                  <a:txBody>
                    <a:bodyPr/>
                    <a:p>
                      <a:pPr indent="0" algn="ctr">
                        <a:buNone/>
                      </a:pPr>
                      <a:r>
                        <a:rPr lang="en-US" sz="1200" b="0">
                          <a:latin typeface="微软雅黑" panose="020B0503020204020204" pitchFamily="34" charset="-122"/>
                          <a:ea typeface="微软雅黑" panose="020B0503020204020204" pitchFamily="34" charset="-122"/>
                          <a:cs typeface="宋体" panose="02010600030101010101" pitchFamily="2" charset="-122"/>
                        </a:rPr>
                        <a:t>滚筒间距</a:t>
                      </a:r>
                      <a:endParaRPr lang="en-US"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c>
                  <a:txBody>
                    <a:bodyPr/>
                    <a:p>
                      <a:pPr indent="0" algn="ctr">
                        <a:buNone/>
                      </a:pPr>
                      <a:r>
                        <a:rPr lang="en-US" sz="1200" b="0">
                          <a:latin typeface="微软雅黑" panose="020B0503020204020204" pitchFamily="34" charset="-122"/>
                          <a:ea typeface="微软雅黑" panose="020B0503020204020204" pitchFamily="34" charset="-122"/>
                          <a:cs typeface="微软雅黑" panose="020B0503020204020204" pitchFamily="34" charset="-122"/>
                        </a:rPr>
                        <a:t>120、90mm</a:t>
                      </a:r>
                      <a:endParaRPr lang="en-US" altLang="en-US" sz="1200" b="0">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tc>
              </a:tr>
              <a:tr h="274320">
                <a:tc>
                  <a:txBody>
                    <a:bodyPr/>
                    <a:p>
                      <a:pPr algn="ctr">
                        <a:buNone/>
                      </a:pPr>
                      <a:r>
                        <a:rPr lang="en-US" altLang="zh-CN" sz="1200" dirty="0">
                          <a:latin typeface="微软雅黑" panose="020B0503020204020204" pitchFamily="34" charset="-122"/>
                          <a:ea typeface="微软雅黑" panose="020B0503020204020204" pitchFamily="34" charset="-122"/>
                        </a:rPr>
                        <a:t>5</a:t>
                      </a:r>
                      <a:endParaRPr lang="en-US" altLang="zh-CN" sz="1200" dirty="0">
                        <a:latin typeface="微软雅黑" panose="020B0503020204020204" pitchFamily="34" charset="-122"/>
                        <a:ea typeface="微软雅黑" panose="020B0503020204020204" pitchFamily="34" charset="-122"/>
                      </a:endParaRPr>
                    </a:p>
                  </a:txBody>
                  <a:tcPr anchor="ctr" anchorCtr="0"/>
                </a:tc>
                <a:tc vMerge="1">
                  <a:tcPr marL="68580" marR="68580" marT="0" marB="0" vert="horz" anchor="ctr" anchorCtr="0"/>
                </a:tc>
                <a:tc>
                  <a:txBody>
                    <a:bodyPr/>
                    <a:p>
                      <a:pPr indent="0" algn="ctr">
                        <a:buNone/>
                      </a:pPr>
                      <a:r>
                        <a:rPr lang="en-US" sz="1200" b="0">
                          <a:latin typeface="微软雅黑" panose="020B0503020204020204" pitchFamily="34" charset="-122"/>
                          <a:ea typeface="微软雅黑" panose="020B0503020204020204" pitchFamily="34" charset="-122"/>
                          <a:cs typeface="宋体" panose="02010600030101010101" pitchFamily="2" charset="-122"/>
                        </a:rPr>
                        <a:t>输送单元载荷</a:t>
                      </a:r>
                      <a:endParaRPr lang="en-US"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c>
                  <a:txBody>
                    <a:bodyPr/>
                    <a:p>
                      <a:pPr indent="0" algn="ctr">
                        <a:buNone/>
                      </a:pPr>
                      <a:r>
                        <a:rPr lang="en-US" sz="1200" b="0">
                          <a:latin typeface="微软雅黑" panose="020B0503020204020204" pitchFamily="34" charset="-122"/>
                          <a:ea typeface="微软雅黑" panose="020B0503020204020204" pitchFamily="34" charset="-122"/>
                          <a:cs typeface="宋体" panose="02010600030101010101" pitchFamily="2" charset="-122"/>
                        </a:rPr>
                        <a:t>30</a:t>
                      </a:r>
                      <a:r>
                        <a:rPr lang="en-US" sz="1200" b="0">
                          <a:latin typeface="微软雅黑" panose="020B0503020204020204" pitchFamily="34" charset="-122"/>
                          <a:ea typeface="微软雅黑" panose="020B0503020204020204" pitchFamily="34" charset="-122"/>
                          <a:cs typeface="Calibri" panose="020F0502020204030204" pitchFamily="34" charset="0"/>
                        </a:rPr>
                        <a:t>kg/m</a:t>
                      </a:r>
                      <a:endParaRPr lang="en-US"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r>
              <a:tr h="274320">
                <a:tc>
                  <a:txBody>
                    <a:bodyPr/>
                    <a:p>
                      <a:pPr algn="ctr"/>
                      <a:r>
                        <a:rPr lang="en-US" altLang="zh-CN" sz="1200" dirty="0">
                          <a:latin typeface="微软雅黑" panose="020B0503020204020204" pitchFamily="34" charset="-122"/>
                          <a:ea typeface="微软雅黑" panose="020B0503020204020204" pitchFamily="34" charset="-122"/>
                        </a:rPr>
                        <a:t>6</a:t>
                      </a:r>
                      <a:endParaRPr lang="en-US" altLang="zh-CN" sz="1200" dirty="0">
                        <a:latin typeface="微软雅黑" panose="020B0503020204020204" pitchFamily="34" charset="-122"/>
                        <a:ea typeface="微软雅黑" panose="020B0503020204020204" pitchFamily="34" charset="-122"/>
                      </a:endParaRPr>
                    </a:p>
                  </a:txBody>
                  <a:tcPr anchor="ctr" anchorCtr="0"/>
                </a:tc>
                <a:tc vMerge="1">
                  <a:tcPr marL="68580" marR="68580" marT="0" marB="0" vert="horz" anchor="ctr" anchorCtr="0"/>
                </a:tc>
                <a:tc>
                  <a:txBody>
                    <a:bodyPr/>
                    <a:p>
                      <a:pPr indent="0" algn="ctr">
                        <a:buNone/>
                      </a:pPr>
                      <a:r>
                        <a:rPr lang="en-US" sz="1200" b="0">
                          <a:latin typeface="微软雅黑" panose="020B0503020204020204" pitchFamily="34" charset="-122"/>
                          <a:ea typeface="微软雅黑" panose="020B0503020204020204" pitchFamily="34" charset="-122"/>
                          <a:cs typeface="宋体" panose="02010600030101010101" pitchFamily="2" charset="-122"/>
                        </a:rPr>
                        <a:t>输送速度</a:t>
                      </a:r>
                      <a:endParaRPr lang="en-US"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c>
                  <a:txBody>
                    <a:bodyPr/>
                    <a:p>
                      <a:pPr indent="0" algn="ctr">
                        <a:buNone/>
                      </a:pPr>
                      <a:r>
                        <a:rPr lang="en-US" sz="12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具体按设备表（30m/min）</a:t>
                      </a:r>
                      <a:endParaRPr lang="en-US" altLang="en-US" sz="12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tc>
              </a:tr>
              <a:tr h="260985">
                <a:tc>
                  <a:txBody>
                    <a:bodyPr/>
                    <a:p>
                      <a:pPr algn="ctr"/>
                      <a:r>
                        <a:rPr lang="en-US" altLang="zh-CN" sz="1200" dirty="0">
                          <a:latin typeface="微软雅黑" panose="020B0503020204020204" pitchFamily="34" charset="-122"/>
                          <a:ea typeface="微软雅黑" panose="020B0503020204020204" pitchFamily="34" charset="-122"/>
                        </a:rPr>
                        <a:t>7</a:t>
                      </a:r>
                      <a:endParaRPr lang="en-US" altLang="zh-CN" sz="1200" dirty="0">
                        <a:latin typeface="微软雅黑" panose="020B0503020204020204" pitchFamily="34" charset="-122"/>
                        <a:ea typeface="微软雅黑" panose="020B0503020204020204" pitchFamily="34" charset="-122"/>
                      </a:endParaRPr>
                    </a:p>
                  </a:txBody>
                  <a:tcPr anchor="ctr" anchorCtr="0"/>
                </a:tc>
                <a:tc vMerge="1">
                  <a:tcPr marL="68580" marR="68580" marT="0" marB="0" vert="horz" anchor="ctr" anchorCtr="0"/>
                </a:tc>
                <a:tc>
                  <a:txBody>
                    <a:bodyPr/>
                    <a:p>
                      <a:pPr indent="0" algn="ctr">
                        <a:buNone/>
                      </a:pPr>
                      <a:r>
                        <a:rPr lang="en-US" sz="1200" b="0">
                          <a:latin typeface="微软雅黑" panose="020B0503020204020204" pitchFamily="34" charset="-122"/>
                          <a:ea typeface="微软雅黑" panose="020B0503020204020204" pitchFamily="34" charset="-122"/>
                          <a:cs typeface="宋体" panose="02010600030101010101" pitchFamily="2" charset="-122"/>
                        </a:rPr>
                        <a:t>输送工件方向</a:t>
                      </a:r>
                      <a:endParaRPr lang="en-US"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c>
                  <a:txBody>
                    <a:bodyPr/>
                    <a:p>
                      <a:pPr indent="0" algn="ctr">
                        <a:buNone/>
                      </a:pPr>
                      <a:r>
                        <a:rPr lang="en-US" sz="1200" b="0">
                          <a:latin typeface="微软雅黑" panose="020B0503020204020204" pitchFamily="34" charset="-122"/>
                          <a:ea typeface="微软雅黑" panose="020B0503020204020204" pitchFamily="34" charset="-122"/>
                          <a:cs typeface="宋体" panose="02010600030101010101" pitchFamily="2" charset="-122"/>
                        </a:rPr>
                        <a:t>单向</a:t>
                      </a:r>
                      <a:endParaRPr lang="en-US"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r>
              <a:tr h="162560">
                <a:tc>
                  <a:txBody>
                    <a:bodyPr/>
                    <a:p>
                      <a:pPr algn="ctr"/>
                      <a:r>
                        <a:rPr lang="en-US" altLang="zh-CN" sz="1200" dirty="0">
                          <a:latin typeface="微软雅黑" panose="020B0503020204020204" pitchFamily="34" charset="-122"/>
                          <a:ea typeface="微软雅黑" panose="020B0503020204020204" pitchFamily="34" charset="-122"/>
                        </a:rPr>
                        <a:t>8</a:t>
                      </a:r>
                      <a:endParaRPr lang="en-US" altLang="zh-CN" sz="1200" dirty="0">
                        <a:latin typeface="微软雅黑" panose="020B0503020204020204" pitchFamily="34" charset="-122"/>
                        <a:ea typeface="微软雅黑" panose="020B0503020204020204" pitchFamily="34" charset="-122"/>
                      </a:endParaRPr>
                    </a:p>
                  </a:txBody>
                  <a:tcPr anchor="ctr" anchorCtr="0"/>
                </a:tc>
                <a:tc vMerge="1">
                  <a:tcPr marL="68580" marR="68580" marT="0" marB="0" vert="horz" anchor="ctr" anchorCtr="0"/>
                </a:tc>
                <a:tc>
                  <a:txBody>
                    <a:bodyPr/>
                    <a:p>
                      <a:pPr indent="0" algn="ctr">
                        <a:buNone/>
                      </a:pPr>
                      <a:r>
                        <a:rPr lang="en-US" sz="1200" b="0">
                          <a:latin typeface="微软雅黑" panose="020B0503020204020204" pitchFamily="34" charset="-122"/>
                          <a:ea typeface="微软雅黑" panose="020B0503020204020204" pitchFamily="34" charset="-122"/>
                          <a:cs typeface="宋体" panose="02010600030101010101" pitchFamily="2" charset="-122"/>
                        </a:rPr>
                        <a:t>驱动方式</a:t>
                      </a:r>
                      <a:endParaRPr lang="en-US"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c>
                  <a:txBody>
                    <a:bodyPr/>
                    <a:p>
                      <a:pPr indent="0" algn="ctr">
                        <a:buNone/>
                      </a:pPr>
                      <a:r>
                        <a:rPr lang="en-US" sz="1200" b="0">
                          <a:latin typeface="微软雅黑" panose="020B0503020204020204" pitchFamily="34" charset="-122"/>
                          <a:ea typeface="微软雅黑" panose="020B0503020204020204" pitchFamily="34" charset="-122"/>
                          <a:cs typeface="微软雅黑" panose="020B0503020204020204" pitchFamily="34" charset="-122"/>
                        </a:rPr>
                        <a:t>电动滚筒/小电机</a:t>
                      </a:r>
                      <a:endParaRPr lang="en-US" altLang="en-US" sz="1200" b="0">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tc>
              </a:tr>
              <a:tr h="285750">
                <a:tc>
                  <a:txBody>
                    <a:bodyPr/>
                    <a:p>
                      <a:pPr algn="ctr">
                        <a:buNone/>
                      </a:pPr>
                      <a:r>
                        <a:rPr lang="en-US" altLang="zh-CN" sz="1200" dirty="0">
                          <a:latin typeface="微软雅黑" panose="020B0503020204020204" pitchFamily="34" charset="-122"/>
                          <a:ea typeface="微软雅黑" panose="020B0503020204020204" pitchFamily="34" charset="-122"/>
                        </a:rPr>
                        <a:t>10</a:t>
                      </a:r>
                      <a:endParaRPr lang="en-US" altLang="zh-CN" sz="1200" dirty="0">
                        <a:latin typeface="微软雅黑" panose="020B0503020204020204" pitchFamily="34" charset="-122"/>
                        <a:ea typeface="微软雅黑" panose="020B0503020204020204" pitchFamily="34" charset="-122"/>
                      </a:endParaRPr>
                    </a:p>
                  </a:txBody>
                  <a:tcPr anchor="ctr" anchorCtr="0"/>
                </a:tc>
                <a:tc vMerge="1">
                  <a:tcPr marL="68580" marR="68580" marT="0" marB="0" vert="horz" anchor="ctr" anchorCtr="0"/>
                </a:tc>
                <a:tc>
                  <a:txBody>
                    <a:bodyPr/>
                    <a:p>
                      <a:pPr indent="0" algn="ctr">
                        <a:buNone/>
                      </a:pPr>
                      <a:r>
                        <a:rPr lang="en-US" sz="1200" b="0">
                          <a:latin typeface="微软雅黑" panose="020B0503020204020204" pitchFamily="34" charset="-122"/>
                          <a:ea typeface="微软雅黑" panose="020B0503020204020204" pitchFamily="34" charset="-122"/>
                          <a:cs typeface="宋体" panose="02010600030101010101" pitchFamily="2" charset="-122"/>
                        </a:rPr>
                        <a:t>供电</a:t>
                      </a:r>
                      <a:endParaRPr lang="en-US"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c>
                  <a:txBody>
                    <a:bodyPr/>
                    <a:p>
                      <a:pPr indent="0" algn="ctr">
                        <a:buNone/>
                      </a:pPr>
                      <a:r>
                        <a:rPr lang="en-US" sz="1200" b="0">
                          <a:latin typeface="微软雅黑" panose="020B0503020204020204" pitchFamily="34" charset="-122"/>
                          <a:ea typeface="微软雅黑" panose="020B0503020204020204" pitchFamily="34" charset="-122"/>
                          <a:cs typeface="微软雅黑" panose="020B0503020204020204" pitchFamily="34" charset="-122"/>
                        </a:rPr>
                        <a:t>24V DC/3相380V</a:t>
                      </a:r>
                      <a:endParaRPr lang="en-US" altLang="en-US" sz="1200" b="0">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tc>
              </a:tr>
              <a:tr h="285750">
                <a:tc>
                  <a:txBody>
                    <a:bodyPr/>
                    <a:p>
                      <a:pPr algn="ctr">
                        <a:buNone/>
                      </a:pPr>
                      <a:r>
                        <a:rPr lang="en-US" altLang="zh-CN" sz="1200" dirty="0">
                          <a:latin typeface="微软雅黑" panose="020B0503020204020204" pitchFamily="34" charset="-122"/>
                          <a:ea typeface="微软雅黑" panose="020B0503020204020204" pitchFamily="34" charset="-122"/>
                        </a:rPr>
                        <a:t>11</a:t>
                      </a:r>
                      <a:endParaRPr lang="en-US" altLang="zh-CN" sz="1200" dirty="0">
                        <a:latin typeface="微软雅黑" panose="020B0503020204020204" pitchFamily="34" charset="-122"/>
                        <a:ea typeface="微软雅黑" panose="020B0503020204020204" pitchFamily="34" charset="-122"/>
                      </a:endParaRPr>
                    </a:p>
                  </a:txBody>
                  <a:tcPr anchor="ctr" anchorCtr="0"/>
                </a:tc>
                <a:tc rowSpan="7">
                  <a:txBody>
                    <a:bodyPr/>
                    <a:p>
                      <a:pPr indent="0" algn="ctr">
                        <a:buNone/>
                      </a:pPr>
                      <a:r>
                        <a:rPr lang="zh-CN" altLang="en-US" sz="1200" b="0">
                          <a:latin typeface="微软雅黑" panose="020B0503020204020204" pitchFamily="34" charset="-122"/>
                          <a:ea typeface="微软雅黑" panose="020B0503020204020204" pitchFamily="34" charset="-122"/>
                          <a:cs typeface="宋体" panose="02010600030101010101" pitchFamily="2" charset="-122"/>
                        </a:rPr>
                        <a:t>移载机</a:t>
                      </a:r>
                      <a:endParaRPr lang="zh-CN"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c>
                  <a:txBody>
                    <a:bodyPr/>
                    <a:p>
                      <a:pPr indent="0" algn="ctr">
                        <a:buNone/>
                      </a:pPr>
                      <a:r>
                        <a:rPr lang="en-US" sz="1200" b="0">
                          <a:latin typeface="微软雅黑" panose="020B0503020204020204" pitchFamily="34" charset="-122"/>
                          <a:ea typeface="微软雅黑" panose="020B0503020204020204" pitchFamily="34" charset="-122"/>
                          <a:cs typeface="宋体" panose="02010600030101010101" pitchFamily="2" charset="-122"/>
                        </a:rPr>
                        <a:t>机架</a:t>
                      </a:r>
                      <a:endParaRPr lang="en-US"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c>
                  <a:txBody>
                    <a:bodyPr/>
                    <a:p>
                      <a:pPr indent="0" algn="ctr">
                        <a:buNone/>
                      </a:pPr>
                      <a:r>
                        <a:rPr lang="en-US" sz="1200" b="0">
                          <a:latin typeface="微软雅黑" panose="020B0503020204020204" pitchFamily="34" charset="-122"/>
                          <a:ea typeface="微软雅黑" panose="020B0503020204020204" pitchFamily="34" charset="-122"/>
                          <a:cs typeface="宋体" panose="02010600030101010101" pitchFamily="2" charset="-122"/>
                        </a:rPr>
                        <a:t>碳钢</a:t>
                      </a:r>
                      <a:endParaRPr lang="en-US"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r>
              <a:tr h="285750">
                <a:tc>
                  <a:txBody>
                    <a:bodyPr/>
                    <a:p>
                      <a:pPr algn="ctr">
                        <a:buNone/>
                      </a:pPr>
                      <a:r>
                        <a:rPr lang="en-US" altLang="zh-CN" sz="1200" dirty="0">
                          <a:latin typeface="微软雅黑" panose="020B0503020204020204" pitchFamily="34" charset="-122"/>
                          <a:ea typeface="微软雅黑" panose="020B0503020204020204" pitchFamily="34" charset="-122"/>
                        </a:rPr>
                        <a:t>12</a:t>
                      </a:r>
                      <a:endParaRPr lang="en-US" altLang="zh-CN" sz="1200" dirty="0">
                        <a:latin typeface="微软雅黑" panose="020B0503020204020204" pitchFamily="34" charset="-122"/>
                        <a:ea typeface="微软雅黑" panose="020B0503020204020204" pitchFamily="34" charset="-122"/>
                      </a:endParaRPr>
                    </a:p>
                  </a:txBody>
                  <a:tcPr anchor="ctr" anchorCtr="0"/>
                </a:tc>
                <a:tc vMerge="1">
                  <a:tcPr marL="68580" marR="68580" marT="0" marB="0" vert="horz" anchor="ctr" anchorCtr="0"/>
                </a:tc>
                <a:tc>
                  <a:txBody>
                    <a:bodyPr/>
                    <a:p>
                      <a:pPr indent="0" algn="ctr">
                        <a:buNone/>
                      </a:pPr>
                      <a:r>
                        <a:rPr lang="en-US" sz="1200" b="0">
                          <a:latin typeface="微软雅黑" panose="020B0503020204020204" pitchFamily="34" charset="-122"/>
                          <a:ea typeface="微软雅黑" panose="020B0503020204020204" pitchFamily="34" charset="-122"/>
                          <a:cs typeface="宋体" panose="02010600030101010101" pitchFamily="2" charset="-122"/>
                        </a:rPr>
                        <a:t>移载辊子</a:t>
                      </a:r>
                      <a:endParaRPr lang="en-US"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c>
                  <a:txBody>
                    <a:bodyPr/>
                    <a:p>
                      <a:pPr indent="0" algn="ctr">
                        <a:buNone/>
                      </a:pPr>
                      <a:r>
                        <a:rPr lang="en-US" sz="1200" b="0">
                          <a:latin typeface="微软雅黑" panose="020B0503020204020204" pitchFamily="34" charset="-122"/>
                          <a:ea typeface="微软雅黑" panose="020B0503020204020204" pitchFamily="34" charset="-122"/>
                          <a:cs typeface="宋体" panose="02010600030101010101" pitchFamily="2" charset="-122"/>
                        </a:rPr>
                        <a:t>多楔带辊筒</a:t>
                      </a:r>
                      <a:endParaRPr lang="en-US"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r>
              <a:tr h="285750">
                <a:tc>
                  <a:txBody>
                    <a:bodyPr/>
                    <a:p>
                      <a:pPr algn="ctr">
                        <a:buNone/>
                      </a:pPr>
                      <a:r>
                        <a:rPr lang="en-US" altLang="zh-CN" sz="1200" dirty="0">
                          <a:latin typeface="微软雅黑" panose="020B0503020204020204" pitchFamily="34" charset="-122"/>
                          <a:ea typeface="微软雅黑" panose="020B0503020204020204" pitchFamily="34" charset="-122"/>
                        </a:rPr>
                        <a:t>13</a:t>
                      </a:r>
                      <a:endParaRPr lang="en-US" altLang="zh-CN" sz="1200" dirty="0">
                        <a:latin typeface="微软雅黑" panose="020B0503020204020204" pitchFamily="34" charset="-122"/>
                        <a:ea typeface="微软雅黑" panose="020B0503020204020204" pitchFamily="34" charset="-122"/>
                      </a:endParaRPr>
                    </a:p>
                  </a:txBody>
                  <a:tcPr anchor="ctr" anchorCtr="0"/>
                </a:tc>
                <a:tc vMerge="1">
                  <a:tcPr marL="68580" marR="68580" marT="0" marB="0" vert="horz" anchor="ctr" anchorCtr="0"/>
                </a:tc>
                <a:tc>
                  <a:txBody>
                    <a:bodyPr/>
                    <a:p>
                      <a:pPr indent="0" algn="ctr">
                        <a:buNone/>
                      </a:pPr>
                      <a:r>
                        <a:rPr lang="en-US" sz="1200" b="0">
                          <a:latin typeface="微软雅黑" panose="020B0503020204020204" pitchFamily="34" charset="-122"/>
                          <a:ea typeface="微软雅黑" panose="020B0503020204020204" pitchFamily="34" charset="-122"/>
                          <a:cs typeface="宋体" panose="02010600030101010101" pitchFamily="2" charset="-122"/>
                        </a:rPr>
                        <a:t>输送单元载荷</a:t>
                      </a:r>
                      <a:endParaRPr lang="en-US"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c>
                  <a:txBody>
                    <a:bodyPr/>
                    <a:p>
                      <a:pPr indent="0" algn="ctr">
                        <a:buNone/>
                      </a:pPr>
                      <a:r>
                        <a:rPr lang="en-US" sz="1200" b="0">
                          <a:latin typeface="微软雅黑" panose="020B0503020204020204" pitchFamily="34" charset="-122"/>
                          <a:ea typeface="微软雅黑" panose="020B0503020204020204" pitchFamily="34" charset="-122"/>
                          <a:cs typeface="微软雅黑" panose="020B0503020204020204" pitchFamily="34" charset="-122"/>
                        </a:rPr>
                        <a:t>30kg/件</a:t>
                      </a:r>
                      <a:endParaRPr lang="en-US" altLang="en-US" sz="1200" b="0">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tc>
              </a:tr>
              <a:tr h="285750">
                <a:tc>
                  <a:txBody>
                    <a:bodyPr/>
                    <a:p>
                      <a:pPr algn="ctr">
                        <a:buNone/>
                      </a:pPr>
                      <a:r>
                        <a:rPr lang="en-US" altLang="zh-CN" sz="1200" dirty="0">
                          <a:latin typeface="微软雅黑" panose="020B0503020204020204" pitchFamily="34" charset="-122"/>
                          <a:ea typeface="微软雅黑" panose="020B0503020204020204" pitchFamily="34" charset="-122"/>
                        </a:rPr>
                        <a:t>14</a:t>
                      </a:r>
                      <a:endParaRPr lang="en-US" altLang="zh-CN" sz="1200" dirty="0">
                        <a:latin typeface="微软雅黑" panose="020B0503020204020204" pitchFamily="34" charset="-122"/>
                        <a:ea typeface="微软雅黑" panose="020B0503020204020204" pitchFamily="34" charset="-122"/>
                      </a:endParaRPr>
                    </a:p>
                  </a:txBody>
                  <a:tcPr anchor="ctr" anchorCtr="0"/>
                </a:tc>
                <a:tc vMerge="1">
                  <a:tcPr marL="68580" marR="68580" marT="0" marB="0" vert="horz" anchor="ctr" anchorCtr="0"/>
                </a:tc>
                <a:tc>
                  <a:txBody>
                    <a:bodyPr/>
                    <a:p>
                      <a:pPr indent="0" algn="ctr">
                        <a:buNone/>
                      </a:pPr>
                      <a:r>
                        <a:rPr lang="en-US" sz="1200" b="0">
                          <a:latin typeface="微软雅黑" panose="020B0503020204020204" pitchFamily="34" charset="-122"/>
                          <a:ea typeface="微软雅黑" panose="020B0503020204020204" pitchFamily="34" charset="-122"/>
                          <a:cs typeface="宋体" panose="02010600030101010101" pitchFamily="2" charset="-122"/>
                        </a:rPr>
                        <a:t>移载运行方向</a:t>
                      </a:r>
                      <a:endParaRPr lang="en-US"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c>
                  <a:txBody>
                    <a:bodyPr/>
                    <a:p>
                      <a:pPr indent="0" algn="ctr">
                        <a:buNone/>
                      </a:pPr>
                      <a:r>
                        <a:rPr lang="en-US" sz="1200" b="0">
                          <a:latin typeface="微软雅黑" panose="020B0503020204020204" pitchFamily="34" charset="-122"/>
                          <a:ea typeface="微软雅黑" panose="020B0503020204020204" pitchFamily="34" charset="-122"/>
                          <a:cs typeface="宋体" panose="02010600030101010101" pitchFamily="2" charset="-122"/>
                        </a:rPr>
                        <a:t>单向、双向</a:t>
                      </a:r>
                      <a:endParaRPr lang="en-US"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r>
              <a:tr h="285750">
                <a:tc>
                  <a:txBody>
                    <a:bodyPr/>
                    <a:p>
                      <a:pPr algn="ctr">
                        <a:buNone/>
                      </a:pPr>
                      <a:r>
                        <a:rPr lang="en-US" altLang="zh-CN" sz="1200" dirty="0">
                          <a:latin typeface="微软雅黑" panose="020B0503020204020204" pitchFamily="34" charset="-122"/>
                          <a:ea typeface="微软雅黑" panose="020B0503020204020204" pitchFamily="34" charset="-122"/>
                        </a:rPr>
                        <a:t>15</a:t>
                      </a:r>
                      <a:endParaRPr lang="en-US" altLang="zh-CN" sz="1200" dirty="0">
                        <a:latin typeface="微软雅黑" panose="020B0503020204020204" pitchFamily="34" charset="-122"/>
                        <a:ea typeface="微软雅黑" panose="020B0503020204020204" pitchFamily="34" charset="-122"/>
                      </a:endParaRPr>
                    </a:p>
                  </a:txBody>
                  <a:tcPr anchor="ctr" anchorCtr="0"/>
                </a:tc>
                <a:tc vMerge="1">
                  <a:tcPr marL="68580" marR="68580" marT="0" marB="0" vert="horz" anchor="ctr" anchorCtr="0"/>
                </a:tc>
                <a:tc>
                  <a:txBody>
                    <a:bodyPr/>
                    <a:p>
                      <a:pPr indent="0" algn="ctr">
                        <a:buNone/>
                      </a:pPr>
                      <a:r>
                        <a:rPr lang="en-US" sz="1200" b="0">
                          <a:latin typeface="微软雅黑" panose="020B0503020204020204" pitchFamily="34" charset="-122"/>
                          <a:ea typeface="微软雅黑" panose="020B0503020204020204" pitchFamily="34" charset="-122"/>
                          <a:cs typeface="宋体" panose="02010600030101010101" pitchFamily="2" charset="-122"/>
                        </a:rPr>
                        <a:t>驱动方式</a:t>
                      </a:r>
                      <a:endParaRPr lang="en-US"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c>
                  <a:txBody>
                    <a:bodyPr/>
                    <a:p>
                      <a:pPr indent="0" algn="ctr">
                        <a:buNone/>
                      </a:pPr>
                      <a:r>
                        <a:rPr lang="en-US" sz="1200" b="0">
                          <a:latin typeface="微软雅黑" panose="020B0503020204020204" pitchFamily="34" charset="-122"/>
                          <a:ea typeface="微软雅黑" panose="020B0503020204020204" pitchFamily="34" charset="-122"/>
                          <a:cs typeface="宋体" panose="02010600030101010101" pitchFamily="2" charset="-122"/>
                        </a:rPr>
                        <a:t>电动滚筒</a:t>
                      </a:r>
                      <a:endParaRPr lang="en-US"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r>
              <a:tr h="285750">
                <a:tc>
                  <a:txBody>
                    <a:bodyPr/>
                    <a:p>
                      <a:pPr algn="ctr">
                        <a:buNone/>
                      </a:pPr>
                      <a:r>
                        <a:rPr lang="en-US" altLang="zh-CN" sz="1200" dirty="0">
                          <a:latin typeface="微软雅黑" panose="020B0503020204020204" pitchFamily="34" charset="-122"/>
                          <a:ea typeface="微软雅黑" panose="020B0503020204020204" pitchFamily="34" charset="-122"/>
                        </a:rPr>
                        <a:t>16</a:t>
                      </a:r>
                      <a:endParaRPr lang="en-US" altLang="zh-CN" sz="1200" dirty="0">
                        <a:latin typeface="微软雅黑" panose="020B0503020204020204" pitchFamily="34" charset="-122"/>
                        <a:ea typeface="微软雅黑" panose="020B0503020204020204" pitchFamily="34" charset="-122"/>
                      </a:endParaRPr>
                    </a:p>
                  </a:txBody>
                  <a:tcPr anchor="ctr" anchorCtr="0"/>
                </a:tc>
                <a:tc vMerge="1">
                  <a:tcPr marL="68580" marR="68580" marT="0" marB="0" vert="horz" anchor="ctr" anchorCtr="0"/>
                </a:tc>
                <a:tc>
                  <a:txBody>
                    <a:bodyPr/>
                    <a:p>
                      <a:pPr indent="0" algn="ctr">
                        <a:buNone/>
                      </a:pPr>
                      <a:r>
                        <a:rPr lang="en-US" sz="1200" b="0">
                          <a:latin typeface="微软雅黑" panose="020B0503020204020204" pitchFamily="34" charset="-122"/>
                          <a:ea typeface="微软雅黑" panose="020B0503020204020204" pitchFamily="34" charset="-122"/>
                          <a:cs typeface="宋体" panose="02010600030101010101" pitchFamily="2" charset="-122"/>
                        </a:rPr>
                        <a:t>输送窄带品牌型号</a:t>
                      </a:r>
                      <a:endParaRPr lang="en-US"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c>
                  <a:txBody>
                    <a:bodyPr/>
                    <a:p>
                      <a:pPr indent="0" algn="ctr">
                        <a:buNone/>
                      </a:pPr>
                      <a:r>
                        <a:rPr lang="en-US" sz="1200" b="0">
                          <a:latin typeface="微软雅黑" panose="020B0503020204020204" pitchFamily="34" charset="-122"/>
                          <a:ea typeface="微软雅黑" panose="020B0503020204020204" pitchFamily="34" charset="-122"/>
                          <a:cs typeface="宋体" panose="02010600030101010101" pitchFamily="2" charset="-122"/>
                        </a:rPr>
                        <a:t>西格林</a:t>
                      </a:r>
                      <a:endParaRPr lang="en-US"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r>
              <a:tr h="285750">
                <a:tc>
                  <a:txBody>
                    <a:bodyPr/>
                    <a:p>
                      <a:pPr algn="ctr">
                        <a:buNone/>
                      </a:pPr>
                      <a:r>
                        <a:rPr lang="en-US" altLang="zh-CN" sz="1200" dirty="0">
                          <a:latin typeface="微软雅黑" panose="020B0503020204020204" pitchFamily="34" charset="-122"/>
                          <a:ea typeface="微软雅黑" panose="020B0503020204020204" pitchFamily="34" charset="-122"/>
                        </a:rPr>
                        <a:t>17</a:t>
                      </a:r>
                      <a:endParaRPr lang="en-US" altLang="zh-CN" sz="1200" dirty="0">
                        <a:latin typeface="微软雅黑" panose="020B0503020204020204" pitchFamily="34" charset="-122"/>
                        <a:ea typeface="微软雅黑" panose="020B0503020204020204" pitchFamily="34" charset="-122"/>
                      </a:endParaRPr>
                    </a:p>
                  </a:txBody>
                  <a:tcPr anchor="ctr" anchorCtr="0"/>
                </a:tc>
                <a:tc vMerge="1">
                  <a:tcPr marL="68580" marR="68580" marT="0" marB="0" vert="horz" anchor="ctr" anchorCtr="0"/>
                </a:tc>
                <a:tc>
                  <a:txBody>
                    <a:bodyPr/>
                    <a:p>
                      <a:pPr indent="0" algn="ctr">
                        <a:buNone/>
                      </a:pPr>
                      <a:r>
                        <a:rPr lang="en-US" sz="1200" b="0">
                          <a:latin typeface="微软雅黑" panose="020B0503020204020204" pitchFamily="34" charset="-122"/>
                          <a:ea typeface="微软雅黑" panose="020B0503020204020204" pitchFamily="34" charset="-122"/>
                          <a:cs typeface="宋体" panose="02010600030101010101" pitchFamily="2" charset="-122"/>
                        </a:rPr>
                        <a:t>涂装</a:t>
                      </a:r>
                      <a:endParaRPr lang="en-US"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c>
                  <a:txBody>
                    <a:bodyPr/>
                    <a:p>
                      <a:pPr indent="0" algn="ctr">
                        <a:buNone/>
                      </a:pPr>
                      <a:r>
                        <a:rPr lang="en-US" sz="1200" b="0">
                          <a:latin typeface="微软雅黑" panose="020B0503020204020204" pitchFamily="34" charset="-122"/>
                          <a:ea typeface="微软雅黑" panose="020B0503020204020204" pitchFamily="34" charset="-122"/>
                          <a:cs typeface="宋体" panose="02010600030101010101" pitchFamily="2" charset="-122"/>
                        </a:rPr>
                        <a:t>喷塑</a:t>
                      </a:r>
                      <a:endParaRPr lang="en-US"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r>
              <a:tr h="285750">
                <a:tc>
                  <a:txBody>
                    <a:bodyPr/>
                    <a:p>
                      <a:pPr algn="ctr">
                        <a:buNone/>
                      </a:pPr>
                      <a:r>
                        <a:rPr lang="en-US" altLang="zh-CN" sz="1200" dirty="0">
                          <a:latin typeface="微软雅黑" panose="020B0503020204020204" pitchFamily="34" charset="-122"/>
                          <a:ea typeface="微软雅黑" panose="020B0503020204020204" pitchFamily="34" charset="-122"/>
                        </a:rPr>
                        <a:t>18</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indent="0" algn="ctr">
                        <a:buNone/>
                      </a:pPr>
                      <a:r>
                        <a:rPr lang="zh-CN" altLang="en-US" sz="1200" b="0">
                          <a:latin typeface="微软雅黑" panose="020B0503020204020204" pitchFamily="34" charset="-122"/>
                          <a:ea typeface="微软雅黑" panose="020B0503020204020204" pitchFamily="34" charset="-122"/>
                          <a:cs typeface="宋体" panose="02010600030101010101" pitchFamily="2" charset="-122"/>
                        </a:rPr>
                        <a:t>识别设备</a:t>
                      </a:r>
                      <a:endParaRPr lang="zh-CN"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c>
                  <a:txBody>
                    <a:bodyPr/>
                    <a:p>
                      <a:pPr indent="0" algn="ctr">
                        <a:buNone/>
                      </a:pPr>
                      <a:r>
                        <a:rPr lang="zh-CN" altLang="en-US" sz="1200" b="0">
                          <a:latin typeface="微软雅黑" panose="020B0503020204020204" pitchFamily="34" charset="-122"/>
                          <a:ea typeface="微软雅黑" panose="020B0503020204020204" pitchFamily="34" charset="-122"/>
                          <a:cs typeface="宋体" panose="02010600030101010101" pitchFamily="2" charset="-122"/>
                        </a:rPr>
                        <a:t>条码扫描器</a:t>
                      </a:r>
                      <a:endParaRPr lang="zh-CN"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c>
                  <a:txBody>
                    <a:bodyPr/>
                    <a:p>
                      <a:pPr indent="0" algn="ctr">
                        <a:buNone/>
                      </a:pPr>
                      <a:r>
                        <a:rPr lang="zh-CN" altLang="en-US" sz="1200" b="0">
                          <a:latin typeface="微软雅黑" panose="020B0503020204020204" pitchFamily="34" charset="-122"/>
                          <a:ea typeface="微软雅黑" panose="020B0503020204020204" pitchFamily="34" charset="-122"/>
                          <a:cs typeface="宋体" panose="02010600030101010101" pitchFamily="2" charset="-122"/>
                        </a:rPr>
                        <a:t>满足周转箱输送过程中的条码扫描需求；</a:t>
                      </a:r>
                      <a:endParaRPr lang="zh-CN"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r>
            </a:tbl>
          </a:graphicData>
        </a:graphic>
      </p:graphicFrame>
      <p:pic>
        <p:nvPicPr>
          <p:cNvPr id="16" name="图片 1" descr="wps_clip_image-4639"/>
          <p:cNvPicPr>
            <a:picLocks noChangeAspect="1"/>
          </p:cNvPicPr>
          <p:nvPr>
            <p:custDataLst>
              <p:tags r:id="rId2"/>
            </p:custDataLst>
          </p:nvPr>
        </p:nvPicPr>
        <p:blipFill>
          <a:blip r:embed="rId3"/>
          <a:stretch>
            <a:fillRect/>
          </a:stretch>
        </p:blipFill>
        <p:spPr>
          <a:xfrm>
            <a:off x="852170" y="3857625"/>
            <a:ext cx="3342640" cy="2480310"/>
          </a:xfrm>
          <a:prstGeom prst="rect">
            <a:avLst/>
          </a:prstGeom>
          <a:noFill/>
          <a:ln w="9525">
            <a:noFill/>
          </a:ln>
        </p:spPr>
      </p:pic>
      <p:pic>
        <p:nvPicPr>
          <p:cNvPr id="18" name="图片 17"/>
          <p:cNvPicPr>
            <a:picLocks noChangeAspect="1"/>
          </p:cNvPicPr>
          <p:nvPr/>
        </p:nvPicPr>
        <p:blipFill>
          <a:blip r:embed="rId4"/>
          <a:stretch>
            <a:fillRect/>
          </a:stretch>
        </p:blipFill>
        <p:spPr>
          <a:xfrm>
            <a:off x="869315" y="1211580"/>
            <a:ext cx="3325495" cy="24942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 Box 6"/>
          <p:cNvSpPr txBox="1">
            <a:spLocks noChangeArrowheads="1"/>
          </p:cNvSpPr>
          <p:nvPr/>
        </p:nvSpPr>
        <p:spPr bwMode="auto">
          <a:xfrm>
            <a:off x="476250" y="916940"/>
            <a:ext cx="9759315" cy="320675"/>
          </a:xfrm>
          <a:prstGeom prst="rect">
            <a:avLst/>
          </a:prstGeom>
          <a:noFill/>
          <a:ln w="9525">
            <a:noFill/>
            <a:miter lim="800000"/>
          </a:ln>
        </p:spPr>
        <p:txBody>
          <a:bodyPr wrap="square" lIns="74975" tIns="37489" rIns="74975" bIns="37489">
            <a:spAutoFit/>
          </a:bodyPr>
          <a:lstStyle>
            <a:defPPr>
              <a:defRPr lang="zh-TW"/>
            </a:defPPr>
            <a:lvl1pPr>
              <a:spcBef>
                <a:spcPct val="50000"/>
              </a:spcBef>
              <a:defRPr sz="1600" b="1">
                <a:latin typeface="Microsoft JhengHei" panose="020B0604030504040204" pitchFamily="34" charset="-120"/>
                <a:ea typeface="Microsoft JhengHei" panose="020B0604030504040204" pitchFamily="34" charset="-120"/>
              </a:defRPr>
            </a:lvl1pPr>
          </a:lstStyle>
          <a:p>
            <a:r>
              <a:rPr lang="en-US" altLang="zh-CN" dirty="0">
                <a:latin typeface="DFKai-SB" panose="03000509000000000000" pitchFamily="65" charset="-128"/>
                <a:ea typeface="宋体" panose="02010600030101010101" pitchFamily="2" charset="-122"/>
                <a:sym typeface="+mn-ea"/>
              </a:rPr>
              <a:t>5</a:t>
            </a:r>
            <a:r>
              <a:rPr lang="zh-CN" altLang="en-US" dirty="0">
                <a:latin typeface="DFKai-SB" panose="03000509000000000000" pitchFamily="65" charset="-128"/>
                <a:ea typeface="宋体" panose="02010600030101010101" pitchFamily="2" charset="-122"/>
                <a:sym typeface="+mn-ea"/>
              </a:rPr>
              <a:t>、</a:t>
            </a:r>
            <a:r>
              <a:rPr lang="zh-CN" altLang="en-US" dirty="0">
                <a:latin typeface="DFKai-SB" panose="03000509000000000000" pitchFamily="65" charset="-128"/>
                <a:ea typeface="DFKai-SB" panose="03000509000000000000" pitchFamily="65" charset="-128"/>
                <a:sym typeface="+mn-ea"/>
              </a:rPr>
              <a:t>人工作业台</a:t>
            </a:r>
            <a:endParaRPr lang="zh-CN" altLang="en-US" dirty="0">
              <a:latin typeface="DFKai-SB" panose="03000509000000000000" pitchFamily="65" charset="-128"/>
              <a:ea typeface="宋体" panose="02010600030101010101" pitchFamily="2" charset="-122"/>
              <a:sym typeface="+mn-ea"/>
            </a:endParaRPr>
          </a:p>
        </p:txBody>
      </p:sp>
      <p:sp>
        <p:nvSpPr>
          <p:cNvPr id="19" name="Text Box 6"/>
          <p:cNvSpPr txBox="1">
            <a:spLocks noChangeArrowheads="1"/>
          </p:cNvSpPr>
          <p:nvPr/>
        </p:nvSpPr>
        <p:spPr bwMode="auto">
          <a:xfrm>
            <a:off x="659323" y="371705"/>
            <a:ext cx="4474422" cy="831215"/>
          </a:xfrm>
          <a:prstGeom prst="rect">
            <a:avLst/>
          </a:prstGeom>
          <a:noFill/>
          <a:ln w="9525">
            <a:noFill/>
            <a:miter lim="800000"/>
          </a:ln>
        </p:spPr>
        <p:txBody>
          <a:bodyPr wrap="square" lIns="62321" tIns="31161" rIns="62321" bIns="31161">
            <a:spAutoFit/>
          </a:bodyPr>
          <a:lstStyle>
            <a:defPPr>
              <a:defRPr lang="zh-TW"/>
            </a:defPPr>
            <a:lvl1pPr defTabSz="622300">
              <a:spcBef>
                <a:spcPct val="50000"/>
              </a:spcBef>
              <a:defRPr kumimoji="1" sz="2000" b="1">
                <a:latin typeface="Arial" panose="020B0604020202020204" pitchFamily="34" charset="0"/>
                <a:ea typeface="思源黑体 CN Heavy" panose="020B0A00000000000000" pitchFamily="34" charset="-122"/>
                <a:cs typeface="Arial" panose="020B0604020202020204" pitchFamily="34" charset="0"/>
              </a:defRPr>
            </a:lvl1pPr>
          </a:lstStyle>
          <a:p>
            <a:r>
              <a:rPr lang="en-US" altLang="zh-CN" dirty="0"/>
              <a:t>SMT</a:t>
            </a:r>
            <a:r>
              <a:rPr lang="zh-CN" dirty="0"/>
              <a:t>料盘自动出入库系统</a:t>
            </a:r>
            <a:r>
              <a:rPr lang="zh-CN" dirty="0">
                <a:sym typeface="+mn-ea"/>
              </a:rPr>
              <a:t>（</a:t>
            </a:r>
            <a:r>
              <a:rPr lang="en-US" altLang="zh-CN" dirty="0">
                <a:sym typeface="+mn-ea"/>
              </a:rPr>
              <a:t>5/5)</a:t>
            </a:r>
            <a:endParaRPr lang="zh-CN" altLang="en-US" dirty="0"/>
          </a:p>
          <a:p>
            <a:endParaRPr lang="en-US" altLang="zh-CN" dirty="0"/>
          </a:p>
        </p:txBody>
      </p:sp>
      <p:graphicFrame>
        <p:nvGraphicFramePr>
          <p:cNvPr id="46" name="表格 45"/>
          <p:cNvGraphicFramePr/>
          <p:nvPr>
            <p:custDataLst>
              <p:tags r:id="rId1"/>
            </p:custDataLst>
          </p:nvPr>
        </p:nvGraphicFramePr>
        <p:xfrm>
          <a:off x="4244975" y="883285"/>
          <a:ext cx="7398385" cy="1036320"/>
        </p:xfrm>
        <a:graphic>
          <a:graphicData uri="http://schemas.openxmlformats.org/drawingml/2006/table">
            <a:tbl>
              <a:tblPr firstRow="1" bandRow="1">
                <a:tableStyleId>{5C22544A-7EE6-4342-B048-85BDC9FD1C3A}</a:tableStyleId>
              </a:tblPr>
              <a:tblGrid>
                <a:gridCol w="567055"/>
                <a:gridCol w="1256665"/>
                <a:gridCol w="5574665"/>
              </a:tblGrid>
              <a:tr h="304800">
                <a:tc>
                  <a:txBody>
                    <a:bodyPr/>
                    <a:p>
                      <a:pPr algn="ctr"/>
                      <a:r>
                        <a:rPr lang="zh-CN" altLang="en-US" sz="1400" dirty="0">
                          <a:latin typeface="微软雅黑" panose="020B0503020204020204" pitchFamily="34" charset="-122"/>
                          <a:ea typeface="微软雅黑" panose="020B0503020204020204" pitchFamily="34" charset="-122"/>
                        </a:rPr>
                        <a:t>序号</a:t>
                      </a:r>
                      <a:endParaRPr lang="zh-CN" altLang="en-US" sz="14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dirty="0">
                          <a:latin typeface="微软雅黑" panose="020B0503020204020204" pitchFamily="34" charset="-122"/>
                          <a:ea typeface="微软雅黑" panose="020B0503020204020204" pitchFamily="34" charset="-122"/>
                          <a:sym typeface="+mn-ea"/>
                        </a:rPr>
                        <a:t>参数名称</a:t>
                      </a:r>
                      <a:endParaRPr lang="zh-CN" altLang="en-US" sz="1400" dirty="0">
                        <a:latin typeface="微软雅黑" panose="020B0503020204020204" pitchFamily="34" charset="-122"/>
                        <a:ea typeface="微软雅黑" panose="020B0503020204020204" pitchFamily="34" charset="-122"/>
                      </a:endParaRPr>
                    </a:p>
                  </a:txBody>
                  <a:tcPr anchor="ctr" anchorCtr="0"/>
                </a:tc>
                <a:tc>
                  <a:txBody>
                    <a:bodyPr/>
                    <a:p>
                      <a:r>
                        <a:rPr lang="zh-CN" sz="1400" dirty="0">
                          <a:latin typeface="微软雅黑" panose="020B0503020204020204" pitchFamily="34" charset="-122"/>
                          <a:ea typeface="微软雅黑" panose="020B0503020204020204" pitchFamily="34" charset="-122"/>
                        </a:rPr>
                        <a:t>料盘机械手作业容器</a:t>
                      </a:r>
                      <a:endParaRPr lang="zh-CN" sz="1400" dirty="0">
                        <a:latin typeface="微软雅黑" panose="020B0503020204020204" pitchFamily="34" charset="-122"/>
                        <a:ea typeface="微软雅黑" panose="020B0503020204020204" pitchFamily="34" charset="-122"/>
                      </a:endParaRPr>
                    </a:p>
                  </a:txBody>
                  <a:tcPr anchor="ctr" anchorCtr="0"/>
                </a:tc>
              </a:tr>
              <a:tr h="274320">
                <a:tc>
                  <a:txBody>
                    <a:bodyPr/>
                    <a:p>
                      <a:pPr algn="ctr"/>
                      <a:r>
                        <a:rPr lang="en-US" altLang="zh-CN" sz="1200" dirty="0">
                          <a:latin typeface="微软雅黑" panose="020B0503020204020204" pitchFamily="34" charset="-122"/>
                          <a:ea typeface="微软雅黑" panose="020B0503020204020204" pitchFamily="34" charset="-122"/>
                        </a:rPr>
                        <a:t>1</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r>
                        <a:rPr lang="zh-CN" altLang="en-US" sz="1200" dirty="0">
                          <a:latin typeface="微软雅黑" panose="020B0503020204020204" pitchFamily="34" charset="-122"/>
                          <a:ea typeface="微软雅黑" panose="020B0503020204020204" pitchFamily="34" charset="-122"/>
                          <a:sym typeface="+mn-ea"/>
                        </a:rPr>
                        <a:t>电脑支架</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indent="0" algn="l">
                        <a:buFont typeface="Arial" panose="020B0604020202020204" pitchFamily="34" charset="0"/>
                        <a:buNone/>
                      </a:pPr>
                      <a:r>
                        <a:rPr lang="zh-CN" altLang="en-US" sz="1200" dirty="0">
                          <a:latin typeface="微软雅黑" panose="020B0503020204020204" pitchFamily="34" charset="-122"/>
                          <a:ea typeface="微软雅黑" panose="020B0503020204020204" pitchFamily="34" charset="-122"/>
                          <a:sym typeface="+mn-ea"/>
                        </a:rPr>
                        <a:t>放置一体化电脑、键盘、打印机等设备；</a:t>
                      </a:r>
                      <a:endParaRPr lang="zh-CN" altLang="en-US" sz="1200" dirty="0">
                        <a:latin typeface="微软雅黑" panose="020B0503020204020204" pitchFamily="34" charset="-122"/>
                        <a:ea typeface="微软雅黑" panose="020B0503020204020204" pitchFamily="34" charset="-122"/>
                        <a:sym typeface="+mn-ea"/>
                      </a:endParaRPr>
                    </a:p>
                    <a:p>
                      <a:pPr indent="0" algn="l">
                        <a:buFont typeface="Arial" panose="020B0604020202020204" pitchFamily="34" charset="0"/>
                        <a:buNone/>
                      </a:pPr>
                      <a:r>
                        <a:rPr lang="zh-CN" altLang="en-US" sz="1200" dirty="0">
                          <a:latin typeface="微软雅黑" panose="020B0503020204020204" pitchFamily="34" charset="-122"/>
                          <a:ea typeface="微软雅黑" panose="020B0503020204020204" pitchFamily="34" charset="-122"/>
                          <a:sym typeface="+mn-ea"/>
                        </a:rPr>
                        <a:t>支撑在地面，避免因为设备抖动等影响使用作业；</a:t>
                      </a:r>
                      <a:endParaRPr lang="zh-CN" altLang="en-US" sz="1200" dirty="0">
                        <a:latin typeface="微软雅黑" panose="020B0503020204020204" pitchFamily="34" charset="-122"/>
                        <a:ea typeface="微软雅黑" panose="020B0503020204020204" pitchFamily="34" charset="-122"/>
                        <a:sym typeface="+mn-ea"/>
                      </a:endParaRPr>
                    </a:p>
                    <a:p>
                      <a:pPr indent="0" algn="l">
                        <a:buFont typeface="Arial" panose="020B0604020202020204" pitchFamily="34" charset="0"/>
                        <a:buNone/>
                      </a:pPr>
                      <a:r>
                        <a:rPr lang="zh-CN" altLang="en-US" sz="1200" dirty="0">
                          <a:latin typeface="微软雅黑" panose="020B0503020204020204" pitchFamily="34" charset="-122"/>
                          <a:ea typeface="微软雅黑" panose="020B0503020204020204" pitchFamily="34" charset="-122"/>
                          <a:sym typeface="+mn-ea"/>
                        </a:rPr>
                        <a:t>具体参数、设备颜色等和输送线相匹配；</a:t>
                      </a:r>
                      <a:endParaRPr lang="en-US" altLang="zh-CN" sz="1200" dirty="0">
                        <a:latin typeface="微软雅黑" panose="020B0503020204020204" pitchFamily="34" charset="-122"/>
                        <a:ea typeface="微软雅黑" panose="020B0503020204020204" pitchFamily="34" charset="-122"/>
                        <a:sym typeface="+mn-ea"/>
                      </a:endParaRPr>
                    </a:p>
                  </a:txBody>
                  <a:tcPr anchor="ctr"/>
                </a:tc>
              </a:tr>
            </a:tbl>
          </a:graphicData>
        </a:graphic>
      </p:graphicFrame>
      <p:pic>
        <p:nvPicPr>
          <p:cNvPr id="5" name="图片 4"/>
          <p:cNvPicPr>
            <a:picLocks noChangeAspect="1"/>
          </p:cNvPicPr>
          <p:nvPr/>
        </p:nvPicPr>
        <p:blipFill>
          <a:blip r:embed="rId2"/>
          <a:stretch>
            <a:fillRect/>
          </a:stretch>
        </p:blipFill>
        <p:spPr>
          <a:xfrm>
            <a:off x="582930" y="1413510"/>
            <a:ext cx="3286125" cy="4572000"/>
          </a:xfrm>
          <a:prstGeom prst="rect">
            <a:avLst/>
          </a:prstGeom>
        </p:spPr>
      </p:pic>
      <p:pic>
        <p:nvPicPr>
          <p:cNvPr id="6" name="图片 5"/>
          <p:cNvPicPr>
            <a:picLocks noChangeAspect="1"/>
          </p:cNvPicPr>
          <p:nvPr/>
        </p:nvPicPr>
        <p:blipFill>
          <a:blip r:embed="rId3"/>
          <a:srcRect l="6193" t="8044" r="6278" b="15471"/>
          <a:stretch>
            <a:fillRect/>
          </a:stretch>
        </p:blipFill>
        <p:spPr>
          <a:xfrm>
            <a:off x="4244975" y="3818890"/>
            <a:ext cx="2114550" cy="1847850"/>
          </a:xfrm>
          <a:prstGeom prst="rect">
            <a:avLst/>
          </a:prstGeom>
        </p:spPr>
      </p:pic>
      <p:pic>
        <p:nvPicPr>
          <p:cNvPr id="7" name="图片 6"/>
          <p:cNvPicPr>
            <a:picLocks noChangeAspect="1"/>
          </p:cNvPicPr>
          <p:nvPr/>
        </p:nvPicPr>
        <p:blipFill>
          <a:blip r:embed="rId4"/>
          <a:stretch>
            <a:fillRect/>
          </a:stretch>
        </p:blipFill>
        <p:spPr>
          <a:xfrm>
            <a:off x="9473565" y="3818890"/>
            <a:ext cx="1949450" cy="1949450"/>
          </a:xfrm>
          <a:prstGeom prst="rect">
            <a:avLst/>
          </a:prstGeom>
        </p:spPr>
      </p:pic>
      <p:pic>
        <p:nvPicPr>
          <p:cNvPr id="12" name="图片 11"/>
          <p:cNvPicPr>
            <a:picLocks noChangeAspect="1"/>
          </p:cNvPicPr>
          <p:nvPr/>
        </p:nvPicPr>
        <p:blipFill>
          <a:blip r:embed="rId5"/>
          <a:stretch>
            <a:fillRect/>
          </a:stretch>
        </p:blipFill>
        <p:spPr>
          <a:xfrm>
            <a:off x="6569710" y="3728085"/>
            <a:ext cx="2395855" cy="21513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3970020" y="1376680"/>
            <a:ext cx="5983605" cy="5125720"/>
          </a:xfrm>
          <a:prstGeom prst="rect">
            <a:avLst/>
          </a:prstGeom>
        </p:spPr>
      </p:pic>
      <p:sp>
        <p:nvSpPr>
          <p:cNvPr id="166" name="Text Box 6"/>
          <p:cNvSpPr txBox="1">
            <a:spLocks noChangeArrowheads="1"/>
          </p:cNvSpPr>
          <p:nvPr/>
        </p:nvSpPr>
        <p:spPr bwMode="auto">
          <a:xfrm>
            <a:off x="659323" y="371705"/>
            <a:ext cx="4474422" cy="369570"/>
          </a:xfrm>
          <a:prstGeom prst="rect">
            <a:avLst/>
          </a:prstGeom>
          <a:noFill/>
          <a:ln w="9525">
            <a:noFill/>
            <a:miter lim="800000"/>
          </a:ln>
        </p:spPr>
        <p:txBody>
          <a:bodyPr wrap="square" lIns="62321" tIns="31161" rIns="62321" bIns="31161">
            <a:spAutoFit/>
          </a:bodyPr>
          <a:lstStyle>
            <a:defPPr>
              <a:defRPr lang="zh-TW"/>
            </a:defPPr>
            <a:lvl1pPr defTabSz="622300">
              <a:spcBef>
                <a:spcPct val="50000"/>
              </a:spcBef>
              <a:defRPr kumimoji="1" sz="2000" b="1">
                <a:latin typeface="Arial" panose="020B0604020202020204" pitchFamily="34" charset="0"/>
                <a:ea typeface="思源黑体 CN Heavy" panose="020B0A00000000000000" pitchFamily="34" charset="-122"/>
                <a:cs typeface="Arial" panose="020B0604020202020204" pitchFamily="34" charset="0"/>
              </a:defRPr>
            </a:lvl1pPr>
          </a:lstStyle>
          <a:p>
            <a:r>
              <a:rPr lang="zh-CN" altLang="zh-TW" dirty="0"/>
              <a:t>自动开箱装</a:t>
            </a:r>
            <a:r>
              <a:rPr lang="en-US" altLang="zh-CN" dirty="0"/>
              <a:t>tray</a:t>
            </a:r>
            <a:r>
              <a:rPr lang="zh-CN" altLang="en-US" dirty="0"/>
              <a:t>设备（</a:t>
            </a:r>
            <a:r>
              <a:rPr lang="en-US" altLang="zh-CN" dirty="0"/>
              <a:t>1/4)</a:t>
            </a:r>
            <a:endParaRPr lang="zh-CN" altLang="en-US" dirty="0"/>
          </a:p>
        </p:txBody>
      </p:sp>
      <p:sp>
        <p:nvSpPr>
          <p:cNvPr id="36" name="Text Box 6"/>
          <p:cNvSpPr txBox="1">
            <a:spLocks noChangeArrowheads="1"/>
          </p:cNvSpPr>
          <p:nvPr/>
        </p:nvSpPr>
        <p:spPr bwMode="auto">
          <a:xfrm>
            <a:off x="476250" y="916940"/>
            <a:ext cx="9759315" cy="320675"/>
          </a:xfrm>
          <a:prstGeom prst="rect">
            <a:avLst/>
          </a:prstGeom>
          <a:noFill/>
          <a:ln w="9525">
            <a:noFill/>
            <a:miter lim="800000"/>
          </a:ln>
        </p:spPr>
        <p:txBody>
          <a:bodyPr wrap="square" lIns="74975" tIns="37489" rIns="74975" bIns="37489">
            <a:spAutoFit/>
          </a:bodyPr>
          <a:lstStyle>
            <a:defPPr>
              <a:defRPr lang="zh-TW"/>
            </a:defPPr>
            <a:lvl1pPr>
              <a:spcBef>
                <a:spcPct val="50000"/>
              </a:spcBef>
              <a:defRPr sz="1600" b="1">
                <a:latin typeface="Microsoft JhengHei" panose="020B0604030504040204" pitchFamily="34" charset="-120"/>
                <a:ea typeface="Microsoft JhengHei" panose="020B0604030504040204" pitchFamily="34" charset="-120"/>
              </a:defRPr>
            </a:lvl1pPr>
          </a:lstStyle>
          <a:p>
            <a:r>
              <a:rPr lang="en-US" altLang="zh-CN" dirty="0">
                <a:latin typeface="DFKai-SB" panose="03000509000000000000" pitchFamily="65" charset="-128"/>
                <a:ea typeface="DFKai-SB" panose="03000509000000000000" pitchFamily="65" charset="-128"/>
                <a:sym typeface="+mn-ea"/>
              </a:rPr>
              <a:t>1</a:t>
            </a:r>
            <a:r>
              <a:rPr lang="zh-CN" altLang="en-US" dirty="0">
                <a:latin typeface="DFKai-SB" panose="03000509000000000000" pitchFamily="65" charset="-128"/>
                <a:ea typeface="宋体" panose="02010600030101010101" pitchFamily="2" charset="-122"/>
                <a:sym typeface="+mn-ea"/>
              </a:rPr>
              <a:t>、流程说明：</a:t>
            </a:r>
            <a:r>
              <a:rPr lang="zh-CN" dirty="0">
                <a:latin typeface="DFKai-SB" panose="03000509000000000000" pitchFamily="65" charset="-128"/>
                <a:ea typeface="宋体" panose="02010600030101010101" pitchFamily="2" charset="-122"/>
                <a:sym typeface="+mn-ea"/>
              </a:rPr>
              <a:t>机构件存储区</a:t>
            </a:r>
            <a:r>
              <a:rPr lang="en-US" altLang="zh-CN" dirty="0">
                <a:latin typeface="DFKai-SB" panose="03000509000000000000" pitchFamily="65" charset="-128"/>
                <a:ea typeface="宋体" panose="02010600030101010101" pitchFamily="2" charset="-122"/>
                <a:sym typeface="+mn-ea"/>
              </a:rPr>
              <a:t>~</a:t>
            </a:r>
            <a:r>
              <a:rPr lang="zh-CN" altLang="en-US" dirty="0">
                <a:latin typeface="DFKai-SB" panose="03000509000000000000" pitchFamily="65" charset="-128"/>
                <a:ea typeface="宋体" panose="02010600030101010101" pitchFamily="2" charset="-122"/>
                <a:sym typeface="+mn-ea"/>
              </a:rPr>
              <a:t>机构件自动拆箱装</a:t>
            </a:r>
            <a:r>
              <a:rPr lang="en-US" altLang="zh-CN" dirty="0">
                <a:latin typeface="DFKai-SB" panose="03000509000000000000" pitchFamily="65" charset="-128"/>
                <a:ea typeface="宋体" panose="02010600030101010101" pitchFamily="2" charset="-122"/>
                <a:sym typeface="+mn-ea"/>
              </a:rPr>
              <a:t>tray</a:t>
            </a:r>
            <a:r>
              <a:rPr lang="zh-CN" altLang="en-US" dirty="0">
                <a:latin typeface="DFKai-SB" panose="03000509000000000000" pitchFamily="65" charset="-128"/>
                <a:ea typeface="宋体" panose="02010600030101010101" pitchFamily="2" charset="-122"/>
                <a:sym typeface="+mn-ea"/>
              </a:rPr>
              <a:t>区</a:t>
            </a:r>
            <a:endParaRPr lang="zh-CN" altLang="en-US" dirty="0">
              <a:latin typeface="DFKai-SB" panose="03000509000000000000" pitchFamily="65" charset="-128"/>
              <a:ea typeface="DFKai-SB" panose="03000509000000000000" pitchFamily="65" charset="-128"/>
              <a:sym typeface="+mn-ea"/>
            </a:endParaRPr>
          </a:p>
        </p:txBody>
      </p:sp>
      <p:grpSp>
        <p:nvGrpSpPr>
          <p:cNvPr id="37" name="群組 27"/>
          <p:cNvGrpSpPr/>
          <p:nvPr/>
        </p:nvGrpSpPr>
        <p:grpSpPr>
          <a:xfrm>
            <a:off x="288599" y="1306311"/>
            <a:ext cx="3533775" cy="565150"/>
            <a:chOff x="602618" y="2319182"/>
            <a:chExt cx="4128932" cy="638984"/>
          </a:xfrm>
        </p:grpSpPr>
        <p:sp>
          <p:nvSpPr>
            <p:cNvPr id="38" name="圓角矩形 74"/>
            <p:cNvSpPr/>
            <p:nvPr/>
          </p:nvSpPr>
          <p:spPr>
            <a:xfrm>
              <a:off x="2041252" y="2403184"/>
              <a:ext cx="1175243" cy="453032"/>
            </a:xfrm>
            <a:prstGeom prst="roundRect">
              <a:avLst/>
            </a:prstGeom>
            <a:ln>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74975" tIns="37489" rIns="74975" bIns="37489" anchor="ctr"/>
            <a:lstStyle/>
            <a:p>
              <a:pPr algn="ctr">
                <a:defRPr/>
              </a:pPr>
              <a:r>
                <a:rPr lang="en-US" sz="1000" dirty="0">
                  <a:solidFill>
                    <a:srgbClr val="0070C0"/>
                  </a:solidFill>
                  <a:latin typeface="Arial" panose="020B0604020202020204" pitchFamily="34" charset="0"/>
                  <a:ea typeface="標楷體" pitchFamily="65" charset="-120"/>
                  <a:cs typeface="Arial" panose="020B0604020202020204" pitchFamily="34" charset="0"/>
                </a:rPr>
                <a:t>AGV</a:t>
              </a:r>
              <a:r>
                <a:rPr lang="zh-CN" altLang="en-US" sz="1000" dirty="0">
                  <a:solidFill>
                    <a:srgbClr val="0070C0"/>
                  </a:solidFill>
                  <a:latin typeface="Arial" panose="020B0604020202020204" pitchFamily="34" charset="0"/>
                  <a:ea typeface="標楷體" pitchFamily="65" charset="-120"/>
                  <a:cs typeface="Arial" panose="020B0604020202020204" pitchFamily="34" charset="0"/>
                </a:rPr>
                <a:t>搬运</a:t>
              </a:r>
              <a:endParaRPr lang="zh-CN" altLang="en-US" sz="1000" dirty="0">
                <a:solidFill>
                  <a:srgbClr val="0070C0"/>
                </a:solidFill>
                <a:latin typeface="Arial" panose="020B0604020202020204" pitchFamily="34" charset="0"/>
                <a:ea typeface="標楷體" pitchFamily="65" charset="-120"/>
                <a:cs typeface="Arial" panose="020B0604020202020204" pitchFamily="34" charset="0"/>
              </a:endParaRPr>
            </a:p>
          </p:txBody>
        </p:sp>
        <p:sp>
          <p:nvSpPr>
            <p:cNvPr id="39" name="圓角矩形 51"/>
            <p:cNvSpPr/>
            <p:nvPr/>
          </p:nvSpPr>
          <p:spPr>
            <a:xfrm>
              <a:off x="602618" y="2401029"/>
              <a:ext cx="1138146" cy="455186"/>
            </a:xfrm>
            <a:prstGeom prst="roundRect">
              <a:avLst/>
            </a:prstGeom>
            <a:ln>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74975" tIns="37489" rIns="74975" bIns="37489" anchor="ctr"/>
            <a:lstStyle/>
            <a:p>
              <a:pPr algn="ctr">
                <a:defRPr/>
              </a:pPr>
              <a:r>
                <a:rPr lang="zh-CN" altLang="en-US" sz="1000" dirty="0">
                  <a:solidFill>
                    <a:srgbClr val="0070C0"/>
                  </a:solidFill>
                  <a:latin typeface="Arial" panose="020B0604020202020204" pitchFamily="34" charset="0"/>
                  <a:ea typeface="思源黑体 CN Heavy" panose="020B0A00000000000000" pitchFamily="34" charset="-122"/>
                  <a:cs typeface="Arial" panose="020B0604020202020204" pitchFamily="34" charset="0"/>
                </a:rPr>
                <a:t>机构件存储区</a:t>
              </a:r>
              <a:endParaRPr lang="zh-CN" altLang="en-US" sz="1000" dirty="0">
                <a:solidFill>
                  <a:srgbClr val="0070C0"/>
                </a:solidFill>
                <a:latin typeface="Arial" panose="020B0604020202020204" pitchFamily="34" charset="0"/>
                <a:ea typeface="思源黑体 CN Heavy" panose="020B0A00000000000000" pitchFamily="34" charset="-122"/>
                <a:cs typeface="Arial" panose="020B0604020202020204" pitchFamily="34" charset="0"/>
              </a:endParaRPr>
            </a:p>
          </p:txBody>
        </p:sp>
        <p:sp>
          <p:nvSpPr>
            <p:cNvPr id="40" name="圓角矩形 74"/>
            <p:cNvSpPr/>
            <p:nvPr/>
          </p:nvSpPr>
          <p:spPr>
            <a:xfrm>
              <a:off x="3568920" y="2319182"/>
              <a:ext cx="1162630" cy="638984"/>
            </a:xfrm>
            <a:prstGeom prst="roundRect">
              <a:avLst/>
            </a:prstGeom>
            <a:ln>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74975" tIns="37489" rIns="74975" bIns="37489" anchor="ctr"/>
            <a:lstStyle/>
            <a:p>
              <a:pPr algn="ctr"/>
              <a:r>
                <a:rPr lang="zh-CN" sz="1000" dirty="0">
                  <a:solidFill>
                    <a:srgbClr val="0070C0"/>
                  </a:solidFill>
                  <a:latin typeface="Arial" panose="020B0604020202020204" pitchFamily="34" charset="0"/>
                  <a:ea typeface="思源黑体 CN Heavy" panose="020B0A00000000000000" pitchFamily="34" charset="-122"/>
                  <a:cs typeface="Arial" panose="020B0604020202020204" pitchFamily="34" charset="0"/>
                </a:rPr>
                <a:t>机构件</a:t>
              </a:r>
              <a:endParaRPr lang="zh-CN" sz="1000" dirty="0">
                <a:solidFill>
                  <a:srgbClr val="0070C0"/>
                </a:solidFill>
                <a:latin typeface="Arial" panose="020B0604020202020204" pitchFamily="34" charset="0"/>
                <a:ea typeface="思源黑体 CN Heavy" panose="020B0A00000000000000" pitchFamily="34" charset="-122"/>
                <a:cs typeface="Arial" panose="020B0604020202020204" pitchFamily="34" charset="0"/>
              </a:endParaRPr>
            </a:p>
            <a:p>
              <a:pPr algn="ctr"/>
              <a:r>
                <a:rPr lang="zh-CN" sz="1000" dirty="0">
                  <a:solidFill>
                    <a:srgbClr val="0070C0"/>
                  </a:solidFill>
                  <a:latin typeface="Arial" panose="020B0604020202020204" pitchFamily="34" charset="0"/>
                  <a:ea typeface="思源黑体 CN Heavy" panose="020B0A00000000000000" pitchFamily="34" charset="-122"/>
                  <a:cs typeface="Arial" panose="020B0604020202020204" pitchFamily="34" charset="0"/>
                </a:rPr>
                <a:t>自动拆箱</a:t>
              </a:r>
              <a:endParaRPr lang="zh-CN" sz="1000" dirty="0">
                <a:solidFill>
                  <a:srgbClr val="0070C0"/>
                </a:solidFill>
                <a:latin typeface="Arial" panose="020B0604020202020204" pitchFamily="34" charset="0"/>
                <a:ea typeface="思源黑体 CN Heavy" panose="020B0A00000000000000" pitchFamily="34" charset="-122"/>
                <a:cs typeface="Arial" panose="020B0604020202020204" pitchFamily="34" charset="0"/>
              </a:endParaRPr>
            </a:p>
            <a:p>
              <a:pPr algn="ctr"/>
              <a:r>
                <a:rPr lang="zh-CN" sz="1000" dirty="0">
                  <a:solidFill>
                    <a:srgbClr val="0070C0"/>
                  </a:solidFill>
                  <a:latin typeface="Arial" panose="020B0604020202020204" pitchFamily="34" charset="0"/>
                  <a:ea typeface="思源黑体 CN Heavy" panose="020B0A00000000000000" pitchFamily="34" charset="-122"/>
                  <a:cs typeface="Arial" panose="020B0604020202020204" pitchFamily="34" charset="0"/>
                </a:rPr>
                <a:t>装</a:t>
              </a:r>
              <a:r>
                <a:rPr lang="en-US" altLang="zh-CN" sz="1000" dirty="0">
                  <a:solidFill>
                    <a:srgbClr val="0070C0"/>
                  </a:solidFill>
                  <a:latin typeface="Arial" panose="020B0604020202020204" pitchFamily="34" charset="0"/>
                  <a:ea typeface="思源黑体 CN Heavy" panose="020B0A00000000000000" pitchFamily="34" charset="-122"/>
                  <a:cs typeface="Arial" panose="020B0604020202020204" pitchFamily="34" charset="0"/>
                </a:rPr>
                <a:t>tray</a:t>
              </a:r>
              <a:r>
                <a:rPr lang="zh-CN" altLang="en-US" sz="1000" dirty="0">
                  <a:solidFill>
                    <a:srgbClr val="0070C0"/>
                  </a:solidFill>
                  <a:latin typeface="Arial" panose="020B0604020202020204" pitchFamily="34" charset="0"/>
                  <a:ea typeface="思源黑体 CN Heavy" panose="020B0A00000000000000" pitchFamily="34" charset="-122"/>
                  <a:cs typeface="Arial" panose="020B0604020202020204" pitchFamily="34" charset="0"/>
                </a:rPr>
                <a:t>区</a:t>
              </a:r>
              <a:endParaRPr lang="zh-CN" altLang="en-US" sz="1000" dirty="0">
                <a:solidFill>
                  <a:srgbClr val="0070C0"/>
                </a:solidFill>
                <a:latin typeface="Arial" panose="020B0604020202020204" pitchFamily="34" charset="0"/>
                <a:ea typeface="思源黑体 CN Heavy" panose="020B0A00000000000000" pitchFamily="34" charset="-122"/>
                <a:cs typeface="Arial" panose="020B0604020202020204" pitchFamily="34" charset="0"/>
              </a:endParaRPr>
            </a:p>
          </p:txBody>
        </p:sp>
        <p:sp>
          <p:nvSpPr>
            <p:cNvPr id="41" name="向右箭號 32"/>
            <p:cNvSpPr/>
            <p:nvPr/>
          </p:nvSpPr>
          <p:spPr>
            <a:xfrm>
              <a:off x="1759268" y="2540292"/>
              <a:ext cx="257216" cy="182180"/>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42" name="向右箭號 33"/>
            <p:cNvSpPr/>
            <p:nvPr/>
          </p:nvSpPr>
          <p:spPr>
            <a:xfrm>
              <a:off x="3258270" y="2540292"/>
              <a:ext cx="257216" cy="182180"/>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grpSp>
      <p:cxnSp>
        <p:nvCxnSpPr>
          <p:cNvPr id="43" name="直線接點 35"/>
          <p:cNvCxnSpPr/>
          <p:nvPr/>
        </p:nvCxnSpPr>
        <p:spPr>
          <a:xfrm flipH="1">
            <a:off x="3659771" y="2225160"/>
            <a:ext cx="1" cy="2792039"/>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4" name="流程圖: 決策 59"/>
          <p:cNvSpPr/>
          <p:nvPr/>
        </p:nvSpPr>
        <p:spPr>
          <a:xfrm>
            <a:off x="327646" y="2057517"/>
            <a:ext cx="307091" cy="184209"/>
          </a:xfrm>
          <a:prstGeom prst="flowChartDecision">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4975" tIns="37489" rIns="74975" bIns="37489" rtlCol="0" anchor="ctr"/>
          <a:lstStyle/>
          <a:p>
            <a:pPr algn="ctr"/>
            <a:r>
              <a:rPr lang="en-US" altLang="zh-TW" sz="1300" dirty="0">
                <a:solidFill>
                  <a:schemeClr val="bg1"/>
                </a:solidFill>
                <a:latin typeface="Microsoft YaHei UI Light" panose="020B0502040204020203" pitchFamily="34" charset="-122"/>
                <a:ea typeface="Microsoft YaHei UI Light" panose="020B0502040204020203" pitchFamily="34" charset="-122"/>
              </a:rPr>
              <a:t>1</a:t>
            </a:r>
            <a:endParaRPr lang="en-US" altLang="zh-TW" sz="1300" dirty="0">
              <a:solidFill>
                <a:schemeClr val="bg1"/>
              </a:solidFill>
              <a:latin typeface="Microsoft YaHei UI Light" panose="020B0502040204020203" pitchFamily="34" charset="-122"/>
              <a:ea typeface="Microsoft YaHei UI Light" panose="020B0502040204020203" pitchFamily="34" charset="-122"/>
            </a:endParaRPr>
          </a:p>
        </p:txBody>
      </p:sp>
      <p:sp>
        <p:nvSpPr>
          <p:cNvPr id="47" name="Text Box 19"/>
          <p:cNvSpPr txBox="1">
            <a:spLocks noChangeArrowheads="1"/>
          </p:cNvSpPr>
          <p:nvPr>
            <p:custDataLst>
              <p:tags r:id="rId2"/>
            </p:custDataLst>
          </p:nvPr>
        </p:nvSpPr>
        <p:spPr bwMode="auto">
          <a:xfrm>
            <a:off x="633790" y="1962843"/>
            <a:ext cx="2972112" cy="2763546"/>
          </a:xfrm>
          <a:prstGeom prst="rect">
            <a:avLst/>
          </a:prstGeom>
          <a:noFill/>
          <a:ln w="9525">
            <a:noFill/>
            <a:miter lim="800000"/>
            <a:tailEnd type="none" w="sm" len="med"/>
          </a:ln>
        </p:spPr>
        <p:txBody>
          <a:bodyPr wrap="square" lIns="91364" tIns="45683" rIns="91364" bIns="45683">
            <a:noAutofit/>
          </a:bodyPr>
          <a:lstStyle>
            <a:defPPr>
              <a:defRPr lang="zh-TW"/>
            </a:defPPr>
            <a:lvl1pPr>
              <a:lnSpc>
                <a:spcPct val="150000"/>
              </a:lnSpc>
              <a:spcBef>
                <a:spcPts val="600"/>
              </a:spcBef>
              <a:defRPr sz="1200">
                <a:solidFill>
                  <a:schemeClr val="bg1">
                    <a:lumMod val="50000"/>
                  </a:schemeClr>
                </a:solidFill>
                <a:latin typeface="宋体" panose="02010600030101010101" pitchFamily="2" charset="-122"/>
                <a:ea typeface="宋体" panose="02010600030101010101" pitchFamily="2" charset="-122"/>
                <a:cs typeface="宋体" panose="02010600030101010101" pitchFamily="2" charset="-122"/>
              </a:defRPr>
            </a:lvl1pPr>
          </a:lstStyle>
          <a:p>
            <a:pPr indent="0" fontAlgn="auto">
              <a:lnSpc>
                <a:spcPct val="100000"/>
              </a:lnSpc>
            </a:pPr>
            <a:r>
              <a:rPr lang="zh-CN" altLang="en-US" sz="1100" b="1" dirty="0">
                <a:solidFill>
                  <a:schemeClr val="tx1">
                    <a:lumMod val="75000"/>
                    <a:lumOff val="25000"/>
                  </a:schemeClr>
                </a:solidFill>
                <a:latin typeface="微软雅黑" panose="020B0503020204020204" pitchFamily="34" charset="-122"/>
                <a:ea typeface="微软雅黑" panose="020B0503020204020204" pitchFamily="34" charset="-122"/>
              </a:rPr>
              <a:t> </a:t>
            </a:r>
            <a:r>
              <a:rPr lang="en-US" altLang="zh-CN" sz="1100" b="1" dirty="0">
                <a:solidFill>
                  <a:schemeClr val="tx1">
                    <a:lumMod val="75000"/>
                    <a:lumOff val="25000"/>
                  </a:schemeClr>
                </a:solidFill>
                <a:latin typeface="微软雅黑" panose="020B0503020204020204" pitchFamily="34" charset="-122"/>
                <a:ea typeface="微软雅黑" panose="020B0503020204020204" pitchFamily="34" charset="-122"/>
              </a:rPr>
              <a:t>Magazine</a:t>
            </a:r>
            <a:r>
              <a:rPr lang="zh-CN" altLang="en-US" sz="1100" b="1" dirty="0">
                <a:solidFill>
                  <a:schemeClr val="tx1">
                    <a:lumMod val="75000"/>
                    <a:lumOff val="25000"/>
                  </a:schemeClr>
                </a:solidFill>
                <a:latin typeface="微软雅黑" panose="020B0503020204020204" pitchFamily="34" charset="-122"/>
                <a:ea typeface="微软雅黑" panose="020B0503020204020204" pitchFamily="34" charset="-122"/>
              </a:rPr>
              <a:t>拆</a:t>
            </a:r>
            <a:r>
              <a:rPr lang="en-US" altLang="zh-CN" sz="1100" b="1" dirty="0">
                <a:solidFill>
                  <a:schemeClr val="tx1">
                    <a:lumMod val="75000"/>
                    <a:lumOff val="25000"/>
                  </a:schemeClr>
                </a:solidFill>
                <a:latin typeface="微软雅黑" panose="020B0503020204020204" pitchFamily="34" charset="-122"/>
                <a:ea typeface="微软雅黑" panose="020B0503020204020204" pitchFamily="34" charset="-122"/>
              </a:rPr>
              <a:t>tray</a:t>
            </a:r>
            <a:r>
              <a:rPr lang="zh-CN" altLang="en-US" sz="1100" b="1" dirty="0">
                <a:solidFill>
                  <a:schemeClr val="tx1">
                    <a:lumMod val="75000"/>
                    <a:lumOff val="25000"/>
                  </a:schemeClr>
                </a:solidFill>
                <a:latin typeface="微软雅黑" panose="020B0503020204020204" pitchFamily="34" charset="-122"/>
                <a:ea typeface="微软雅黑" panose="020B0503020204020204" pitchFamily="34" charset="-122"/>
              </a:rPr>
              <a:t>盘区</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endParaRPr>
          </a:p>
          <a:p>
            <a:pPr indent="0" fontAlgn="auto">
              <a:lnSpc>
                <a:spcPct val="100000"/>
              </a:lnSpc>
            </a:pPr>
            <a:r>
              <a:rPr lang="zh-CN" sz="1100" dirty="0">
                <a:solidFill>
                  <a:schemeClr val="tx1">
                    <a:lumMod val="75000"/>
                    <a:lumOff val="25000"/>
                  </a:schemeClr>
                </a:solidFill>
                <a:latin typeface="微软雅黑" panose="020B0503020204020204" pitchFamily="34" charset="-122"/>
                <a:ea typeface="微软雅黑" panose="020B0503020204020204" pitchFamily="34" charset="-122"/>
              </a:rPr>
              <a:t>举升滚筒</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rPr>
              <a:t>AGV</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rPr>
              <a:t>将产线回流的</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rPr>
              <a:t>magazine</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rPr>
              <a:t>在⑽处投放对接上线，经</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rPr>
              <a:t>Tray</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rPr>
              <a:t>盘交换机</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rPr>
              <a:t>(11)</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rPr>
              <a:t>逐个将</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rPr>
              <a:t>tray</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rPr>
              <a:t>盘从</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rPr>
              <a:t>magazin</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rPr>
              <a:t>出取出，并输送至⑼处进行缓存，等待装机构件装到</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rPr>
              <a:t>tray</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rPr>
              <a:t>盘内。</a:t>
            </a:r>
            <a:endPar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endParaRPr>
          </a:p>
          <a:p>
            <a:pPr indent="0" fontAlgn="auto">
              <a:lnSpc>
                <a:spcPct val="100000"/>
              </a:lnSpc>
            </a:pPr>
            <a:r>
              <a:rPr lang="zh-CN" altLang="en-US" sz="1100" b="1" dirty="0">
                <a:solidFill>
                  <a:schemeClr val="tx1">
                    <a:lumMod val="75000"/>
                    <a:lumOff val="25000"/>
                  </a:schemeClr>
                </a:solidFill>
                <a:latin typeface="微软雅黑" panose="020B0503020204020204" pitchFamily="34" charset="-122"/>
                <a:ea typeface="微软雅黑" panose="020B0503020204020204" pitchFamily="34" charset="-122"/>
              </a:rPr>
              <a:t>自动拆箱装</a:t>
            </a:r>
            <a:r>
              <a:rPr lang="en-US" altLang="zh-CN" sz="1100" b="1" dirty="0">
                <a:solidFill>
                  <a:schemeClr val="tx1">
                    <a:lumMod val="75000"/>
                    <a:lumOff val="25000"/>
                  </a:schemeClr>
                </a:solidFill>
                <a:latin typeface="微软雅黑" panose="020B0503020204020204" pitchFamily="34" charset="-122"/>
                <a:ea typeface="微软雅黑" panose="020B0503020204020204" pitchFamily="34" charset="-122"/>
              </a:rPr>
              <a:t>tray</a:t>
            </a:r>
            <a:r>
              <a:rPr lang="zh-CN" altLang="en-US" sz="1100" b="1" dirty="0">
                <a:solidFill>
                  <a:schemeClr val="tx1">
                    <a:lumMod val="75000"/>
                    <a:lumOff val="25000"/>
                  </a:schemeClr>
                </a:solidFill>
                <a:latin typeface="微软雅黑" panose="020B0503020204020204" pitchFamily="34" charset="-122"/>
                <a:ea typeface="微软雅黑" panose="020B0503020204020204" pitchFamily="34" charset="-122"/>
              </a:rPr>
              <a:t>区：</a:t>
            </a:r>
            <a:endParaRPr lang="zh-CN" altLang="en-US" sz="1100" b="1" dirty="0">
              <a:solidFill>
                <a:schemeClr val="tx1">
                  <a:lumMod val="75000"/>
                  <a:lumOff val="25000"/>
                </a:schemeClr>
              </a:solidFill>
              <a:latin typeface="微软雅黑" panose="020B0503020204020204" pitchFamily="34" charset="-122"/>
              <a:ea typeface="微软雅黑" panose="020B0503020204020204" pitchFamily="34" charset="-122"/>
            </a:endParaRPr>
          </a:p>
          <a:p>
            <a:pPr indent="0" fontAlgn="auto">
              <a:lnSpc>
                <a:spcPct val="100000"/>
              </a:lnSpc>
            </a:pPr>
            <a:r>
              <a:rPr lang="zh-CN" sz="1100" dirty="0">
                <a:solidFill>
                  <a:schemeClr val="tx1">
                    <a:lumMod val="75000"/>
                    <a:lumOff val="25000"/>
                  </a:schemeClr>
                </a:solidFill>
                <a:latin typeface="微软雅黑" panose="020B0503020204020204" pitchFamily="34" charset="-122"/>
                <a:ea typeface="微软雅黑" panose="020B0503020204020204" pitchFamily="34" charset="-122"/>
              </a:rPr>
              <a:t>根据系统指令，潜伏顶升</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rPr>
              <a:t>AGV</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rPr>
              <a:t>收到指令将相应的机构件栈板从库内⑴处将栈板搬运至⑵处，经人工解膜后，再搬运到⑶处，由机械手自动抓取上线。</a:t>
            </a:r>
            <a:endPar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endParaRPr>
          </a:p>
          <a:p>
            <a:pPr indent="0" fontAlgn="auto">
              <a:lnSpc>
                <a:spcPct val="100000"/>
              </a:lnSpc>
            </a:pP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rPr>
              <a:t>经自动开盖机⑷，将料箱上盖打开后，在⑸处缓存，由机械手将纸箱上盖、内层填充物吸起，投放在废物框⑹内。下一个机械手将塑料盒装机构件，放置在</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⑺工位处。采用吸盘方式机械手将塑料盖打开，机械手再将机构件放置在定位机构</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⑻处。</a:t>
            </a:r>
            <a:endPar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indent="0" fontAlgn="auto">
              <a:lnSpc>
                <a:spcPct val="100000"/>
              </a:lnSpc>
            </a:pP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机械手抓取机构件放置在等待位的</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tray</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盘</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⑼</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上。</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tray</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盘放满后，经输送线将</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tray</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盘输送到</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tray</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盘交换机</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(11)</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将</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tray</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盘放到</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magazine</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里。</a:t>
            </a:r>
            <a:endPar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indent="0" fontAlgn="auto">
              <a:lnSpc>
                <a:spcPct val="100000"/>
              </a:lnSpc>
            </a:pPr>
            <a:r>
              <a:rPr lang="zh-CN" sz="11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举升滚筒</a:t>
            </a:r>
            <a:r>
              <a:rPr lang="en-US" altLang="zh-CN" sz="11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AGV</a:t>
            </a:r>
            <a:r>
              <a:rPr lang="zh-CN" altLang="en-US" sz="11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搬运：</a:t>
            </a:r>
            <a:endParaRPr lang="zh-CN" altLang="en-US" sz="1100" b="1" dirty="0">
              <a:solidFill>
                <a:schemeClr val="tx1">
                  <a:lumMod val="75000"/>
                  <a:lumOff val="25000"/>
                </a:schemeClr>
              </a:solidFill>
              <a:latin typeface="微软雅黑" panose="020B0503020204020204" pitchFamily="34" charset="-122"/>
              <a:ea typeface="微软雅黑" panose="020B0503020204020204" pitchFamily="34" charset="-122"/>
            </a:endParaRPr>
          </a:p>
          <a:p>
            <a:pPr indent="0" fontAlgn="auto">
              <a:lnSpc>
                <a:spcPct val="100000"/>
              </a:lnSpc>
            </a:pP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举升滚筒</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AGV</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将空</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magazine</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在</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⑽处投放上线后，移动至</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(13)</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处将满载</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magazine</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搬运至产线（断点</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7.1</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endPar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indent="0" fontAlgn="auto">
              <a:lnSpc>
                <a:spcPct val="100000"/>
              </a:lnSpc>
            </a:pPr>
            <a:endPar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endPar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64" name="椭圆 63"/>
          <p:cNvSpPr/>
          <p:nvPr/>
        </p:nvSpPr>
        <p:spPr>
          <a:xfrm>
            <a:off x="4502785" y="2480310"/>
            <a:ext cx="250190" cy="21653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p>
        </p:txBody>
      </p:sp>
      <p:sp>
        <p:nvSpPr>
          <p:cNvPr id="65" name="椭圆 64"/>
          <p:cNvSpPr/>
          <p:nvPr/>
        </p:nvSpPr>
        <p:spPr>
          <a:xfrm>
            <a:off x="6924040" y="2673350"/>
            <a:ext cx="250190" cy="21653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6</a:t>
            </a:r>
            <a:endParaRPr lang="en-US" altLang="zh-CN"/>
          </a:p>
        </p:txBody>
      </p:sp>
      <p:sp>
        <p:nvSpPr>
          <p:cNvPr id="9" name="椭圆 8"/>
          <p:cNvSpPr/>
          <p:nvPr/>
        </p:nvSpPr>
        <p:spPr>
          <a:xfrm>
            <a:off x="6608445" y="5742940"/>
            <a:ext cx="250190" cy="21653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1</a:t>
            </a:r>
            <a:endParaRPr lang="en-US" altLang="zh-CN"/>
          </a:p>
        </p:txBody>
      </p:sp>
      <p:sp>
        <p:nvSpPr>
          <p:cNvPr id="20" name="椭圆 19"/>
          <p:cNvSpPr/>
          <p:nvPr/>
        </p:nvSpPr>
        <p:spPr>
          <a:xfrm>
            <a:off x="7639685" y="2673350"/>
            <a:ext cx="250190" cy="21653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4</a:t>
            </a:r>
            <a:endParaRPr lang="en-US" altLang="zh-CN"/>
          </a:p>
        </p:txBody>
      </p:sp>
      <p:sp>
        <p:nvSpPr>
          <p:cNvPr id="21" name="椭圆 20"/>
          <p:cNvSpPr/>
          <p:nvPr/>
        </p:nvSpPr>
        <p:spPr>
          <a:xfrm>
            <a:off x="6684010" y="3008630"/>
            <a:ext cx="250190" cy="21653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5</a:t>
            </a:r>
            <a:endParaRPr lang="en-US" altLang="zh-CN"/>
          </a:p>
        </p:txBody>
      </p:sp>
      <p:sp>
        <p:nvSpPr>
          <p:cNvPr id="22" name="椭圆 21"/>
          <p:cNvSpPr/>
          <p:nvPr/>
        </p:nvSpPr>
        <p:spPr>
          <a:xfrm>
            <a:off x="8761095" y="2456815"/>
            <a:ext cx="250190" cy="21653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2</a:t>
            </a:r>
            <a:endParaRPr lang="en-US" altLang="zh-CN"/>
          </a:p>
        </p:txBody>
      </p:sp>
      <p:sp>
        <p:nvSpPr>
          <p:cNvPr id="23" name="椭圆 22"/>
          <p:cNvSpPr/>
          <p:nvPr/>
        </p:nvSpPr>
        <p:spPr>
          <a:xfrm>
            <a:off x="6062345" y="3225165"/>
            <a:ext cx="250190" cy="21653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8</a:t>
            </a:r>
            <a:endParaRPr lang="en-US" altLang="zh-CN"/>
          </a:p>
        </p:txBody>
      </p:sp>
      <p:sp>
        <p:nvSpPr>
          <p:cNvPr id="24" name="椭圆 23"/>
          <p:cNvSpPr/>
          <p:nvPr/>
        </p:nvSpPr>
        <p:spPr>
          <a:xfrm>
            <a:off x="6312535" y="2810510"/>
            <a:ext cx="250190" cy="21653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7</a:t>
            </a:r>
            <a:endParaRPr lang="en-US" altLang="zh-CN"/>
          </a:p>
        </p:txBody>
      </p:sp>
      <p:sp>
        <p:nvSpPr>
          <p:cNvPr id="25" name="椭圆 24"/>
          <p:cNvSpPr/>
          <p:nvPr/>
        </p:nvSpPr>
        <p:spPr>
          <a:xfrm>
            <a:off x="5721350" y="3096895"/>
            <a:ext cx="250190" cy="21653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9</a:t>
            </a:r>
            <a:endParaRPr lang="en-US" altLang="zh-CN"/>
          </a:p>
        </p:txBody>
      </p:sp>
      <p:sp>
        <p:nvSpPr>
          <p:cNvPr id="26" name="椭圆 25"/>
          <p:cNvSpPr/>
          <p:nvPr/>
        </p:nvSpPr>
        <p:spPr>
          <a:xfrm>
            <a:off x="8761095" y="3008630"/>
            <a:ext cx="250190" cy="21653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3</a:t>
            </a:r>
            <a:endParaRPr lang="en-US" altLang="zh-CN"/>
          </a:p>
        </p:txBody>
      </p:sp>
      <p:pic>
        <p:nvPicPr>
          <p:cNvPr id="27" name="图片 26"/>
          <p:cNvPicPr>
            <a:picLocks noChangeAspect="1"/>
          </p:cNvPicPr>
          <p:nvPr/>
        </p:nvPicPr>
        <p:blipFill rotWithShape="1">
          <a:blip r:embed="rId3" cstate="print">
            <a:extLst>
              <a:ext uri="{28A0092B-C50C-407E-A947-70E740481C1C}">
                <a14:useLocalDpi xmlns:a14="http://schemas.microsoft.com/office/drawing/2010/main" val="0"/>
              </a:ext>
            </a:extLst>
          </a:blip>
          <a:srcRect l="14314" t="22067" r="11647" b="22065"/>
          <a:stretch>
            <a:fillRect/>
          </a:stretch>
        </p:blipFill>
        <p:spPr>
          <a:xfrm>
            <a:off x="10417175" y="3081655"/>
            <a:ext cx="1260475" cy="870585"/>
          </a:xfrm>
          <a:prstGeom prst="rect">
            <a:avLst/>
          </a:prstGeom>
          <a:solidFill>
            <a:schemeClr val="accent5">
              <a:lumMod val="75000"/>
            </a:schemeClr>
          </a:solidFill>
        </p:spPr>
      </p:pic>
      <p:sp>
        <p:nvSpPr>
          <p:cNvPr id="261" name="文本框 260"/>
          <p:cNvSpPr txBox="1"/>
          <p:nvPr/>
        </p:nvSpPr>
        <p:spPr>
          <a:xfrm>
            <a:off x="10132695" y="3830320"/>
            <a:ext cx="2106295" cy="245110"/>
          </a:xfrm>
          <a:prstGeom prst="rect">
            <a:avLst/>
          </a:prstGeom>
          <a:noFill/>
        </p:spPr>
        <p:txBody>
          <a:bodyPr wrap="square" rtlCol="0">
            <a:spAutoFit/>
          </a:bodyPr>
          <a:p>
            <a:r>
              <a:rPr lang="zh-CN" altLang="en-US" sz="1000" dirty="0"/>
              <a:t>潜伏顶升</a:t>
            </a:r>
            <a:r>
              <a:rPr lang="en-US" altLang="zh-CN" sz="1000" dirty="0"/>
              <a:t>1200   LR-1200HD</a:t>
            </a:r>
            <a:endParaRPr lang="en-US" altLang="zh-CN" sz="1000" dirty="0"/>
          </a:p>
        </p:txBody>
      </p:sp>
      <p:sp>
        <p:nvSpPr>
          <p:cNvPr id="3" name="矩形 2"/>
          <p:cNvSpPr/>
          <p:nvPr/>
        </p:nvSpPr>
        <p:spPr>
          <a:xfrm>
            <a:off x="4384675" y="2490470"/>
            <a:ext cx="492125" cy="182880"/>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200"/>
              <a:t>10</a:t>
            </a:r>
            <a:endParaRPr lang="en-US" altLang="zh-CN" sz="1200"/>
          </a:p>
        </p:txBody>
      </p:sp>
      <p:sp>
        <p:nvSpPr>
          <p:cNvPr id="4" name="椭圆 3"/>
          <p:cNvSpPr/>
          <p:nvPr/>
        </p:nvSpPr>
        <p:spPr>
          <a:xfrm>
            <a:off x="5085715" y="2484120"/>
            <a:ext cx="250190" cy="21653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p>
        </p:txBody>
      </p:sp>
      <p:sp>
        <p:nvSpPr>
          <p:cNvPr id="5" name="矩形 4"/>
          <p:cNvSpPr/>
          <p:nvPr/>
        </p:nvSpPr>
        <p:spPr>
          <a:xfrm>
            <a:off x="4967605" y="2494280"/>
            <a:ext cx="492125" cy="182880"/>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200"/>
              <a:t>10</a:t>
            </a:r>
            <a:endParaRPr lang="en-US" altLang="zh-CN" sz="1200"/>
          </a:p>
        </p:txBody>
      </p:sp>
      <p:sp>
        <p:nvSpPr>
          <p:cNvPr id="6" name="椭圆 5"/>
          <p:cNvSpPr/>
          <p:nvPr/>
        </p:nvSpPr>
        <p:spPr>
          <a:xfrm>
            <a:off x="4502785" y="4102100"/>
            <a:ext cx="250190" cy="21653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p>
        </p:txBody>
      </p:sp>
      <p:sp>
        <p:nvSpPr>
          <p:cNvPr id="7" name="矩形 6"/>
          <p:cNvSpPr/>
          <p:nvPr/>
        </p:nvSpPr>
        <p:spPr>
          <a:xfrm>
            <a:off x="4384675" y="4112260"/>
            <a:ext cx="492125" cy="182880"/>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200"/>
              <a:t>13</a:t>
            </a:r>
            <a:endParaRPr lang="en-US" altLang="zh-CN" sz="1200"/>
          </a:p>
        </p:txBody>
      </p:sp>
      <p:sp>
        <p:nvSpPr>
          <p:cNvPr id="12" name="椭圆 11"/>
          <p:cNvSpPr/>
          <p:nvPr/>
        </p:nvSpPr>
        <p:spPr>
          <a:xfrm>
            <a:off x="5071745" y="4105910"/>
            <a:ext cx="250190" cy="21653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p>
        </p:txBody>
      </p:sp>
      <p:sp>
        <p:nvSpPr>
          <p:cNvPr id="13" name="矩形 12"/>
          <p:cNvSpPr/>
          <p:nvPr/>
        </p:nvSpPr>
        <p:spPr>
          <a:xfrm>
            <a:off x="4953635" y="4116070"/>
            <a:ext cx="492125" cy="182880"/>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200"/>
              <a:t>13</a:t>
            </a:r>
            <a:endParaRPr lang="en-US" altLang="zh-CN" sz="1200"/>
          </a:p>
        </p:txBody>
      </p:sp>
      <p:sp>
        <p:nvSpPr>
          <p:cNvPr id="14" name="椭圆 13"/>
          <p:cNvSpPr/>
          <p:nvPr/>
        </p:nvSpPr>
        <p:spPr>
          <a:xfrm>
            <a:off x="4504055" y="2788920"/>
            <a:ext cx="250190" cy="21653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p>
        </p:txBody>
      </p:sp>
      <p:sp>
        <p:nvSpPr>
          <p:cNvPr id="15" name="矩形 14"/>
          <p:cNvSpPr/>
          <p:nvPr/>
        </p:nvSpPr>
        <p:spPr>
          <a:xfrm>
            <a:off x="4385945" y="2799080"/>
            <a:ext cx="492125" cy="182880"/>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200"/>
              <a:t>11</a:t>
            </a:r>
            <a:endParaRPr lang="en-US" altLang="zh-CN" sz="1200"/>
          </a:p>
        </p:txBody>
      </p:sp>
      <p:sp>
        <p:nvSpPr>
          <p:cNvPr id="16" name="椭圆 15"/>
          <p:cNvSpPr/>
          <p:nvPr/>
        </p:nvSpPr>
        <p:spPr>
          <a:xfrm>
            <a:off x="5062855" y="2788920"/>
            <a:ext cx="250190" cy="21653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p>
        </p:txBody>
      </p:sp>
      <p:sp>
        <p:nvSpPr>
          <p:cNvPr id="17" name="矩形 16"/>
          <p:cNvSpPr/>
          <p:nvPr/>
        </p:nvSpPr>
        <p:spPr>
          <a:xfrm>
            <a:off x="4944745" y="2799080"/>
            <a:ext cx="492125" cy="182880"/>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200"/>
              <a:t>11</a:t>
            </a:r>
            <a:endParaRPr lang="en-US" altLang="zh-CN" sz="1200"/>
          </a:p>
        </p:txBody>
      </p:sp>
      <p:sp>
        <p:nvSpPr>
          <p:cNvPr id="18" name="椭圆 17"/>
          <p:cNvSpPr/>
          <p:nvPr/>
        </p:nvSpPr>
        <p:spPr>
          <a:xfrm>
            <a:off x="4504055" y="3796030"/>
            <a:ext cx="250190" cy="21653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p>
        </p:txBody>
      </p:sp>
      <p:sp>
        <p:nvSpPr>
          <p:cNvPr id="28" name="矩形 27"/>
          <p:cNvSpPr/>
          <p:nvPr/>
        </p:nvSpPr>
        <p:spPr>
          <a:xfrm>
            <a:off x="4385945" y="3806190"/>
            <a:ext cx="492125" cy="182880"/>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200"/>
              <a:t>12</a:t>
            </a:r>
            <a:endParaRPr lang="en-US" altLang="zh-CN" sz="1200"/>
          </a:p>
        </p:txBody>
      </p:sp>
      <p:sp>
        <p:nvSpPr>
          <p:cNvPr id="29" name="椭圆 28"/>
          <p:cNvSpPr/>
          <p:nvPr/>
        </p:nvSpPr>
        <p:spPr>
          <a:xfrm>
            <a:off x="5073015" y="3799840"/>
            <a:ext cx="250190" cy="21653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p>
        </p:txBody>
      </p:sp>
      <p:sp>
        <p:nvSpPr>
          <p:cNvPr id="30" name="矩形 29"/>
          <p:cNvSpPr/>
          <p:nvPr/>
        </p:nvSpPr>
        <p:spPr>
          <a:xfrm>
            <a:off x="4954905" y="3810000"/>
            <a:ext cx="492125" cy="182880"/>
          </a:xfrm>
          <a:prstGeom prst="rect">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200"/>
              <a:t>12</a:t>
            </a:r>
            <a:endParaRPr lang="en-US" altLang="zh-CN" sz="1200"/>
          </a:p>
        </p:txBody>
      </p:sp>
      <p:sp>
        <p:nvSpPr>
          <p:cNvPr id="31" name="文本框 30"/>
          <p:cNvSpPr txBox="1"/>
          <p:nvPr/>
        </p:nvSpPr>
        <p:spPr>
          <a:xfrm>
            <a:off x="10378268" y="2950986"/>
            <a:ext cx="1764237" cy="229870"/>
          </a:xfrm>
          <a:prstGeom prst="rect">
            <a:avLst/>
          </a:prstGeom>
          <a:noFill/>
        </p:spPr>
        <p:txBody>
          <a:bodyPr wrap="square">
            <a:spAutoFit/>
          </a:bodyPr>
          <a:p>
            <a:r>
              <a:rPr lang="en-US" altLang="zh-CN" sz="900" dirty="0"/>
              <a:t>max</a:t>
            </a:r>
            <a:r>
              <a:rPr lang="zh-CN" altLang="en-US" sz="900" dirty="0"/>
              <a:t>1</a:t>
            </a:r>
            <a:r>
              <a:rPr lang="en-US" altLang="zh-CN" sz="900" dirty="0"/>
              <a:t>20</a:t>
            </a:r>
            <a:r>
              <a:rPr lang="zh-CN" altLang="en-US" sz="900" dirty="0"/>
              <a:t>0*1</a:t>
            </a:r>
            <a:r>
              <a:rPr lang="en-US" altLang="zh-CN" sz="900" dirty="0"/>
              <a:t>20</a:t>
            </a:r>
            <a:r>
              <a:rPr lang="zh-CN" altLang="en-US" sz="900" dirty="0"/>
              <a:t>0*1</a:t>
            </a:r>
            <a:r>
              <a:rPr lang="en-US" altLang="zh-CN" sz="900" dirty="0"/>
              <a:t>0</a:t>
            </a:r>
            <a:r>
              <a:rPr lang="zh-CN" altLang="en-US" sz="900" dirty="0"/>
              <a:t>0mm</a:t>
            </a:r>
            <a:endParaRPr lang="zh-CN" altLang="en-US" sz="900" dirty="0"/>
          </a:p>
        </p:txBody>
      </p:sp>
      <p:pic>
        <p:nvPicPr>
          <p:cNvPr id="32" name="图片 31"/>
          <p:cNvPicPr>
            <a:picLocks noChangeAspect="1"/>
          </p:cNvPicPr>
          <p:nvPr/>
        </p:nvPicPr>
        <p:blipFill rotWithShape="1">
          <a:blip r:embed="rId4"/>
          <a:srcRect t="10840" b="14486"/>
          <a:stretch>
            <a:fillRect/>
          </a:stretch>
        </p:blipFill>
        <p:spPr>
          <a:xfrm>
            <a:off x="10647045" y="2048510"/>
            <a:ext cx="960755" cy="894715"/>
          </a:xfrm>
          <a:prstGeom prst="rect">
            <a:avLst/>
          </a:prstGeom>
        </p:spPr>
      </p:pic>
      <p:pic>
        <p:nvPicPr>
          <p:cNvPr id="128" name="图片 127"/>
          <p:cNvPicPr>
            <a:picLocks noChangeAspect="1"/>
          </p:cNvPicPr>
          <p:nvPr/>
        </p:nvPicPr>
        <p:blipFill>
          <a:blip r:embed="rId5"/>
          <a:stretch>
            <a:fillRect/>
          </a:stretch>
        </p:blipFill>
        <p:spPr>
          <a:xfrm>
            <a:off x="10594975" y="1042035"/>
            <a:ext cx="1012825" cy="868045"/>
          </a:xfrm>
          <a:prstGeom prst="rect">
            <a:avLst/>
          </a:prstGeom>
          <a:solidFill>
            <a:schemeClr val="accent5">
              <a:lumMod val="75000"/>
            </a:schemeClr>
          </a:solidFill>
        </p:spPr>
      </p:pic>
      <p:sp>
        <p:nvSpPr>
          <p:cNvPr id="34" name="文本框 33"/>
          <p:cNvSpPr txBox="1"/>
          <p:nvPr/>
        </p:nvSpPr>
        <p:spPr>
          <a:xfrm>
            <a:off x="10155555" y="1873250"/>
            <a:ext cx="1986915" cy="245110"/>
          </a:xfrm>
          <a:prstGeom prst="rect">
            <a:avLst/>
          </a:prstGeom>
          <a:noFill/>
        </p:spPr>
        <p:txBody>
          <a:bodyPr wrap="square" rtlCol="0">
            <a:spAutoFit/>
          </a:bodyPr>
          <a:p>
            <a:r>
              <a:rPr lang="zh-CN" altLang="en-US" sz="1000" dirty="0"/>
              <a:t>举升滚筒</a:t>
            </a:r>
            <a:r>
              <a:rPr lang="en-US" altLang="zh-CN" sz="1000" dirty="0"/>
              <a:t>AGV    </a:t>
            </a:r>
            <a:r>
              <a:rPr lang="en-US" sz="1000" dirty="0"/>
              <a:t>LR-600S-RX</a:t>
            </a:r>
            <a:endParaRPr lang="en-US" altLang="zh-CN" sz="1000" dirty="0"/>
          </a:p>
        </p:txBody>
      </p:sp>
      <p:pic>
        <p:nvPicPr>
          <p:cNvPr id="35" name="图片 34"/>
          <p:cNvPicPr>
            <a:picLocks noChangeAspect="1"/>
          </p:cNvPicPr>
          <p:nvPr/>
        </p:nvPicPr>
        <p:blipFill>
          <a:blip r:embed="rId6"/>
          <a:stretch>
            <a:fillRect/>
          </a:stretch>
        </p:blipFill>
        <p:spPr>
          <a:xfrm>
            <a:off x="10567035" y="5120640"/>
            <a:ext cx="1047115" cy="962660"/>
          </a:xfrm>
          <a:prstGeom prst="rect">
            <a:avLst/>
          </a:prstGeom>
        </p:spPr>
      </p:pic>
      <p:pic>
        <p:nvPicPr>
          <p:cNvPr id="45" name="图片 44"/>
          <p:cNvPicPr>
            <a:picLocks noChangeAspect="1"/>
          </p:cNvPicPr>
          <p:nvPr/>
        </p:nvPicPr>
        <p:blipFill>
          <a:blip r:embed="rId7"/>
          <a:stretch>
            <a:fillRect/>
          </a:stretch>
        </p:blipFill>
        <p:spPr>
          <a:xfrm>
            <a:off x="10591165" y="4040505"/>
            <a:ext cx="1163955" cy="935990"/>
          </a:xfrm>
          <a:prstGeom prst="rect">
            <a:avLst/>
          </a:prstGeom>
        </p:spPr>
      </p:pic>
      <p:sp>
        <p:nvSpPr>
          <p:cNvPr id="46" name="文本框 45"/>
          <p:cNvSpPr txBox="1"/>
          <p:nvPr/>
        </p:nvSpPr>
        <p:spPr>
          <a:xfrm>
            <a:off x="10599420" y="4885055"/>
            <a:ext cx="1292860" cy="245110"/>
          </a:xfrm>
          <a:prstGeom prst="rect">
            <a:avLst/>
          </a:prstGeom>
          <a:noFill/>
        </p:spPr>
        <p:txBody>
          <a:bodyPr wrap="square" rtlCol="0">
            <a:spAutoFit/>
          </a:bodyPr>
          <a:p>
            <a:r>
              <a:rPr lang="en-US" sz="1000" dirty="0"/>
              <a:t>Tray</a:t>
            </a:r>
            <a:r>
              <a:rPr lang="zh-CN" altLang="en-US" sz="1000" dirty="0"/>
              <a:t>盘交换机（</a:t>
            </a:r>
            <a:r>
              <a:rPr lang="en-US" altLang="zh-CN" sz="1000" dirty="0"/>
              <a:t>11</a:t>
            </a:r>
            <a:r>
              <a:rPr lang="zh-CN" altLang="en-US" sz="1000" dirty="0"/>
              <a:t>）</a:t>
            </a:r>
            <a:endParaRPr lang="zh-CN" altLang="en-US" sz="1000" dirty="0"/>
          </a:p>
        </p:txBody>
      </p:sp>
      <p:sp>
        <p:nvSpPr>
          <p:cNvPr id="50" name="文本框 49"/>
          <p:cNvSpPr txBox="1"/>
          <p:nvPr/>
        </p:nvSpPr>
        <p:spPr>
          <a:xfrm>
            <a:off x="10759440" y="6042660"/>
            <a:ext cx="1144270" cy="245110"/>
          </a:xfrm>
          <a:prstGeom prst="rect">
            <a:avLst/>
          </a:prstGeom>
          <a:noFill/>
        </p:spPr>
        <p:txBody>
          <a:bodyPr wrap="square" rtlCol="0">
            <a:spAutoFit/>
          </a:bodyPr>
          <a:p>
            <a:r>
              <a:rPr lang="zh-CN" altLang="en-US" sz="1000" dirty="0"/>
              <a:t>自动开盖机（</a:t>
            </a:r>
            <a:r>
              <a:rPr lang="en-US" altLang="zh-CN" sz="1000" dirty="0"/>
              <a:t>4</a:t>
            </a:r>
            <a:r>
              <a:rPr lang="zh-CN" altLang="en-US" sz="1000" dirty="0"/>
              <a:t>）</a:t>
            </a:r>
            <a:endParaRPr lang="zh-CN" altLang="en-US" sz="1000" dirty="0"/>
          </a:p>
        </p:txBody>
      </p:sp>
      <p:sp>
        <p:nvSpPr>
          <p:cNvPr id="51" name="流程圖: 決策 59"/>
          <p:cNvSpPr/>
          <p:nvPr/>
        </p:nvSpPr>
        <p:spPr>
          <a:xfrm>
            <a:off x="328916" y="3007477"/>
            <a:ext cx="307091" cy="184209"/>
          </a:xfrm>
          <a:prstGeom prst="flowChartDecision">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4975" tIns="37489" rIns="74975" bIns="37489" rtlCol="0" anchor="ctr"/>
          <a:p>
            <a:pPr algn="ctr"/>
            <a:r>
              <a:rPr lang="en-US" altLang="zh-TW" sz="1300" dirty="0">
                <a:solidFill>
                  <a:schemeClr val="bg1"/>
                </a:solidFill>
                <a:latin typeface="Microsoft YaHei UI Light" panose="020B0502040204020203" pitchFamily="34" charset="-122"/>
                <a:ea typeface="Microsoft YaHei UI Light" panose="020B0502040204020203" pitchFamily="34" charset="-122"/>
              </a:rPr>
              <a:t>2</a:t>
            </a:r>
            <a:endParaRPr lang="en-US" altLang="zh-TW" sz="1300" dirty="0">
              <a:solidFill>
                <a:schemeClr val="bg1"/>
              </a:solidFill>
              <a:latin typeface="Microsoft YaHei UI Light" panose="020B0502040204020203" pitchFamily="34" charset="-122"/>
              <a:ea typeface="Microsoft YaHei UI Light" panose="020B0502040204020203" pitchFamily="34" charset="-122"/>
            </a:endParaRPr>
          </a:p>
        </p:txBody>
      </p:sp>
      <p:sp>
        <p:nvSpPr>
          <p:cNvPr id="52" name="流程圖: 決策 59"/>
          <p:cNvSpPr/>
          <p:nvPr/>
        </p:nvSpPr>
        <p:spPr>
          <a:xfrm>
            <a:off x="363206" y="5630027"/>
            <a:ext cx="307091" cy="184209"/>
          </a:xfrm>
          <a:prstGeom prst="flowChartDecision">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4975" tIns="37489" rIns="74975" bIns="37489" rtlCol="0" anchor="ctr"/>
          <a:p>
            <a:pPr algn="ctr"/>
            <a:r>
              <a:rPr lang="en-US" altLang="zh-TW" sz="1300" dirty="0">
                <a:solidFill>
                  <a:schemeClr val="bg1"/>
                </a:solidFill>
                <a:latin typeface="Microsoft YaHei UI Light" panose="020B0502040204020203" pitchFamily="34" charset="-122"/>
                <a:ea typeface="Microsoft YaHei UI Light" panose="020B0502040204020203" pitchFamily="34" charset="-122"/>
              </a:rPr>
              <a:t>3</a:t>
            </a:r>
            <a:endParaRPr lang="en-US" altLang="zh-TW" sz="1300" dirty="0">
              <a:solidFill>
                <a:schemeClr val="bg1"/>
              </a:solidFill>
              <a:latin typeface="Microsoft YaHei UI Light" panose="020B0502040204020203" pitchFamily="34" charset="-122"/>
              <a:ea typeface="Microsoft YaHei UI Light" panose="020B0502040204020203" pitchFamily="34" charset="-122"/>
            </a:endParaRPr>
          </a:p>
        </p:txBody>
      </p:sp>
      <p:cxnSp>
        <p:nvCxnSpPr>
          <p:cNvPr id="53" name="直接箭头连接符 52"/>
          <p:cNvCxnSpPr/>
          <p:nvPr/>
        </p:nvCxnSpPr>
        <p:spPr>
          <a:xfrm flipV="1">
            <a:off x="3822065" y="2106295"/>
            <a:ext cx="1432560" cy="12065"/>
          </a:xfrm>
          <a:prstGeom prst="straightConnector1">
            <a:avLst/>
          </a:prstGeom>
          <a:ln w="28575">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p:cNvCxnSpPr/>
          <p:nvPr/>
        </p:nvCxnSpPr>
        <p:spPr>
          <a:xfrm>
            <a:off x="4613275" y="2117725"/>
            <a:ext cx="11430" cy="286385"/>
          </a:xfrm>
          <a:prstGeom prst="straightConnector1">
            <a:avLst/>
          </a:prstGeom>
          <a:ln w="28575">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a:off x="5208905" y="2136140"/>
            <a:ext cx="11430" cy="286385"/>
          </a:xfrm>
          <a:prstGeom prst="straightConnector1">
            <a:avLst/>
          </a:prstGeom>
          <a:ln w="28575">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a:off x="4624705" y="4379595"/>
            <a:ext cx="0" cy="474345"/>
          </a:xfrm>
          <a:prstGeom prst="straightConnector1">
            <a:avLst/>
          </a:prstGeom>
          <a:ln w="28575">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flipH="1">
            <a:off x="4246880" y="2136140"/>
            <a:ext cx="635" cy="2717800"/>
          </a:xfrm>
          <a:prstGeom prst="straightConnector1">
            <a:avLst/>
          </a:prstGeom>
          <a:ln w="28575">
            <a:solidFill>
              <a:schemeClr val="tx1">
                <a:lumMod val="85000"/>
                <a:lumOff val="1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a:xfrm>
            <a:off x="4224020" y="4842510"/>
            <a:ext cx="984885" cy="7620"/>
          </a:xfrm>
          <a:prstGeom prst="straightConnector1">
            <a:avLst/>
          </a:prstGeom>
          <a:ln w="28575">
            <a:solidFill>
              <a:schemeClr val="tx1">
                <a:lumMod val="85000"/>
                <a:lumOff val="15000"/>
              </a:schemeClr>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p:nvPr/>
        </p:nvCxnSpPr>
        <p:spPr>
          <a:xfrm>
            <a:off x="5208905" y="4379595"/>
            <a:ext cx="0" cy="474345"/>
          </a:xfrm>
          <a:prstGeom prst="straightConnector1">
            <a:avLst/>
          </a:prstGeom>
          <a:ln w="28575">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flipH="1">
            <a:off x="10604500" y="6444615"/>
            <a:ext cx="456565" cy="6985"/>
          </a:xfrm>
          <a:prstGeom prst="straightConnector1">
            <a:avLst/>
          </a:prstGeom>
          <a:ln w="38100">
            <a:solidFill>
              <a:schemeClr val="tx1"/>
            </a:solidFill>
            <a:headEnd type="triangle"/>
            <a:tailEnd type="none"/>
          </a:ln>
        </p:spPr>
        <p:style>
          <a:lnRef idx="2">
            <a:schemeClr val="accent1"/>
          </a:lnRef>
          <a:fillRef idx="0">
            <a:srgbClr val="FFFFFF"/>
          </a:fillRef>
          <a:effectRef idx="0">
            <a:srgbClr val="FFFFFF"/>
          </a:effectRef>
          <a:fontRef idx="minor">
            <a:schemeClr val="tx1"/>
          </a:fontRef>
        </p:style>
      </p:cxnSp>
      <p:sp>
        <p:nvSpPr>
          <p:cNvPr id="61" name="文本框 60"/>
          <p:cNvSpPr txBox="1"/>
          <p:nvPr/>
        </p:nvSpPr>
        <p:spPr>
          <a:xfrm>
            <a:off x="10071100" y="6243955"/>
            <a:ext cx="593090" cy="258445"/>
          </a:xfrm>
          <a:prstGeom prst="rect">
            <a:avLst/>
          </a:prstGeom>
          <a:noFill/>
        </p:spPr>
        <p:txBody>
          <a:bodyPr wrap="square" rtlCol="0">
            <a:noAutofit/>
          </a:bodyPr>
          <a:p>
            <a:pPr algn="ctr"/>
            <a:r>
              <a:rPr lang="zh-CN" sz="1000" dirty="0"/>
              <a:t>举升滚筒</a:t>
            </a:r>
            <a:r>
              <a:rPr lang="en-US" altLang="zh-CN" sz="1000" dirty="0"/>
              <a:t>AGV</a:t>
            </a:r>
            <a:endParaRPr lang="en-US" altLang="zh-CN" sz="1000" dirty="0"/>
          </a:p>
        </p:txBody>
      </p:sp>
      <p:cxnSp>
        <p:nvCxnSpPr>
          <p:cNvPr id="62" name="直接箭头连接符 61"/>
          <p:cNvCxnSpPr/>
          <p:nvPr/>
        </p:nvCxnSpPr>
        <p:spPr>
          <a:xfrm>
            <a:off x="4613275" y="2490470"/>
            <a:ext cx="15875" cy="729615"/>
          </a:xfrm>
          <a:prstGeom prst="straightConnector1">
            <a:avLst/>
          </a:prstGeom>
          <a:ln w="28575">
            <a:solidFill>
              <a:schemeClr val="accent2"/>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a:endCxn id="25" idx="2"/>
          </p:cNvCxnSpPr>
          <p:nvPr/>
        </p:nvCxnSpPr>
        <p:spPr>
          <a:xfrm>
            <a:off x="4643120" y="3205480"/>
            <a:ext cx="1078230" cy="0"/>
          </a:xfrm>
          <a:prstGeom prst="straightConnector1">
            <a:avLst/>
          </a:prstGeom>
          <a:ln w="28575">
            <a:solidFill>
              <a:schemeClr val="accent2"/>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p:nvPr/>
        </p:nvCxnSpPr>
        <p:spPr>
          <a:xfrm>
            <a:off x="5868035" y="3335020"/>
            <a:ext cx="0" cy="356235"/>
          </a:xfrm>
          <a:prstGeom prst="straightConnector1">
            <a:avLst/>
          </a:prstGeom>
          <a:ln w="28575">
            <a:solidFill>
              <a:schemeClr val="accent2"/>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p:cNvCxnSpPr/>
          <p:nvPr/>
        </p:nvCxnSpPr>
        <p:spPr>
          <a:xfrm>
            <a:off x="4641850" y="3703955"/>
            <a:ext cx="1198245" cy="0"/>
          </a:xfrm>
          <a:prstGeom prst="straightConnector1">
            <a:avLst/>
          </a:prstGeom>
          <a:ln w="28575">
            <a:solidFill>
              <a:schemeClr val="accent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68" name="直接箭头连接符 67"/>
          <p:cNvCxnSpPr/>
          <p:nvPr/>
        </p:nvCxnSpPr>
        <p:spPr>
          <a:xfrm flipV="1">
            <a:off x="4600575" y="3689985"/>
            <a:ext cx="14605" cy="726440"/>
          </a:xfrm>
          <a:prstGeom prst="straightConnector1">
            <a:avLst/>
          </a:prstGeom>
          <a:ln w="28575">
            <a:solidFill>
              <a:schemeClr val="accent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69" name="直接箭头连接符 68"/>
          <p:cNvCxnSpPr/>
          <p:nvPr/>
        </p:nvCxnSpPr>
        <p:spPr>
          <a:xfrm flipV="1">
            <a:off x="5194300" y="3747135"/>
            <a:ext cx="14605" cy="726440"/>
          </a:xfrm>
          <a:prstGeom prst="straightConnector1">
            <a:avLst/>
          </a:prstGeom>
          <a:ln w="28575">
            <a:solidFill>
              <a:schemeClr val="accent2"/>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71" name="直接箭头连接符 70"/>
          <p:cNvCxnSpPr/>
          <p:nvPr/>
        </p:nvCxnSpPr>
        <p:spPr>
          <a:xfrm>
            <a:off x="5208905" y="2490470"/>
            <a:ext cx="15875" cy="729615"/>
          </a:xfrm>
          <a:prstGeom prst="straightConnector1">
            <a:avLst/>
          </a:prstGeom>
          <a:ln w="28575">
            <a:solidFill>
              <a:schemeClr val="accent2"/>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p:nvPr/>
        </p:nvCxnSpPr>
        <p:spPr>
          <a:xfrm flipH="1">
            <a:off x="11597640" y="6444615"/>
            <a:ext cx="456565" cy="6985"/>
          </a:xfrm>
          <a:prstGeom prst="straightConnector1">
            <a:avLst/>
          </a:prstGeom>
          <a:ln w="38100">
            <a:solidFill>
              <a:schemeClr val="accent2"/>
            </a:solidFill>
            <a:headEnd type="triangle"/>
            <a:tailEnd type="none"/>
          </a:ln>
        </p:spPr>
        <p:style>
          <a:lnRef idx="2">
            <a:schemeClr val="accent1"/>
          </a:lnRef>
          <a:fillRef idx="0">
            <a:srgbClr val="FFFFFF"/>
          </a:fillRef>
          <a:effectRef idx="0">
            <a:srgbClr val="FFFFFF"/>
          </a:effectRef>
          <a:fontRef idx="minor">
            <a:schemeClr val="tx1"/>
          </a:fontRef>
        </p:style>
      </p:cxnSp>
      <p:sp>
        <p:nvSpPr>
          <p:cNvPr id="73" name="文本框 72"/>
          <p:cNvSpPr txBox="1"/>
          <p:nvPr/>
        </p:nvSpPr>
        <p:spPr>
          <a:xfrm>
            <a:off x="11064240" y="6243955"/>
            <a:ext cx="593090" cy="258445"/>
          </a:xfrm>
          <a:prstGeom prst="rect">
            <a:avLst/>
          </a:prstGeom>
          <a:noFill/>
        </p:spPr>
        <p:txBody>
          <a:bodyPr wrap="square" rtlCol="0">
            <a:noAutofit/>
          </a:bodyPr>
          <a:p>
            <a:pPr algn="ctr"/>
            <a:r>
              <a:rPr lang="en-US" altLang="zh-CN" sz="1000" dirty="0"/>
              <a:t>tray</a:t>
            </a:r>
            <a:r>
              <a:rPr lang="zh-CN" altLang="en-US" sz="1000" dirty="0"/>
              <a:t>盘输送线</a:t>
            </a:r>
            <a:endParaRPr lang="zh-CN" alt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Text Box 6"/>
          <p:cNvSpPr txBox="1">
            <a:spLocks noChangeArrowheads="1"/>
          </p:cNvSpPr>
          <p:nvPr/>
        </p:nvSpPr>
        <p:spPr bwMode="auto">
          <a:xfrm>
            <a:off x="659323" y="371705"/>
            <a:ext cx="4474422" cy="369570"/>
          </a:xfrm>
          <a:prstGeom prst="rect">
            <a:avLst/>
          </a:prstGeom>
          <a:noFill/>
          <a:ln w="9525">
            <a:noFill/>
            <a:miter lim="800000"/>
          </a:ln>
        </p:spPr>
        <p:txBody>
          <a:bodyPr wrap="square" lIns="62321" tIns="31161" rIns="62321" bIns="31161">
            <a:spAutoFit/>
          </a:bodyPr>
          <a:lstStyle>
            <a:defPPr>
              <a:defRPr lang="zh-TW"/>
            </a:defPPr>
            <a:lvl1pPr defTabSz="622300">
              <a:spcBef>
                <a:spcPct val="50000"/>
              </a:spcBef>
              <a:defRPr kumimoji="1" sz="2000" b="1">
                <a:latin typeface="Arial" panose="020B0604020202020204" pitchFamily="34" charset="0"/>
                <a:ea typeface="思源黑体 CN Heavy" panose="020B0A00000000000000" pitchFamily="34" charset="-122"/>
                <a:cs typeface="Arial" panose="020B0604020202020204" pitchFamily="34" charset="0"/>
              </a:defRPr>
            </a:lvl1pPr>
          </a:lstStyle>
          <a:p>
            <a:r>
              <a:rPr lang="zh-CN" altLang="zh-TW" dirty="0"/>
              <a:t>自动开箱装</a:t>
            </a:r>
            <a:r>
              <a:rPr lang="en-US" altLang="zh-CN" dirty="0"/>
              <a:t>tray</a:t>
            </a:r>
            <a:r>
              <a:rPr lang="zh-CN" altLang="en-US" dirty="0"/>
              <a:t>设备</a:t>
            </a:r>
            <a:r>
              <a:rPr lang="zh-CN" altLang="en-US" dirty="0">
                <a:sym typeface="+mn-ea"/>
              </a:rPr>
              <a:t>（</a:t>
            </a:r>
            <a:r>
              <a:rPr lang="en-US" altLang="zh-CN" dirty="0">
                <a:sym typeface="+mn-ea"/>
              </a:rPr>
              <a:t>2/4)</a:t>
            </a:r>
            <a:endParaRPr lang="zh-CN" altLang="en-US" dirty="0"/>
          </a:p>
        </p:txBody>
      </p:sp>
      <p:sp>
        <p:nvSpPr>
          <p:cNvPr id="36" name="Text Box 6"/>
          <p:cNvSpPr txBox="1">
            <a:spLocks noChangeArrowheads="1"/>
          </p:cNvSpPr>
          <p:nvPr/>
        </p:nvSpPr>
        <p:spPr bwMode="auto">
          <a:xfrm>
            <a:off x="476250" y="916940"/>
            <a:ext cx="9759315" cy="320675"/>
          </a:xfrm>
          <a:prstGeom prst="rect">
            <a:avLst/>
          </a:prstGeom>
          <a:noFill/>
          <a:ln w="9525">
            <a:noFill/>
            <a:miter lim="800000"/>
          </a:ln>
        </p:spPr>
        <p:txBody>
          <a:bodyPr wrap="square" lIns="74975" tIns="37489" rIns="74975" bIns="37489">
            <a:spAutoFit/>
          </a:bodyPr>
          <a:lstStyle>
            <a:defPPr>
              <a:defRPr lang="zh-TW"/>
            </a:defPPr>
            <a:lvl1pPr>
              <a:spcBef>
                <a:spcPct val="50000"/>
              </a:spcBef>
              <a:defRPr sz="1600" b="1">
                <a:latin typeface="Microsoft JhengHei" panose="020B0604030504040204" pitchFamily="34" charset="-120"/>
                <a:ea typeface="Microsoft JhengHei" panose="020B0604030504040204" pitchFamily="34" charset="-120"/>
              </a:defRPr>
            </a:lvl1pPr>
          </a:lstStyle>
          <a:p>
            <a:r>
              <a:rPr lang="en-US" dirty="0">
                <a:latin typeface="DFKai-SB" panose="03000509000000000000" pitchFamily="65" charset="-128"/>
                <a:ea typeface="DFKai-SB" panose="03000509000000000000" pitchFamily="65" charset="-128"/>
                <a:sym typeface="+mn-ea"/>
              </a:rPr>
              <a:t>2</a:t>
            </a:r>
            <a:r>
              <a:rPr lang="zh-CN" altLang="en-US" dirty="0">
                <a:latin typeface="DFKai-SB" panose="03000509000000000000" pitchFamily="65" charset="-128"/>
                <a:ea typeface="宋体" panose="02010600030101010101" pitchFamily="2" charset="-122"/>
                <a:sym typeface="+mn-ea"/>
              </a:rPr>
              <a:t>、机械手</a:t>
            </a:r>
            <a:endParaRPr lang="zh-CN" altLang="en-US" dirty="0">
              <a:latin typeface="DFKai-SB" panose="03000509000000000000" pitchFamily="65" charset="-128"/>
              <a:ea typeface="宋体" panose="02010600030101010101" pitchFamily="2" charset="-122"/>
              <a:sym typeface="+mn-ea"/>
            </a:endParaRPr>
          </a:p>
        </p:txBody>
      </p:sp>
      <p:graphicFrame>
        <p:nvGraphicFramePr>
          <p:cNvPr id="10" name="表格 9"/>
          <p:cNvGraphicFramePr/>
          <p:nvPr>
            <p:custDataLst>
              <p:tags r:id="rId1"/>
            </p:custDataLst>
          </p:nvPr>
        </p:nvGraphicFramePr>
        <p:xfrm>
          <a:off x="4244975" y="892810"/>
          <a:ext cx="7639050" cy="4737100"/>
        </p:xfrm>
        <a:graphic>
          <a:graphicData uri="http://schemas.openxmlformats.org/drawingml/2006/table">
            <a:tbl>
              <a:tblPr firstRow="1" bandRow="1">
                <a:tableStyleId>{5C22544A-7EE6-4342-B048-85BDC9FD1C3A}</a:tableStyleId>
              </a:tblPr>
              <a:tblGrid>
                <a:gridCol w="575310"/>
                <a:gridCol w="956310"/>
                <a:gridCol w="1381125"/>
                <a:gridCol w="2853055"/>
                <a:gridCol w="1873250"/>
              </a:tblGrid>
              <a:tr h="304800">
                <a:tc>
                  <a:txBody>
                    <a:bodyPr/>
                    <a:p>
                      <a:pPr algn="ctr"/>
                      <a:r>
                        <a:rPr lang="zh-CN" altLang="en-US" sz="1400" dirty="0">
                          <a:latin typeface="微软雅黑" panose="020B0503020204020204" pitchFamily="34" charset="-122"/>
                          <a:ea typeface="微软雅黑" panose="020B0503020204020204" pitchFamily="34" charset="-122"/>
                        </a:rPr>
                        <a:t>序号</a:t>
                      </a:r>
                      <a:endParaRPr lang="zh-CN" altLang="en-US" sz="14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dirty="0">
                          <a:latin typeface="微软雅黑" panose="020B0503020204020204" pitchFamily="34" charset="-122"/>
                          <a:ea typeface="微软雅黑" panose="020B0503020204020204" pitchFamily="34" charset="-122"/>
                          <a:sym typeface="+mn-ea"/>
                        </a:rPr>
                        <a:t>参数名称</a:t>
                      </a:r>
                      <a:endParaRPr lang="zh-CN" altLang="en-US" sz="1400" dirty="0">
                        <a:latin typeface="微软雅黑" panose="020B0503020204020204" pitchFamily="34" charset="-122"/>
                        <a:ea typeface="微软雅黑" panose="020B0503020204020204" pitchFamily="34" charset="-122"/>
                      </a:endParaRPr>
                    </a:p>
                  </a:txBody>
                  <a:tcPr anchor="ctr" anchorCtr="0"/>
                </a:tc>
                <a:tc>
                  <a:txBody>
                    <a:bodyPr/>
                    <a:p>
                      <a:r>
                        <a:rPr lang="zh-CN" sz="1400" dirty="0">
                          <a:latin typeface="微软雅黑" panose="020B0503020204020204" pitchFamily="34" charset="-122"/>
                          <a:ea typeface="微软雅黑" panose="020B0503020204020204" pitchFamily="34" charset="-122"/>
                        </a:rPr>
                        <a:t>抓箱机械手</a:t>
                      </a:r>
                      <a:endParaRPr lang="zh-CN" sz="1400" dirty="0">
                        <a:latin typeface="微软雅黑" panose="020B0503020204020204" pitchFamily="34" charset="-122"/>
                        <a:ea typeface="微软雅黑" panose="020B0503020204020204" pitchFamily="34" charset="-122"/>
                      </a:endParaRPr>
                    </a:p>
                  </a:txBody>
                  <a:tcPr anchor="ctr" anchorCtr="0"/>
                </a:tc>
                <a:tc>
                  <a:txBody>
                    <a:bodyPr/>
                    <a:p>
                      <a:pPr>
                        <a:buNone/>
                      </a:pPr>
                      <a:r>
                        <a:rPr lang="zh-CN" altLang="en-US" sz="1400" dirty="0">
                          <a:latin typeface="微软雅黑" panose="020B0503020204020204" pitchFamily="34" charset="-122"/>
                          <a:ea typeface="微软雅黑" panose="020B0503020204020204" pitchFamily="34" charset="-122"/>
                        </a:rPr>
                        <a:t>吸盘机械手</a:t>
                      </a:r>
                      <a:endParaRPr lang="zh-CN" altLang="en-US" sz="1400" dirty="0">
                        <a:latin typeface="微软雅黑" panose="020B0503020204020204" pitchFamily="34" charset="-122"/>
                        <a:ea typeface="微软雅黑" panose="020B0503020204020204" pitchFamily="34" charset="-122"/>
                      </a:endParaRPr>
                    </a:p>
                  </a:txBody>
                  <a:tcPr anchor="ctr" anchorCtr="0"/>
                </a:tc>
                <a:tc>
                  <a:txBody>
                    <a:bodyPr/>
                    <a:p>
                      <a:pPr>
                        <a:buNone/>
                      </a:pPr>
                      <a:r>
                        <a:rPr lang="zh-CN" altLang="en-US" sz="1400" dirty="0">
                          <a:latin typeface="微软雅黑" panose="020B0503020204020204" pitchFamily="34" charset="-122"/>
                          <a:ea typeface="微软雅黑" panose="020B0503020204020204" pitchFamily="34" charset="-122"/>
                        </a:rPr>
                        <a:t>装</a:t>
                      </a:r>
                      <a:r>
                        <a:rPr lang="en-US" altLang="zh-CN" sz="1400" dirty="0">
                          <a:latin typeface="微软雅黑" panose="020B0503020204020204" pitchFamily="34" charset="-122"/>
                          <a:ea typeface="微软雅黑" panose="020B0503020204020204" pitchFamily="34" charset="-122"/>
                        </a:rPr>
                        <a:t>tray</a:t>
                      </a:r>
                      <a:r>
                        <a:rPr lang="zh-CN" altLang="en-US" sz="1400" dirty="0">
                          <a:latin typeface="微软雅黑" panose="020B0503020204020204" pitchFamily="34" charset="-122"/>
                          <a:ea typeface="微软雅黑" panose="020B0503020204020204" pitchFamily="34" charset="-122"/>
                        </a:rPr>
                        <a:t>机械手</a:t>
                      </a:r>
                      <a:endParaRPr lang="zh-CN" altLang="en-US" sz="1400" dirty="0">
                        <a:latin typeface="微软雅黑" panose="020B0503020204020204" pitchFamily="34" charset="-122"/>
                        <a:ea typeface="微软雅黑" panose="020B0503020204020204" pitchFamily="34" charset="-122"/>
                      </a:endParaRPr>
                    </a:p>
                  </a:txBody>
                  <a:tcPr anchor="ctr" anchorCtr="0"/>
                </a:tc>
              </a:tr>
              <a:tr h="640080">
                <a:tc>
                  <a:txBody>
                    <a:bodyPr/>
                    <a:p>
                      <a:pPr algn="ctr"/>
                      <a:r>
                        <a:rPr lang="en-US" altLang="zh-CN" sz="1200" dirty="0">
                          <a:latin typeface="微软雅黑" panose="020B0503020204020204" pitchFamily="34" charset="-122"/>
                          <a:ea typeface="微软雅黑" panose="020B0503020204020204" pitchFamily="34" charset="-122"/>
                        </a:rPr>
                        <a:t>1</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r>
                        <a:rPr lang="zh-CN" altLang="en-US" sz="1200" dirty="0">
                          <a:latin typeface="微软雅黑" panose="020B0503020204020204" pitchFamily="34" charset="-122"/>
                          <a:ea typeface="微软雅黑" panose="020B0503020204020204" pitchFamily="34" charset="-122"/>
                        </a:rPr>
                        <a:t>作业对象</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lgn="l">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sym typeface="+mn-ea"/>
                        </a:rPr>
                        <a:t>纸箱</a:t>
                      </a:r>
                      <a:endParaRPr lang="zh-CN" altLang="en-US" sz="1200" dirty="0">
                        <a:latin typeface="微软雅黑" panose="020B0503020204020204" pitchFamily="34" charset="-122"/>
                        <a:ea typeface="微软雅黑" panose="020B0503020204020204" pitchFamily="34" charset="-122"/>
                        <a:sym typeface="+mn-ea"/>
                      </a:endParaRPr>
                    </a:p>
                  </a:txBody>
                  <a:tcPr anchor="ctr"/>
                </a:tc>
                <a:tc>
                  <a:txBody>
                    <a:bodyPr/>
                    <a:p>
                      <a:pPr marL="171450" indent="-171450" algn="l">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sym typeface="+mn-ea"/>
                        </a:rPr>
                        <a:t>纸箱上盖</a:t>
                      </a:r>
                      <a:endParaRPr lang="zh-CN" altLang="en-US" sz="1200" dirty="0">
                        <a:latin typeface="微软雅黑" panose="020B0503020204020204" pitchFamily="34" charset="-122"/>
                        <a:ea typeface="微软雅黑" panose="020B0503020204020204" pitchFamily="34" charset="-122"/>
                        <a:sym typeface="+mn-ea"/>
                      </a:endParaRPr>
                    </a:p>
                    <a:p>
                      <a:pPr marL="171450" indent="-171450" algn="l">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sym typeface="+mn-ea"/>
                        </a:rPr>
                        <a:t>隔离防震膜、隔离防震纸片</a:t>
                      </a:r>
                      <a:endParaRPr lang="zh-CN" altLang="en-US" sz="1200" dirty="0">
                        <a:latin typeface="微软雅黑" panose="020B0503020204020204" pitchFamily="34" charset="-122"/>
                        <a:ea typeface="微软雅黑" panose="020B0503020204020204" pitchFamily="34" charset="-122"/>
                        <a:sym typeface="+mn-ea"/>
                      </a:endParaRPr>
                    </a:p>
                    <a:p>
                      <a:pPr marL="171450" indent="-171450" algn="l">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sym typeface="+mn-ea"/>
                        </a:rPr>
                        <a:t>塑料</a:t>
                      </a:r>
                      <a:r>
                        <a:rPr lang="en-US" altLang="zh-CN" sz="1200" dirty="0">
                          <a:latin typeface="微软雅黑" panose="020B0503020204020204" pitchFamily="34" charset="-122"/>
                          <a:ea typeface="微软雅黑" panose="020B0503020204020204" pitchFamily="34" charset="-122"/>
                          <a:sym typeface="+mn-ea"/>
                        </a:rPr>
                        <a:t>tray</a:t>
                      </a:r>
                      <a:r>
                        <a:rPr lang="zh-CN" altLang="en-US" sz="1200" dirty="0">
                          <a:latin typeface="微软雅黑" panose="020B0503020204020204" pitchFamily="34" charset="-122"/>
                          <a:ea typeface="微软雅黑" panose="020B0503020204020204" pitchFamily="34" charset="-122"/>
                          <a:sym typeface="+mn-ea"/>
                        </a:rPr>
                        <a:t>盒</a:t>
                      </a:r>
                      <a:endParaRPr lang="zh-CN" altLang="en-US" sz="1200" dirty="0">
                        <a:latin typeface="微软雅黑" panose="020B0503020204020204" pitchFamily="34" charset="-122"/>
                        <a:ea typeface="微软雅黑" panose="020B0503020204020204" pitchFamily="34" charset="-122"/>
                        <a:sym typeface="+mn-ea"/>
                      </a:endParaRPr>
                    </a:p>
                    <a:p>
                      <a:pPr marL="171450" indent="-171450" algn="l">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sym typeface="+mn-ea"/>
                        </a:rPr>
                        <a:t>塑料</a:t>
                      </a:r>
                      <a:r>
                        <a:rPr lang="en-US" altLang="zh-CN" sz="1200" dirty="0">
                          <a:latin typeface="微软雅黑" panose="020B0503020204020204" pitchFamily="34" charset="-122"/>
                          <a:ea typeface="微软雅黑" panose="020B0503020204020204" pitchFamily="34" charset="-122"/>
                          <a:sym typeface="+mn-ea"/>
                        </a:rPr>
                        <a:t>tray</a:t>
                      </a:r>
                      <a:r>
                        <a:rPr lang="zh-CN" altLang="en-US" sz="1200" dirty="0">
                          <a:latin typeface="微软雅黑" panose="020B0503020204020204" pitchFamily="34" charset="-122"/>
                          <a:ea typeface="微软雅黑" panose="020B0503020204020204" pitchFamily="34" charset="-122"/>
                          <a:sym typeface="+mn-ea"/>
                        </a:rPr>
                        <a:t>盒上盖</a:t>
                      </a:r>
                      <a:endParaRPr lang="zh-CN" altLang="en-US" sz="1200" dirty="0">
                        <a:latin typeface="微软雅黑" panose="020B0503020204020204" pitchFamily="34" charset="-122"/>
                        <a:ea typeface="微软雅黑" panose="020B0503020204020204" pitchFamily="34" charset="-122"/>
                        <a:sym typeface="+mn-ea"/>
                      </a:endParaRPr>
                    </a:p>
                    <a:p>
                      <a:pPr marL="171450" indent="-171450" algn="l">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sym typeface="+mn-ea"/>
                        </a:rPr>
                        <a:t>塑料</a:t>
                      </a:r>
                      <a:r>
                        <a:rPr lang="en-US" altLang="zh-CN" sz="1200" dirty="0">
                          <a:latin typeface="微软雅黑" panose="020B0503020204020204" pitchFamily="34" charset="-122"/>
                          <a:ea typeface="微软雅黑" panose="020B0503020204020204" pitchFamily="34" charset="-122"/>
                          <a:sym typeface="+mn-ea"/>
                        </a:rPr>
                        <a:t>tray</a:t>
                      </a:r>
                      <a:r>
                        <a:rPr lang="zh-CN" altLang="en-US" sz="1200" dirty="0">
                          <a:latin typeface="微软雅黑" panose="020B0503020204020204" pitchFamily="34" charset="-122"/>
                          <a:ea typeface="微软雅黑" panose="020B0503020204020204" pitchFamily="34" charset="-122"/>
                          <a:sym typeface="+mn-ea"/>
                        </a:rPr>
                        <a:t>盒下盖</a:t>
                      </a:r>
                      <a:endParaRPr lang="zh-CN" altLang="en-US" sz="1200" dirty="0">
                        <a:latin typeface="微软雅黑" panose="020B0503020204020204" pitchFamily="34" charset="-122"/>
                        <a:ea typeface="微软雅黑" panose="020B0503020204020204" pitchFamily="34" charset="-122"/>
                        <a:sym typeface="+mn-ea"/>
                      </a:endParaRPr>
                    </a:p>
                  </a:txBody>
                  <a:tcPr anchor="ctr"/>
                </a:tc>
                <a:tc>
                  <a:txBody>
                    <a:bodyPr/>
                    <a:p>
                      <a:pPr marL="171450" indent="-171450" algn="l">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sym typeface="+mn-ea"/>
                        </a:rPr>
                        <a:t>机构件</a:t>
                      </a:r>
                      <a:endParaRPr lang="zh-CN" altLang="en-US" sz="1200" dirty="0">
                        <a:latin typeface="微软雅黑" panose="020B0503020204020204" pitchFamily="34" charset="-122"/>
                        <a:ea typeface="微软雅黑" panose="020B0503020204020204" pitchFamily="34" charset="-122"/>
                        <a:sym typeface="+mn-ea"/>
                      </a:endParaRPr>
                    </a:p>
                    <a:p>
                      <a:pPr marL="171450" indent="-171450" algn="l">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sym typeface="+mn-ea"/>
                        </a:rPr>
                        <a:t>机构件定位机构</a:t>
                      </a:r>
                      <a:endParaRPr lang="zh-CN" altLang="en-US" sz="1200" dirty="0">
                        <a:latin typeface="微软雅黑" panose="020B0503020204020204" pitchFamily="34" charset="-122"/>
                        <a:ea typeface="微软雅黑" panose="020B0503020204020204" pitchFamily="34" charset="-122"/>
                        <a:sym typeface="+mn-ea"/>
                      </a:endParaRPr>
                    </a:p>
                    <a:p>
                      <a:pPr marL="171450" indent="-171450" algn="l">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sym typeface="+mn-ea"/>
                        </a:rPr>
                        <a:t>tray</a:t>
                      </a:r>
                      <a:r>
                        <a:rPr lang="zh-CN" altLang="en-US" sz="1200" dirty="0">
                          <a:latin typeface="微软雅黑" panose="020B0503020204020204" pitchFamily="34" charset="-122"/>
                          <a:ea typeface="微软雅黑" panose="020B0503020204020204" pitchFamily="34" charset="-122"/>
                          <a:sym typeface="+mn-ea"/>
                        </a:rPr>
                        <a:t>盘</a:t>
                      </a:r>
                      <a:endParaRPr lang="zh-CN" altLang="en-US" sz="1200" dirty="0">
                        <a:latin typeface="微软雅黑" panose="020B0503020204020204" pitchFamily="34" charset="-122"/>
                        <a:ea typeface="微软雅黑" panose="020B0503020204020204" pitchFamily="34" charset="-122"/>
                        <a:sym typeface="+mn-ea"/>
                      </a:endParaRPr>
                    </a:p>
                  </a:txBody>
                  <a:tcPr anchor="ctr"/>
                </a:tc>
              </a:tr>
              <a:tr h="1244600">
                <a:tc>
                  <a:txBody>
                    <a:bodyPr/>
                    <a:p>
                      <a:pPr algn="ctr">
                        <a:buNone/>
                      </a:pPr>
                      <a:r>
                        <a:rPr lang="en-US" altLang="zh-CN" sz="1200" dirty="0">
                          <a:latin typeface="微软雅黑" panose="020B0503020204020204" pitchFamily="34" charset="-122"/>
                          <a:ea typeface="微软雅黑" panose="020B0503020204020204" pitchFamily="34" charset="-122"/>
                        </a:rPr>
                        <a:t>2</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功能要求</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将机构件箱放置在输送线</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tc>
                <a:tc>
                  <a:txBody>
                    <a:bodyPr/>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扔掉上盖</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逐层扔掉</a:t>
                      </a:r>
                      <a:r>
                        <a:rPr lang="zh-CN" altLang="en-US" sz="1200" dirty="0">
                          <a:latin typeface="微软雅黑" panose="020B0503020204020204" pitchFamily="34" charset="-122"/>
                          <a:ea typeface="微软雅黑" panose="020B0503020204020204" pitchFamily="34" charset="-122"/>
                          <a:sym typeface="+mn-ea"/>
                        </a:rPr>
                        <a:t>隔离防震膜、隔离防震纸片；</a:t>
                      </a:r>
                      <a:endParaRPr lang="zh-CN" altLang="en-US" sz="1200" dirty="0">
                        <a:latin typeface="微软雅黑" panose="020B0503020204020204" pitchFamily="34" charset="-122"/>
                        <a:ea typeface="微软雅黑" panose="020B0503020204020204" pitchFamily="34" charset="-122"/>
                        <a:sym typeface="+mn-ea"/>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sym typeface="+mn-ea"/>
                        </a:rPr>
                        <a:t>吸出塑料</a:t>
                      </a:r>
                      <a:r>
                        <a:rPr lang="en-US" altLang="zh-CN" sz="1200" dirty="0">
                          <a:latin typeface="微软雅黑" panose="020B0503020204020204" pitchFamily="34" charset="-122"/>
                          <a:ea typeface="微软雅黑" panose="020B0503020204020204" pitchFamily="34" charset="-122"/>
                          <a:sym typeface="+mn-ea"/>
                        </a:rPr>
                        <a:t>tray</a:t>
                      </a:r>
                      <a:r>
                        <a:rPr lang="zh-CN" altLang="en-US" sz="1200" dirty="0">
                          <a:latin typeface="微软雅黑" panose="020B0503020204020204" pitchFamily="34" charset="-122"/>
                          <a:ea typeface="微软雅黑" panose="020B0503020204020204" pitchFamily="34" charset="-122"/>
                          <a:sym typeface="+mn-ea"/>
                        </a:rPr>
                        <a:t>盒放在开盒位上；</a:t>
                      </a:r>
                      <a:endParaRPr lang="zh-CN" altLang="en-US" sz="1200" dirty="0">
                        <a:latin typeface="微软雅黑" panose="020B0503020204020204" pitchFamily="34" charset="-122"/>
                        <a:ea typeface="微软雅黑" panose="020B0503020204020204" pitchFamily="34" charset="-122"/>
                        <a:sym typeface="+mn-ea"/>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sym typeface="+mn-ea"/>
                        </a:rPr>
                        <a:t>工位下方吸盘吸住塑料</a:t>
                      </a:r>
                      <a:r>
                        <a:rPr lang="en-US" altLang="zh-CN" sz="1200" dirty="0">
                          <a:latin typeface="微软雅黑" panose="020B0503020204020204" pitchFamily="34" charset="-122"/>
                          <a:ea typeface="微软雅黑" panose="020B0503020204020204" pitchFamily="34" charset="-122"/>
                          <a:sym typeface="+mn-ea"/>
                        </a:rPr>
                        <a:t>tray</a:t>
                      </a:r>
                      <a:r>
                        <a:rPr lang="zh-CN" altLang="en-US" sz="1200" dirty="0">
                          <a:latin typeface="微软雅黑" panose="020B0503020204020204" pitchFamily="34" charset="-122"/>
                          <a:ea typeface="微软雅黑" panose="020B0503020204020204" pitchFamily="34" charset="-122"/>
                          <a:sym typeface="+mn-ea"/>
                        </a:rPr>
                        <a:t>的下盖，机械手吸住上盖，并分离上盖；</a:t>
                      </a:r>
                      <a:endParaRPr lang="zh-CN" altLang="en-US" sz="1200" dirty="0">
                        <a:latin typeface="微软雅黑" panose="020B0503020204020204" pitchFamily="34" charset="-122"/>
                        <a:ea typeface="微软雅黑" panose="020B0503020204020204" pitchFamily="34" charset="-122"/>
                        <a:sym typeface="+mn-ea"/>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sym typeface="+mn-ea"/>
                        </a:rPr>
                        <a:t>待装</a:t>
                      </a:r>
                      <a:r>
                        <a:rPr lang="en-US" altLang="zh-CN" sz="1200" dirty="0">
                          <a:latin typeface="微软雅黑" panose="020B0503020204020204" pitchFamily="34" charset="-122"/>
                          <a:ea typeface="微软雅黑" panose="020B0503020204020204" pitchFamily="34" charset="-122"/>
                          <a:sym typeface="+mn-ea"/>
                        </a:rPr>
                        <a:t>tray</a:t>
                      </a:r>
                      <a:r>
                        <a:rPr lang="zh-CN" altLang="en-US" sz="1200" dirty="0">
                          <a:latin typeface="微软雅黑" panose="020B0503020204020204" pitchFamily="34" charset="-122"/>
                          <a:ea typeface="微软雅黑" panose="020B0503020204020204" pitchFamily="34" charset="-122"/>
                          <a:sym typeface="+mn-ea"/>
                        </a:rPr>
                        <a:t>机械手将</a:t>
                      </a:r>
                      <a:r>
                        <a:rPr lang="en-US" altLang="zh-CN" sz="1200" dirty="0">
                          <a:latin typeface="微软雅黑" panose="020B0503020204020204" pitchFamily="34" charset="-122"/>
                          <a:ea typeface="微软雅黑" panose="020B0503020204020204" pitchFamily="34" charset="-122"/>
                          <a:sym typeface="+mn-ea"/>
                        </a:rPr>
                        <a:t>tray</a:t>
                      </a:r>
                      <a:r>
                        <a:rPr lang="zh-CN" altLang="en-US" sz="1200" dirty="0">
                          <a:latin typeface="微软雅黑" panose="020B0503020204020204" pitchFamily="34" charset="-122"/>
                          <a:ea typeface="微软雅黑" panose="020B0503020204020204" pitchFamily="34" charset="-122"/>
                          <a:sym typeface="+mn-ea"/>
                        </a:rPr>
                        <a:t>盘都拿走后，吸盘机械手将下盖扔掉；</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tc>
                <a:tc>
                  <a:txBody>
                    <a:bodyPr/>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在塑料</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tray</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盘上盖分离后，机械手吸</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夹出机构件；</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机械手将机构件放置在定位机构上，进行定位；</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将定位后的机构件放置在</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tray</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盘固定位内；</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tc>
              </a:tr>
              <a:tr h="408940">
                <a:tc>
                  <a:txBody>
                    <a:bodyPr/>
                    <a:p>
                      <a:pPr algn="ctr">
                        <a:buNone/>
                      </a:pPr>
                      <a:r>
                        <a:rPr lang="en-US" altLang="zh-CN" sz="1200" dirty="0">
                          <a:latin typeface="微软雅黑" panose="020B0503020204020204" pitchFamily="34" charset="-122"/>
                          <a:ea typeface="微软雅黑" panose="020B0503020204020204" pitchFamily="34" charset="-122"/>
                        </a:rPr>
                        <a:t>3</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效率要求</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30</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箱</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小时（</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10</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盒</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箱）</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tc>
                <a:tc>
                  <a:txBody>
                    <a:bodyPr/>
                    <a:p>
                      <a:pPr marL="171450" indent="-171450">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≥150pcs/</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小时</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a:buFont typeface="Arial" panose="020B0604020202020204" pitchFamily="34" charset="0"/>
                        <a:buNone/>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2pcs/</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盒）</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tc>
                <a:tc>
                  <a:txBody>
                    <a:bodyPr/>
                    <a:p>
                      <a:pPr marL="171450" indent="-171450">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≥300pcs/</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小时</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tc>
              </a:tr>
              <a:tr h="1188720">
                <a:tc>
                  <a:txBody>
                    <a:bodyPr/>
                    <a:p>
                      <a:pPr algn="ctr">
                        <a:buNone/>
                      </a:pPr>
                      <a:r>
                        <a:rPr lang="en-US" altLang="zh-CN" sz="1200" dirty="0">
                          <a:latin typeface="微软雅黑" panose="020B0503020204020204" pitchFamily="34" charset="-122"/>
                          <a:ea typeface="微软雅黑" panose="020B0503020204020204" pitchFamily="34" charset="-122"/>
                        </a:rPr>
                        <a:t>4</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安全设施</a:t>
                      </a:r>
                      <a:endParaRPr lang="zh-CN" altLang="en-US" sz="1200" dirty="0">
                        <a:latin typeface="微软雅黑" panose="020B0503020204020204" pitchFamily="34" charset="-122"/>
                        <a:ea typeface="微软雅黑" panose="020B0503020204020204" pitchFamily="34" charset="-122"/>
                      </a:endParaRPr>
                    </a:p>
                  </a:txBody>
                  <a:tcPr anchor="ctr" anchorCtr="0"/>
                </a:tc>
                <a:tc gridSpan="3">
                  <a:txBody>
                    <a:bodyPr/>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zh-CN" sz="1200" dirty="0">
                          <a:latin typeface="宋体" panose="02010600030101010101" pitchFamily="2" charset="-122"/>
                          <a:ea typeface="宋体" panose="02010600030101010101" pitchFamily="2" charset="-122"/>
                          <a:sym typeface="+mn-ea"/>
                        </a:rPr>
                        <a:t>料架出入口处加光栅，当有异物</a:t>
                      </a:r>
                      <a:r>
                        <a:rPr lang="en-US" altLang="zh-CN" sz="1200" dirty="0">
                          <a:latin typeface="宋体" panose="02010600030101010101" pitchFamily="2" charset="-122"/>
                          <a:ea typeface="宋体" panose="02010600030101010101" pitchFamily="2" charset="-122"/>
                          <a:sym typeface="+mn-ea"/>
                        </a:rPr>
                        <a:t>/</a:t>
                      </a:r>
                      <a:r>
                        <a:rPr lang="zh-CN" altLang="en-US" sz="1200" dirty="0">
                          <a:latin typeface="宋体" panose="02010600030101010101" pitchFamily="2" charset="-122"/>
                          <a:ea typeface="宋体" panose="02010600030101010101" pitchFamily="2" charset="-122"/>
                          <a:sym typeface="+mn-ea"/>
                        </a:rPr>
                        <a:t>人员进入</a:t>
                      </a:r>
                      <a:r>
                        <a:rPr lang="zh-CN" sz="1200" dirty="0">
                          <a:latin typeface="宋体" panose="02010600030101010101" pitchFamily="2" charset="-122"/>
                          <a:ea typeface="宋体" panose="02010600030101010101" pitchFamily="2" charset="-122"/>
                          <a:sym typeface="+mn-ea"/>
                        </a:rPr>
                        <a:t>时，设备停止作业；</a:t>
                      </a:r>
                      <a:endParaRPr lang="zh-CN" sz="1200" dirty="0">
                        <a:latin typeface="宋体" panose="02010600030101010101" pitchFamily="2" charset="-122"/>
                        <a:ea typeface="宋体" panose="02010600030101010101" pitchFamily="2" charset="-122"/>
                        <a:sym typeface="+mn-ea"/>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zh-CN" sz="1200" dirty="0">
                          <a:latin typeface="宋体" panose="02010600030101010101" pitchFamily="2" charset="-122"/>
                          <a:ea typeface="宋体" panose="02010600030101010101" pitchFamily="2" charset="-122"/>
                          <a:sym typeface="+mn-ea"/>
                        </a:rPr>
                        <a:t>料架出入口光栅需要和系统对接，</a:t>
                      </a:r>
                      <a:r>
                        <a:rPr lang="en-US" altLang="zh-CN" sz="1200" dirty="0">
                          <a:latin typeface="宋体" panose="02010600030101010101" pitchFamily="2" charset="-122"/>
                          <a:ea typeface="宋体" panose="02010600030101010101" pitchFamily="2" charset="-122"/>
                          <a:sym typeface="+mn-ea"/>
                        </a:rPr>
                        <a:t>AGV</a:t>
                      </a:r>
                      <a:r>
                        <a:rPr lang="zh-CN" altLang="en-US" sz="1200" dirty="0">
                          <a:latin typeface="宋体" panose="02010600030101010101" pitchFamily="2" charset="-122"/>
                          <a:ea typeface="宋体" panose="02010600030101010101" pitchFamily="2" charset="-122"/>
                          <a:sym typeface="+mn-ea"/>
                        </a:rPr>
                        <a:t>进出时自动屏蔽，避免影响设备正常运行；</a:t>
                      </a:r>
                      <a:endParaRPr lang="zh-CN" sz="1200" dirty="0">
                        <a:latin typeface="宋体" panose="02010600030101010101" pitchFamily="2" charset="-122"/>
                        <a:ea typeface="宋体" panose="02010600030101010101" pitchFamily="2" charset="-122"/>
                        <a:sym typeface="+mn-ea"/>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zh-CN" sz="1200" dirty="0">
                          <a:latin typeface="宋体" panose="02010600030101010101" pitchFamily="2" charset="-122"/>
                          <a:ea typeface="宋体" panose="02010600030101010101" pitchFamily="2" charset="-122"/>
                          <a:sym typeface="+mn-ea"/>
                        </a:rPr>
                        <a:t>周边如有设置围栏，围栏需求满足环安部门要求，比如：</a:t>
                      </a:r>
                      <a:endParaRPr lang="zh-CN" sz="1200" dirty="0">
                        <a:latin typeface="宋体" panose="02010600030101010101" pitchFamily="2" charset="-122"/>
                        <a:ea typeface="宋体" panose="02010600030101010101" pitchFamily="2" charset="-122"/>
                        <a:sym typeface="+mn-ea"/>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charset="0"/>
                        <a:buChar char="Ø"/>
                        <a:defRPr/>
                      </a:pPr>
                      <a:r>
                        <a:rPr lang="zh-CN" sz="1200" dirty="0">
                          <a:latin typeface="宋体" panose="02010600030101010101" pitchFamily="2" charset="-122"/>
                          <a:ea typeface="宋体" panose="02010600030101010101" pitchFamily="2" charset="-122"/>
                          <a:sym typeface="+mn-ea"/>
                        </a:rPr>
                        <a:t>围栏空隙≤20*20mm；</a:t>
                      </a:r>
                      <a:endParaRPr lang="zh-CN" sz="1200" dirty="0">
                        <a:latin typeface="宋体" panose="02010600030101010101" pitchFamily="2" charset="-122"/>
                        <a:ea typeface="宋体" panose="02010600030101010101" pitchFamily="2" charset="-122"/>
                        <a:sym typeface="+mn-ea"/>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charset="0"/>
                        <a:buChar char="Ø"/>
                        <a:defRPr/>
                      </a:pPr>
                      <a:r>
                        <a:rPr lang="zh-CN" sz="1200" dirty="0">
                          <a:latin typeface="宋体" panose="02010600030101010101" pitchFamily="2" charset="-122"/>
                          <a:ea typeface="宋体" panose="02010600030101010101" pitchFamily="2" charset="-122"/>
                          <a:sym typeface="+mn-ea"/>
                        </a:rPr>
                        <a:t>底部空隙≤20CM；</a:t>
                      </a:r>
                      <a:endParaRPr lang="zh-CN" sz="1200" dirty="0">
                        <a:latin typeface="宋体" panose="02010600030101010101" pitchFamily="2" charset="-122"/>
                        <a:ea typeface="宋体" panose="02010600030101010101" pitchFamily="2" charset="-122"/>
                        <a:sym typeface="+mn-ea"/>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charset="0"/>
                        <a:buChar char="Ø"/>
                        <a:defRPr/>
                      </a:pPr>
                      <a:r>
                        <a:rPr lang="zh-CN" sz="1200" dirty="0">
                          <a:latin typeface="宋体" panose="02010600030101010101" pitchFamily="2" charset="-122"/>
                          <a:ea typeface="宋体" panose="02010600030101010101" pitchFamily="2" charset="-122"/>
                          <a:sym typeface="+mn-ea"/>
                        </a:rPr>
                        <a:t>顶部距地空隙≥1800mm，并保证设备上沿不单独露出等；</a:t>
                      </a:r>
                      <a:endParaRPr lang="zh-CN" altLang="en-US" sz="1200" dirty="0">
                        <a:latin typeface="宋体" panose="02010600030101010101" pitchFamily="2" charset="-122"/>
                        <a:ea typeface="宋体" panose="02010600030101010101" pitchFamily="2" charset="-122"/>
                        <a:sym typeface="+mn-ea"/>
                      </a:endParaRPr>
                    </a:p>
                  </a:txBody>
                  <a:tcPr anchor="ctr"/>
                </a:tc>
                <a:tc hMerge="1">
                  <a:tcPr anchor="ctr"/>
                </a:tc>
                <a:tc hMerge="1">
                  <a:tcPr anchor="ctr"/>
                </a:tc>
              </a:tr>
              <a:tr h="274320">
                <a:tc>
                  <a:txBody>
                    <a:bodyPr/>
                    <a:p>
                      <a:pPr algn="ctr">
                        <a:buNone/>
                      </a:pPr>
                      <a:r>
                        <a:rPr lang="en-US" altLang="zh-CN" sz="1200" dirty="0">
                          <a:latin typeface="微软雅黑" panose="020B0503020204020204" pitchFamily="34" charset="-122"/>
                          <a:ea typeface="微软雅黑" panose="020B0503020204020204" pitchFamily="34" charset="-122"/>
                        </a:rPr>
                        <a:t>5</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电源要求</a:t>
                      </a:r>
                      <a:endParaRPr lang="zh-CN" altLang="en-US" sz="1200" dirty="0">
                        <a:latin typeface="微软雅黑" panose="020B0503020204020204" pitchFamily="34" charset="-122"/>
                        <a:ea typeface="微软雅黑" panose="020B0503020204020204" pitchFamily="34" charset="-122"/>
                      </a:endParaRPr>
                    </a:p>
                  </a:txBody>
                  <a:tcPr anchor="ctr" anchorCtr="0"/>
                </a:tc>
                <a:tc gridSpan="3">
                  <a:txBody>
                    <a:bodyPr/>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适配美国电压</a:t>
                      </a:r>
                      <a:endParaRPr lang="zh-CN" altLang="en-US" sz="1200" dirty="0">
                        <a:latin typeface="微软雅黑" panose="020B0503020204020204" pitchFamily="34" charset="-122"/>
                        <a:ea typeface="微软雅黑" panose="020B0503020204020204" pitchFamily="34" charset="-122"/>
                      </a:endParaRPr>
                    </a:p>
                  </a:txBody>
                  <a:tcPr anchor="ctr"/>
                </a:tc>
                <a:tc hMerge="1">
                  <a:tcPr anchor="ctr"/>
                </a:tc>
                <a:tc hMerge="1">
                  <a:tcPr anchor="ctr"/>
                </a:tc>
              </a:tr>
            </a:tbl>
          </a:graphicData>
        </a:graphic>
      </p:graphicFrame>
      <p:pic>
        <p:nvPicPr>
          <p:cNvPr id="11" name="图片 10"/>
          <p:cNvPicPr>
            <a:picLocks noChangeAspect="1"/>
          </p:cNvPicPr>
          <p:nvPr/>
        </p:nvPicPr>
        <p:blipFill>
          <a:blip r:embed="rId2"/>
          <a:srcRect l="26828" t="17356" r="12714" b="48018"/>
          <a:stretch>
            <a:fillRect/>
          </a:stretch>
        </p:blipFill>
        <p:spPr>
          <a:xfrm>
            <a:off x="160020" y="1895475"/>
            <a:ext cx="3944620" cy="2564130"/>
          </a:xfrm>
          <a:prstGeom prst="rect">
            <a:avLst/>
          </a:prstGeom>
        </p:spPr>
      </p:pic>
      <p:cxnSp>
        <p:nvCxnSpPr>
          <p:cNvPr id="19" name="直接箭头连接符 18"/>
          <p:cNvCxnSpPr/>
          <p:nvPr/>
        </p:nvCxnSpPr>
        <p:spPr>
          <a:xfrm flipH="1">
            <a:off x="2999105" y="3629025"/>
            <a:ext cx="480695" cy="1304925"/>
          </a:xfrm>
          <a:prstGeom prst="straightConnector1">
            <a:avLst/>
          </a:prstGeom>
          <a:ln>
            <a:headEnd type="triangle"/>
            <a:tailEnd type="none"/>
          </a:ln>
        </p:spPr>
        <p:style>
          <a:lnRef idx="2">
            <a:schemeClr val="accent1"/>
          </a:lnRef>
          <a:fillRef idx="0">
            <a:srgbClr val="FFFFFF"/>
          </a:fillRef>
          <a:effectRef idx="0">
            <a:srgbClr val="FFFFFF"/>
          </a:effectRef>
          <a:fontRef idx="minor">
            <a:schemeClr val="tx1"/>
          </a:fontRef>
        </p:style>
      </p:cxnSp>
      <p:sp>
        <p:nvSpPr>
          <p:cNvPr id="33" name="文本框 32"/>
          <p:cNvSpPr txBox="1"/>
          <p:nvPr/>
        </p:nvSpPr>
        <p:spPr>
          <a:xfrm>
            <a:off x="2647315" y="4951730"/>
            <a:ext cx="1024890" cy="275590"/>
          </a:xfrm>
          <a:prstGeom prst="rect">
            <a:avLst/>
          </a:prstGeom>
          <a:noFill/>
        </p:spPr>
        <p:txBody>
          <a:bodyPr wrap="square" rtlCol="0" anchor="t">
            <a:spAutoFit/>
          </a:bodyPr>
          <a:p>
            <a:pPr algn="ctr"/>
            <a:r>
              <a:rPr lang="zh-CN" altLang="en-US" sz="1200" dirty="0">
                <a:latin typeface="微软雅黑" panose="020B0503020204020204" pitchFamily="34" charset="-122"/>
                <a:ea typeface="微软雅黑" panose="020B0503020204020204" pitchFamily="34" charset="-122"/>
                <a:sym typeface="+mn-ea"/>
              </a:rPr>
              <a:t>装箱机械手</a:t>
            </a:r>
            <a:endParaRPr lang="zh-CN" altLang="en-US" sz="1200" dirty="0">
              <a:latin typeface="微软雅黑" panose="020B0503020204020204" pitchFamily="34" charset="-122"/>
              <a:ea typeface="微软雅黑" panose="020B0503020204020204" pitchFamily="34" charset="-122"/>
              <a:sym typeface="+mn-ea"/>
            </a:endParaRPr>
          </a:p>
        </p:txBody>
      </p:sp>
      <p:cxnSp>
        <p:nvCxnSpPr>
          <p:cNvPr id="48" name="直接箭头连接符 47"/>
          <p:cNvCxnSpPr>
            <a:endCxn id="49" idx="0"/>
          </p:cNvCxnSpPr>
          <p:nvPr/>
        </p:nvCxnSpPr>
        <p:spPr>
          <a:xfrm>
            <a:off x="1453515" y="3136265"/>
            <a:ext cx="545465" cy="1815465"/>
          </a:xfrm>
          <a:prstGeom prst="straightConnector1">
            <a:avLst/>
          </a:prstGeom>
          <a:ln>
            <a:headEnd type="triangle"/>
            <a:tailEnd type="none"/>
          </a:ln>
        </p:spPr>
        <p:style>
          <a:lnRef idx="2">
            <a:schemeClr val="accent1"/>
          </a:lnRef>
          <a:fillRef idx="0">
            <a:srgbClr val="FFFFFF"/>
          </a:fillRef>
          <a:effectRef idx="0">
            <a:srgbClr val="FFFFFF"/>
          </a:effectRef>
          <a:fontRef idx="minor">
            <a:schemeClr val="tx1"/>
          </a:fontRef>
        </p:style>
      </p:cxnSp>
      <p:sp>
        <p:nvSpPr>
          <p:cNvPr id="49" name="文本框 48"/>
          <p:cNvSpPr txBox="1"/>
          <p:nvPr/>
        </p:nvSpPr>
        <p:spPr>
          <a:xfrm>
            <a:off x="1486535" y="4951730"/>
            <a:ext cx="1024890" cy="275590"/>
          </a:xfrm>
          <a:prstGeom prst="rect">
            <a:avLst/>
          </a:prstGeom>
          <a:noFill/>
        </p:spPr>
        <p:txBody>
          <a:bodyPr wrap="square" rtlCol="0" anchor="t">
            <a:spAutoFit/>
          </a:bodyPr>
          <a:p>
            <a:pPr algn="ctr"/>
            <a:r>
              <a:rPr lang="zh-CN" altLang="en-US" sz="1200" dirty="0">
                <a:latin typeface="微软雅黑" panose="020B0503020204020204" pitchFamily="34" charset="-122"/>
                <a:ea typeface="微软雅黑" panose="020B0503020204020204" pitchFamily="34" charset="-122"/>
                <a:sym typeface="+mn-ea"/>
              </a:rPr>
              <a:t>吸盘机械手</a:t>
            </a:r>
            <a:endParaRPr lang="zh-CN" altLang="en-US" sz="1200" dirty="0">
              <a:latin typeface="微软雅黑" panose="020B0503020204020204" pitchFamily="34" charset="-122"/>
              <a:ea typeface="微软雅黑" panose="020B0503020204020204" pitchFamily="34" charset="-122"/>
              <a:sym typeface="+mn-ea"/>
            </a:endParaRPr>
          </a:p>
        </p:txBody>
      </p:sp>
      <p:cxnSp>
        <p:nvCxnSpPr>
          <p:cNvPr id="70" name="直接箭头连接符 69"/>
          <p:cNvCxnSpPr/>
          <p:nvPr/>
        </p:nvCxnSpPr>
        <p:spPr>
          <a:xfrm flipH="1">
            <a:off x="583565" y="3262630"/>
            <a:ext cx="205740" cy="1637030"/>
          </a:xfrm>
          <a:prstGeom prst="straightConnector1">
            <a:avLst/>
          </a:prstGeom>
          <a:ln>
            <a:headEnd type="triangle"/>
            <a:tailEnd type="none"/>
          </a:ln>
        </p:spPr>
        <p:style>
          <a:lnRef idx="2">
            <a:schemeClr val="accent1"/>
          </a:lnRef>
          <a:fillRef idx="0">
            <a:srgbClr val="FFFFFF"/>
          </a:fillRef>
          <a:effectRef idx="0">
            <a:srgbClr val="FFFFFF"/>
          </a:effectRef>
          <a:fontRef idx="minor">
            <a:schemeClr val="tx1"/>
          </a:fontRef>
        </p:style>
      </p:cxnSp>
      <p:sp>
        <p:nvSpPr>
          <p:cNvPr id="74" name="文本框 73"/>
          <p:cNvSpPr txBox="1"/>
          <p:nvPr/>
        </p:nvSpPr>
        <p:spPr>
          <a:xfrm>
            <a:off x="160020" y="4935220"/>
            <a:ext cx="1143635" cy="275590"/>
          </a:xfrm>
          <a:prstGeom prst="rect">
            <a:avLst/>
          </a:prstGeom>
          <a:noFill/>
        </p:spPr>
        <p:txBody>
          <a:bodyPr wrap="square" rtlCol="0" anchor="t">
            <a:spAutoFit/>
          </a:bodyPr>
          <a:p>
            <a:pPr algn="ctr"/>
            <a:r>
              <a:rPr lang="zh-CN" altLang="en-US" sz="1200" dirty="0">
                <a:latin typeface="微软雅黑" panose="020B0503020204020204" pitchFamily="34" charset="-122"/>
                <a:ea typeface="微软雅黑" panose="020B0503020204020204" pitchFamily="34" charset="-122"/>
                <a:sym typeface="+mn-ea"/>
              </a:rPr>
              <a:t>装</a:t>
            </a:r>
            <a:r>
              <a:rPr lang="en-US" altLang="zh-CN" sz="1200" dirty="0">
                <a:latin typeface="微软雅黑" panose="020B0503020204020204" pitchFamily="34" charset="-122"/>
                <a:ea typeface="微软雅黑" panose="020B0503020204020204" pitchFamily="34" charset="-122"/>
                <a:sym typeface="+mn-ea"/>
              </a:rPr>
              <a:t>tray</a:t>
            </a:r>
            <a:r>
              <a:rPr lang="zh-CN" altLang="en-US" sz="1200" dirty="0">
                <a:latin typeface="微软雅黑" panose="020B0503020204020204" pitchFamily="34" charset="-122"/>
                <a:ea typeface="微软雅黑" panose="020B0503020204020204" pitchFamily="34" charset="-122"/>
                <a:sym typeface="+mn-ea"/>
              </a:rPr>
              <a:t>机械手</a:t>
            </a:r>
            <a:endParaRPr lang="zh-CN" altLang="en-US" sz="1200" dirty="0">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Text Box 6"/>
          <p:cNvSpPr txBox="1">
            <a:spLocks noChangeArrowheads="1"/>
          </p:cNvSpPr>
          <p:nvPr/>
        </p:nvSpPr>
        <p:spPr bwMode="auto">
          <a:xfrm>
            <a:off x="659323" y="371705"/>
            <a:ext cx="4474422" cy="369570"/>
          </a:xfrm>
          <a:prstGeom prst="rect">
            <a:avLst/>
          </a:prstGeom>
          <a:noFill/>
          <a:ln w="9525">
            <a:noFill/>
            <a:miter lim="800000"/>
          </a:ln>
        </p:spPr>
        <p:txBody>
          <a:bodyPr wrap="square" lIns="62321" tIns="31161" rIns="62321" bIns="31161">
            <a:spAutoFit/>
          </a:bodyPr>
          <a:lstStyle>
            <a:defPPr>
              <a:defRPr lang="zh-TW"/>
            </a:defPPr>
            <a:lvl1pPr defTabSz="622300">
              <a:spcBef>
                <a:spcPct val="50000"/>
              </a:spcBef>
              <a:defRPr kumimoji="1" sz="2000" b="1">
                <a:latin typeface="Arial" panose="020B0604020202020204" pitchFamily="34" charset="0"/>
                <a:ea typeface="思源黑体 CN Heavy" panose="020B0A00000000000000" pitchFamily="34" charset="-122"/>
                <a:cs typeface="Arial" panose="020B0604020202020204" pitchFamily="34" charset="0"/>
              </a:defRPr>
            </a:lvl1pPr>
          </a:lstStyle>
          <a:p>
            <a:r>
              <a:rPr lang="zh-CN" altLang="zh-TW" dirty="0"/>
              <a:t>自动开箱装</a:t>
            </a:r>
            <a:r>
              <a:rPr lang="en-US" altLang="zh-CN" dirty="0"/>
              <a:t>tray</a:t>
            </a:r>
            <a:r>
              <a:rPr lang="zh-CN" altLang="en-US" dirty="0"/>
              <a:t>设备</a:t>
            </a:r>
            <a:r>
              <a:rPr lang="zh-CN" altLang="en-US" dirty="0">
                <a:sym typeface="+mn-ea"/>
              </a:rPr>
              <a:t>（</a:t>
            </a:r>
            <a:r>
              <a:rPr lang="en-US" altLang="zh-CN" dirty="0">
                <a:sym typeface="+mn-ea"/>
              </a:rPr>
              <a:t>3/4)</a:t>
            </a:r>
            <a:endParaRPr lang="zh-CN" altLang="en-US" dirty="0"/>
          </a:p>
        </p:txBody>
      </p:sp>
      <p:sp>
        <p:nvSpPr>
          <p:cNvPr id="36" name="Text Box 6"/>
          <p:cNvSpPr txBox="1">
            <a:spLocks noChangeArrowheads="1"/>
          </p:cNvSpPr>
          <p:nvPr/>
        </p:nvSpPr>
        <p:spPr bwMode="auto">
          <a:xfrm>
            <a:off x="476250" y="916940"/>
            <a:ext cx="9759315" cy="320675"/>
          </a:xfrm>
          <a:prstGeom prst="rect">
            <a:avLst/>
          </a:prstGeom>
          <a:noFill/>
          <a:ln w="9525">
            <a:noFill/>
            <a:miter lim="800000"/>
          </a:ln>
        </p:spPr>
        <p:txBody>
          <a:bodyPr wrap="square" lIns="74975" tIns="37489" rIns="74975" bIns="37489">
            <a:spAutoFit/>
          </a:bodyPr>
          <a:lstStyle>
            <a:defPPr>
              <a:defRPr lang="zh-TW"/>
            </a:defPPr>
            <a:lvl1pPr>
              <a:spcBef>
                <a:spcPct val="50000"/>
              </a:spcBef>
              <a:defRPr sz="1600" b="1">
                <a:latin typeface="Microsoft JhengHei" panose="020B0604030504040204" pitchFamily="34" charset="-120"/>
                <a:ea typeface="Microsoft JhengHei" panose="020B0604030504040204" pitchFamily="34" charset="-120"/>
              </a:defRPr>
            </a:lvl1pPr>
          </a:lstStyle>
          <a:p>
            <a:r>
              <a:rPr lang="en-US" altLang="zh-CN" dirty="0">
                <a:latin typeface="DFKai-SB" panose="03000509000000000000" pitchFamily="65" charset="-128"/>
                <a:ea typeface="宋体" panose="02010600030101010101" pitchFamily="2" charset="-122"/>
                <a:sym typeface="+mn-ea"/>
              </a:rPr>
              <a:t>3</a:t>
            </a:r>
            <a:r>
              <a:rPr lang="zh-CN" altLang="en-US" dirty="0">
                <a:latin typeface="DFKai-SB" panose="03000509000000000000" pitchFamily="65" charset="-128"/>
                <a:ea typeface="宋体" panose="02010600030101010101" pitchFamily="2" charset="-122"/>
                <a:sym typeface="+mn-ea"/>
              </a:rPr>
              <a:t>、自动开盖机</a:t>
            </a:r>
            <a:endParaRPr lang="zh-CN" altLang="en-US" dirty="0">
              <a:latin typeface="DFKai-SB" panose="03000509000000000000" pitchFamily="65" charset="-128"/>
              <a:ea typeface="宋体" panose="02010600030101010101" pitchFamily="2" charset="-122"/>
              <a:sym typeface="+mn-ea"/>
            </a:endParaRPr>
          </a:p>
        </p:txBody>
      </p:sp>
      <p:graphicFrame>
        <p:nvGraphicFramePr>
          <p:cNvPr id="10" name="表格 9"/>
          <p:cNvGraphicFramePr/>
          <p:nvPr>
            <p:custDataLst>
              <p:tags r:id="rId1"/>
            </p:custDataLst>
          </p:nvPr>
        </p:nvGraphicFramePr>
        <p:xfrm>
          <a:off x="5469255" y="1945640"/>
          <a:ext cx="5967730" cy="1544955"/>
        </p:xfrm>
        <a:graphic>
          <a:graphicData uri="http://schemas.openxmlformats.org/drawingml/2006/table">
            <a:tbl>
              <a:tblPr firstRow="1" bandRow="1">
                <a:tableStyleId>{5C22544A-7EE6-4342-B048-85BDC9FD1C3A}</a:tableStyleId>
              </a:tblPr>
              <a:tblGrid>
                <a:gridCol w="606425"/>
                <a:gridCol w="934720"/>
                <a:gridCol w="4426585"/>
              </a:tblGrid>
              <a:tr h="304800">
                <a:tc>
                  <a:txBody>
                    <a:bodyPr/>
                    <a:p>
                      <a:pPr algn="ctr"/>
                      <a:r>
                        <a:rPr lang="zh-CN" altLang="en-US" sz="1400" dirty="0">
                          <a:latin typeface="微软雅黑" panose="020B0503020204020204" pitchFamily="34" charset="-122"/>
                          <a:ea typeface="微软雅黑" panose="020B0503020204020204" pitchFamily="34" charset="-122"/>
                        </a:rPr>
                        <a:t>序号</a:t>
                      </a:r>
                      <a:endParaRPr lang="zh-CN" altLang="en-US" sz="14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dirty="0">
                          <a:latin typeface="微软雅黑" panose="020B0503020204020204" pitchFamily="34" charset="-122"/>
                          <a:ea typeface="微软雅黑" panose="020B0503020204020204" pitchFamily="34" charset="-122"/>
                          <a:sym typeface="+mn-ea"/>
                        </a:rPr>
                        <a:t>参数名称</a:t>
                      </a:r>
                      <a:endParaRPr lang="zh-CN" altLang="en-US" sz="1400" dirty="0">
                        <a:latin typeface="微软雅黑" panose="020B0503020204020204" pitchFamily="34" charset="-122"/>
                        <a:ea typeface="微软雅黑" panose="020B0503020204020204" pitchFamily="34" charset="-122"/>
                      </a:endParaRPr>
                    </a:p>
                  </a:txBody>
                  <a:tcPr anchor="ctr" anchorCtr="0"/>
                </a:tc>
                <a:tc>
                  <a:txBody>
                    <a:bodyPr/>
                    <a:p>
                      <a:r>
                        <a:rPr lang="zh-CN" sz="1400" dirty="0">
                          <a:latin typeface="微软雅黑" panose="020B0503020204020204" pitchFamily="34" charset="-122"/>
                          <a:ea typeface="微软雅黑" panose="020B0503020204020204" pitchFamily="34" charset="-122"/>
                        </a:rPr>
                        <a:t>料盘作业机械手</a:t>
                      </a:r>
                      <a:endParaRPr lang="zh-CN" sz="1400" dirty="0">
                        <a:latin typeface="微软雅黑" panose="020B0503020204020204" pitchFamily="34" charset="-122"/>
                        <a:ea typeface="微软雅黑" panose="020B0503020204020204" pitchFamily="34" charset="-122"/>
                      </a:endParaRPr>
                    </a:p>
                  </a:txBody>
                  <a:tcPr anchor="ctr" anchorCtr="0"/>
                </a:tc>
              </a:tr>
              <a:tr h="274320">
                <a:tc>
                  <a:txBody>
                    <a:bodyPr/>
                    <a:p>
                      <a:pPr algn="ctr"/>
                      <a:r>
                        <a:rPr lang="en-US" altLang="zh-CN" sz="1200" dirty="0">
                          <a:latin typeface="微软雅黑" panose="020B0503020204020204" pitchFamily="34" charset="-122"/>
                          <a:ea typeface="微软雅黑" panose="020B0503020204020204" pitchFamily="34" charset="-122"/>
                        </a:rPr>
                        <a:t>1</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r>
                        <a:rPr lang="zh-CN" altLang="en-US" sz="1200" dirty="0">
                          <a:latin typeface="微软雅黑" panose="020B0503020204020204" pitchFamily="34" charset="-122"/>
                          <a:ea typeface="微软雅黑" panose="020B0503020204020204" pitchFamily="34" charset="-122"/>
                        </a:rPr>
                        <a:t>作业对象</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lgn="l">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sym typeface="+mn-ea"/>
                        </a:rPr>
                        <a:t>机构件纸箱</a:t>
                      </a:r>
                      <a:endParaRPr lang="zh-CN" altLang="en-US" sz="1200" dirty="0">
                        <a:latin typeface="微软雅黑" panose="020B0503020204020204" pitchFamily="34" charset="-122"/>
                        <a:ea typeface="微软雅黑" panose="020B0503020204020204" pitchFamily="34" charset="-122"/>
                        <a:sym typeface="+mn-ea"/>
                      </a:endParaRPr>
                    </a:p>
                  </a:txBody>
                  <a:tcPr anchor="ctr"/>
                </a:tc>
              </a:tr>
              <a:tr h="188595">
                <a:tc>
                  <a:txBody>
                    <a:bodyPr/>
                    <a:p>
                      <a:pPr algn="ctr">
                        <a:buNone/>
                      </a:pPr>
                      <a:r>
                        <a:rPr lang="en-US" altLang="zh-CN" sz="1200" dirty="0">
                          <a:latin typeface="微软雅黑" panose="020B0503020204020204" pitchFamily="34" charset="-122"/>
                          <a:ea typeface="微软雅黑" panose="020B0503020204020204" pitchFamily="34" charset="-122"/>
                        </a:rPr>
                        <a:t>2</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开箱效率</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150</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箱</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/h </a:t>
                      </a: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tc>
              </a:tr>
              <a:tr h="417195">
                <a:tc>
                  <a:txBody>
                    <a:bodyPr/>
                    <a:p>
                      <a:pPr algn="ctr">
                        <a:buNone/>
                      </a:pPr>
                      <a:r>
                        <a:rPr lang="en-US" altLang="zh-CN" sz="1200" dirty="0">
                          <a:latin typeface="微软雅黑" panose="020B0503020204020204" pitchFamily="34" charset="-122"/>
                          <a:ea typeface="微软雅黑" panose="020B0503020204020204" pitchFamily="34" charset="-122"/>
                        </a:rPr>
                        <a:t>3</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纸箱范围</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200x200x100mm~700x400x300mm(L x W x H)</a:t>
                      </a:r>
                      <a:endParaRPr lang="en-US" altLang="zh-CN" sz="12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tc>
              </a:tr>
              <a:tr h="274320">
                <a:tc>
                  <a:txBody>
                    <a:bodyPr/>
                    <a:p>
                      <a:pPr algn="ctr">
                        <a:buNone/>
                      </a:pPr>
                      <a:r>
                        <a:rPr lang="en-US" altLang="zh-CN" sz="1200" dirty="0">
                          <a:latin typeface="微软雅黑" panose="020B0503020204020204" pitchFamily="34" charset="-122"/>
                          <a:ea typeface="微软雅黑" panose="020B0503020204020204" pitchFamily="34" charset="-122"/>
                        </a:rPr>
                        <a:t>7</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电源要求</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适配美国电压</a:t>
                      </a:r>
                      <a:endParaRPr lang="zh-CN" altLang="en-US" sz="1200" dirty="0">
                        <a:latin typeface="微软雅黑" panose="020B0503020204020204" pitchFamily="34" charset="-122"/>
                        <a:ea typeface="微软雅黑" panose="020B0503020204020204" pitchFamily="34" charset="-122"/>
                      </a:endParaRPr>
                    </a:p>
                  </a:txBody>
                  <a:tcPr anchor="ctr"/>
                </a:tc>
              </a:tr>
            </a:tbl>
          </a:graphicData>
        </a:graphic>
      </p:graphicFrame>
      <p:pic>
        <p:nvPicPr>
          <p:cNvPr id="2" name="图片 1"/>
          <p:cNvPicPr>
            <a:picLocks noChangeAspect="1"/>
          </p:cNvPicPr>
          <p:nvPr/>
        </p:nvPicPr>
        <p:blipFill>
          <a:blip r:embed="rId2"/>
          <a:stretch>
            <a:fillRect/>
          </a:stretch>
        </p:blipFill>
        <p:spPr>
          <a:xfrm>
            <a:off x="291465" y="1237615"/>
            <a:ext cx="3457575" cy="3181350"/>
          </a:xfrm>
          <a:prstGeom prst="rect">
            <a:avLst/>
          </a:prstGeom>
        </p:spPr>
      </p:pic>
      <p:pic>
        <p:nvPicPr>
          <p:cNvPr id="3" name="图片 2"/>
          <p:cNvPicPr>
            <a:picLocks noChangeAspect="1"/>
          </p:cNvPicPr>
          <p:nvPr/>
        </p:nvPicPr>
        <p:blipFill>
          <a:blip r:embed="rId3"/>
          <a:stretch>
            <a:fillRect/>
          </a:stretch>
        </p:blipFill>
        <p:spPr>
          <a:xfrm>
            <a:off x="231140" y="4418965"/>
            <a:ext cx="4013835" cy="186626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Text Box 6"/>
          <p:cNvSpPr txBox="1">
            <a:spLocks noChangeArrowheads="1"/>
          </p:cNvSpPr>
          <p:nvPr/>
        </p:nvSpPr>
        <p:spPr bwMode="auto">
          <a:xfrm>
            <a:off x="659323" y="371705"/>
            <a:ext cx="4474422" cy="369570"/>
          </a:xfrm>
          <a:prstGeom prst="rect">
            <a:avLst/>
          </a:prstGeom>
          <a:noFill/>
          <a:ln w="9525">
            <a:noFill/>
            <a:miter lim="800000"/>
          </a:ln>
        </p:spPr>
        <p:txBody>
          <a:bodyPr wrap="square" lIns="62321" tIns="31161" rIns="62321" bIns="31161">
            <a:spAutoFit/>
          </a:bodyPr>
          <a:lstStyle>
            <a:defPPr>
              <a:defRPr lang="zh-TW"/>
            </a:defPPr>
            <a:lvl1pPr defTabSz="622300">
              <a:spcBef>
                <a:spcPct val="50000"/>
              </a:spcBef>
              <a:defRPr kumimoji="1" sz="2000" b="1">
                <a:latin typeface="Arial" panose="020B0604020202020204" pitchFamily="34" charset="0"/>
                <a:ea typeface="思源黑体 CN Heavy" panose="020B0A00000000000000" pitchFamily="34" charset="-122"/>
                <a:cs typeface="Arial" panose="020B0604020202020204" pitchFamily="34" charset="0"/>
              </a:defRPr>
            </a:lvl1pPr>
          </a:lstStyle>
          <a:p>
            <a:r>
              <a:rPr lang="zh-CN" altLang="zh-TW" dirty="0"/>
              <a:t>自动开箱装</a:t>
            </a:r>
            <a:r>
              <a:rPr lang="en-US" altLang="zh-CN" dirty="0"/>
              <a:t>tray</a:t>
            </a:r>
            <a:r>
              <a:rPr lang="zh-CN" altLang="en-US" dirty="0"/>
              <a:t>设备</a:t>
            </a:r>
            <a:r>
              <a:rPr lang="zh-CN" altLang="en-US" dirty="0">
                <a:sym typeface="+mn-ea"/>
              </a:rPr>
              <a:t>（</a:t>
            </a:r>
            <a:r>
              <a:rPr lang="en-US" altLang="zh-CN" dirty="0">
                <a:sym typeface="+mn-ea"/>
              </a:rPr>
              <a:t>4/4)</a:t>
            </a:r>
            <a:endParaRPr lang="zh-CN" altLang="en-US" dirty="0"/>
          </a:p>
        </p:txBody>
      </p:sp>
      <p:sp>
        <p:nvSpPr>
          <p:cNvPr id="36" name="Text Box 6"/>
          <p:cNvSpPr txBox="1">
            <a:spLocks noChangeArrowheads="1"/>
          </p:cNvSpPr>
          <p:nvPr/>
        </p:nvSpPr>
        <p:spPr bwMode="auto">
          <a:xfrm>
            <a:off x="476250" y="916940"/>
            <a:ext cx="9759315" cy="320675"/>
          </a:xfrm>
          <a:prstGeom prst="rect">
            <a:avLst/>
          </a:prstGeom>
          <a:noFill/>
          <a:ln w="9525">
            <a:noFill/>
            <a:miter lim="800000"/>
          </a:ln>
        </p:spPr>
        <p:txBody>
          <a:bodyPr wrap="square" lIns="74975" tIns="37489" rIns="74975" bIns="37489">
            <a:spAutoFit/>
          </a:bodyPr>
          <a:lstStyle>
            <a:defPPr>
              <a:defRPr lang="zh-TW"/>
            </a:defPPr>
            <a:lvl1pPr>
              <a:spcBef>
                <a:spcPct val="50000"/>
              </a:spcBef>
              <a:defRPr sz="1600" b="1">
                <a:latin typeface="Microsoft JhengHei" panose="020B0604030504040204" pitchFamily="34" charset="-120"/>
                <a:ea typeface="Microsoft JhengHei" panose="020B0604030504040204" pitchFamily="34" charset="-120"/>
              </a:defRPr>
            </a:lvl1pPr>
          </a:lstStyle>
          <a:p>
            <a:r>
              <a:rPr lang="en-US" altLang="zh-CN" dirty="0">
                <a:latin typeface="DFKai-SB" panose="03000509000000000000" pitchFamily="65" charset="-128"/>
                <a:ea typeface="宋体" panose="02010600030101010101" pitchFamily="2" charset="-122"/>
                <a:sym typeface="+mn-ea"/>
              </a:rPr>
              <a:t>4</a:t>
            </a:r>
            <a:r>
              <a:rPr lang="zh-CN" altLang="en-US" dirty="0">
                <a:latin typeface="DFKai-SB" panose="03000509000000000000" pitchFamily="65" charset="-128"/>
                <a:ea typeface="宋体" panose="02010600030101010101" pitchFamily="2" charset="-122"/>
                <a:sym typeface="+mn-ea"/>
              </a:rPr>
              <a:t>、自动拆装</a:t>
            </a:r>
            <a:r>
              <a:rPr lang="en-US" altLang="zh-CN" dirty="0">
                <a:latin typeface="DFKai-SB" panose="03000509000000000000" pitchFamily="65" charset="-128"/>
                <a:ea typeface="宋体" panose="02010600030101010101" pitchFamily="2" charset="-122"/>
                <a:sym typeface="+mn-ea"/>
              </a:rPr>
              <a:t>tray</a:t>
            </a:r>
            <a:r>
              <a:rPr lang="zh-CN" altLang="en-US" dirty="0">
                <a:latin typeface="DFKai-SB" panose="03000509000000000000" pitchFamily="65" charset="-128"/>
                <a:ea typeface="宋体" panose="02010600030101010101" pitchFamily="2" charset="-122"/>
                <a:sym typeface="+mn-ea"/>
              </a:rPr>
              <a:t>盘设备及输送线</a:t>
            </a:r>
            <a:endParaRPr lang="zh-CN" altLang="en-US" dirty="0">
              <a:latin typeface="DFKai-SB" panose="03000509000000000000" pitchFamily="65" charset="-128"/>
              <a:ea typeface="宋体" panose="02010600030101010101" pitchFamily="2" charset="-122"/>
              <a:sym typeface="+mn-ea"/>
            </a:endParaRPr>
          </a:p>
        </p:txBody>
      </p:sp>
      <p:pic>
        <p:nvPicPr>
          <p:cNvPr id="2" name="图片 1"/>
          <p:cNvPicPr>
            <a:picLocks noChangeAspect="1"/>
          </p:cNvPicPr>
          <p:nvPr/>
        </p:nvPicPr>
        <p:blipFill>
          <a:blip r:embed="rId1"/>
          <a:stretch>
            <a:fillRect/>
          </a:stretch>
        </p:blipFill>
        <p:spPr>
          <a:xfrm>
            <a:off x="260985" y="4083685"/>
            <a:ext cx="1903730" cy="1931035"/>
          </a:xfrm>
          <a:prstGeom prst="rect">
            <a:avLst/>
          </a:prstGeom>
        </p:spPr>
      </p:pic>
      <p:pic>
        <p:nvPicPr>
          <p:cNvPr id="3" name="图片 2"/>
          <p:cNvPicPr>
            <a:picLocks noChangeAspect="1"/>
          </p:cNvPicPr>
          <p:nvPr/>
        </p:nvPicPr>
        <p:blipFill>
          <a:blip r:embed="rId2"/>
          <a:stretch>
            <a:fillRect/>
          </a:stretch>
        </p:blipFill>
        <p:spPr>
          <a:xfrm>
            <a:off x="2178050" y="4443730"/>
            <a:ext cx="2066925" cy="1333500"/>
          </a:xfrm>
          <a:prstGeom prst="rect">
            <a:avLst/>
          </a:prstGeom>
        </p:spPr>
      </p:pic>
      <p:graphicFrame>
        <p:nvGraphicFramePr>
          <p:cNvPr id="46" name="表格 45"/>
          <p:cNvGraphicFramePr/>
          <p:nvPr>
            <p:custDataLst>
              <p:tags r:id="rId3"/>
            </p:custDataLst>
          </p:nvPr>
        </p:nvGraphicFramePr>
        <p:xfrm>
          <a:off x="4244975" y="1237615"/>
          <a:ext cx="7810500" cy="4794250"/>
        </p:xfrm>
        <a:graphic>
          <a:graphicData uri="http://schemas.openxmlformats.org/drawingml/2006/table">
            <a:tbl>
              <a:tblPr firstRow="1" bandRow="1">
                <a:tableStyleId>{5C22544A-7EE6-4342-B048-85BDC9FD1C3A}</a:tableStyleId>
              </a:tblPr>
              <a:tblGrid>
                <a:gridCol w="598805"/>
                <a:gridCol w="1073150"/>
                <a:gridCol w="6138545"/>
              </a:tblGrid>
              <a:tr h="304800">
                <a:tc>
                  <a:txBody>
                    <a:bodyPr/>
                    <a:p>
                      <a:pPr algn="ctr"/>
                      <a:r>
                        <a:rPr lang="zh-CN" altLang="en-US" sz="1400" dirty="0">
                          <a:latin typeface="微软雅黑" panose="020B0503020204020204" pitchFamily="34" charset="-122"/>
                          <a:ea typeface="微软雅黑" panose="020B0503020204020204" pitchFamily="34" charset="-122"/>
                        </a:rPr>
                        <a:t>序号</a:t>
                      </a:r>
                      <a:endParaRPr lang="zh-CN" altLang="en-US" sz="14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dirty="0">
                          <a:latin typeface="微软雅黑" panose="020B0503020204020204" pitchFamily="34" charset="-122"/>
                          <a:ea typeface="微软雅黑" panose="020B0503020204020204" pitchFamily="34" charset="-122"/>
                          <a:sym typeface="+mn-ea"/>
                        </a:rPr>
                        <a:t>参数名称</a:t>
                      </a:r>
                      <a:endParaRPr lang="zh-CN" altLang="en-US" sz="1400" dirty="0">
                        <a:latin typeface="微软雅黑" panose="020B0503020204020204" pitchFamily="34" charset="-122"/>
                        <a:ea typeface="微软雅黑" panose="020B0503020204020204" pitchFamily="34" charset="-122"/>
                      </a:endParaRPr>
                    </a:p>
                  </a:txBody>
                  <a:tcPr anchor="ctr" anchorCtr="0"/>
                </a:tc>
                <a:tc>
                  <a:txBody>
                    <a:bodyPr/>
                    <a:p>
                      <a:r>
                        <a:rPr lang="zh-CN" sz="1400" dirty="0">
                          <a:latin typeface="微软雅黑" panose="020B0503020204020204" pitchFamily="34" charset="-122"/>
                          <a:ea typeface="微软雅黑" panose="020B0503020204020204" pitchFamily="34" charset="-122"/>
                        </a:rPr>
                        <a:t>自动拆装</a:t>
                      </a:r>
                      <a:r>
                        <a:rPr lang="en-US" altLang="zh-CN" sz="1400" dirty="0">
                          <a:latin typeface="微软雅黑" panose="020B0503020204020204" pitchFamily="34" charset="-122"/>
                          <a:ea typeface="微软雅黑" panose="020B0503020204020204" pitchFamily="34" charset="-122"/>
                        </a:rPr>
                        <a:t>tray</a:t>
                      </a:r>
                      <a:r>
                        <a:rPr lang="zh-CN" altLang="en-US" sz="1400" dirty="0">
                          <a:latin typeface="微软雅黑" panose="020B0503020204020204" pitchFamily="34" charset="-122"/>
                          <a:ea typeface="微软雅黑" panose="020B0503020204020204" pitchFamily="34" charset="-122"/>
                        </a:rPr>
                        <a:t>盘设备及输送线</a:t>
                      </a:r>
                      <a:endParaRPr lang="zh-CN" altLang="en-US" sz="1400" dirty="0">
                        <a:latin typeface="微软雅黑" panose="020B0503020204020204" pitchFamily="34" charset="-122"/>
                        <a:ea typeface="微软雅黑" panose="020B0503020204020204" pitchFamily="34" charset="-122"/>
                      </a:endParaRPr>
                    </a:p>
                  </a:txBody>
                  <a:tcPr anchor="ctr" anchorCtr="0"/>
                </a:tc>
              </a:tr>
              <a:tr h="640080">
                <a:tc>
                  <a:txBody>
                    <a:bodyPr/>
                    <a:p>
                      <a:pPr algn="ctr"/>
                      <a:r>
                        <a:rPr lang="en-US" altLang="zh-CN" sz="1200" dirty="0">
                          <a:latin typeface="微软雅黑" panose="020B0503020204020204" pitchFamily="34" charset="-122"/>
                          <a:ea typeface="微软雅黑" panose="020B0503020204020204" pitchFamily="34" charset="-122"/>
                        </a:rPr>
                        <a:t>1</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r>
                        <a:rPr lang="zh-CN" altLang="en-US" sz="1200" dirty="0">
                          <a:latin typeface="微软雅黑" panose="020B0503020204020204" pitchFamily="34" charset="-122"/>
                          <a:ea typeface="微软雅黑" panose="020B0503020204020204" pitchFamily="34" charset="-122"/>
                        </a:rPr>
                        <a:t>作业对象</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lgn="l">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sym typeface="+mn-ea"/>
                        </a:rPr>
                        <a:t>magazine</a:t>
                      </a:r>
                      <a:endParaRPr lang="en-US" altLang="zh-CN" sz="1200" dirty="0">
                        <a:latin typeface="微软雅黑" panose="020B0503020204020204" pitchFamily="34" charset="-122"/>
                        <a:ea typeface="微软雅黑" panose="020B0503020204020204" pitchFamily="34" charset="-122"/>
                        <a:sym typeface="+mn-ea"/>
                      </a:endParaRPr>
                    </a:p>
                    <a:p>
                      <a:pPr marL="171450" indent="-171450" algn="l">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sym typeface="+mn-ea"/>
                        </a:rPr>
                        <a:t>tray</a:t>
                      </a:r>
                      <a:endParaRPr lang="en-US" altLang="zh-CN" sz="1200" dirty="0">
                        <a:latin typeface="微软雅黑" panose="020B0503020204020204" pitchFamily="34" charset="-122"/>
                        <a:ea typeface="微软雅黑" panose="020B0503020204020204" pitchFamily="34" charset="-122"/>
                        <a:sym typeface="+mn-ea"/>
                      </a:endParaRPr>
                    </a:p>
                  </a:txBody>
                  <a:tcPr anchor="ctr"/>
                </a:tc>
              </a:tr>
              <a:tr h="283210">
                <a:tc>
                  <a:txBody>
                    <a:bodyPr/>
                    <a:p>
                      <a:pPr algn="ctr">
                        <a:buNone/>
                      </a:pPr>
                      <a:r>
                        <a:rPr lang="en-US" altLang="zh-CN" sz="1200" dirty="0">
                          <a:latin typeface="微软雅黑" panose="020B0503020204020204" pitchFamily="34" charset="-122"/>
                          <a:ea typeface="微软雅黑" panose="020B0503020204020204" pitchFamily="34" charset="-122"/>
                        </a:rPr>
                        <a:t>2</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作业流程</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升降滚筒</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AGV</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将</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magazine</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送到输送线出入口处；并将上侧的空</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magazine</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送到下侧的输送入口处；</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buffer</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机将</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tray</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盘逐个推出，同过输送线到达装机构件处；</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由机械手装完机构件后，</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tray</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盘输送到下侧的</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buffer</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机处；</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由</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buffer</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机将</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tray</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盘逐个装入</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magazine</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里；</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AGV</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将满</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magazine</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搬运走，输送到产线处</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缓存区；</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tc>
              </a:tr>
              <a:tr h="274320">
                <a:tc>
                  <a:txBody>
                    <a:bodyPr/>
                    <a:p>
                      <a:pPr algn="ctr">
                        <a:buNone/>
                      </a:pPr>
                      <a:r>
                        <a:rPr lang="en-US" altLang="zh-CN" sz="1200" dirty="0">
                          <a:latin typeface="微软雅黑" panose="020B0503020204020204" pitchFamily="34" charset="-122"/>
                          <a:ea typeface="微软雅黑" panose="020B0503020204020204" pitchFamily="34" charset="-122"/>
                        </a:rPr>
                        <a:t>6</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效率要求</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整体出入库效率</a:t>
                      </a:r>
                      <a:r>
                        <a:rPr lang="en-US" altLang="zh-CN" sz="1200" dirty="0">
                          <a:latin typeface="微软雅黑" panose="020B0503020204020204" pitchFamily="34" charset="-122"/>
                          <a:ea typeface="微软雅黑" panose="020B0503020204020204" pitchFamily="34" charset="-122"/>
                        </a:rPr>
                        <a:t>≥</a:t>
                      </a:r>
                      <a:r>
                        <a:rPr lang="en-US" sz="1200" dirty="0">
                          <a:latin typeface="微软雅黑" panose="020B0503020204020204" pitchFamily="34" charset="-122"/>
                          <a:ea typeface="微软雅黑" panose="020B0503020204020204" pitchFamily="34" charset="-122"/>
                        </a:rPr>
                        <a:t>50</a:t>
                      </a:r>
                      <a:r>
                        <a:rPr lang="zh-CN" altLang="en-US" sz="1200" dirty="0">
                          <a:latin typeface="微软雅黑" panose="020B0503020204020204" pitchFamily="34" charset="-122"/>
                          <a:ea typeface="微软雅黑" panose="020B0503020204020204" pitchFamily="34" charset="-122"/>
                        </a:rPr>
                        <a:t>个</a:t>
                      </a:r>
                      <a:r>
                        <a:rPr lang="en-US" altLang="zh-CN" sz="1200" dirty="0">
                          <a:latin typeface="微软雅黑" panose="020B0503020204020204" pitchFamily="34" charset="-122"/>
                          <a:ea typeface="微软雅黑" panose="020B0503020204020204" pitchFamily="34" charset="-122"/>
                        </a:rPr>
                        <a:t>magazine/</a:t>
                      </a:r>
                      <a:r>
                        <a:rPr lang="zh-CN" altLang="en-US" sz="1200" dirty="0">
                          <a:latin typeface="微软雅黑" panose="020B0503020204020204" pitchFamily="34" charset="-122"/>
                          <a:ea typeface="微软雅黑" panose="020B0503020204020204" pitchFamily="34" charset="-122"/>
                        </a:rPr>
                        <a:t>小时；</a:t>
                      </a:r>
                      <a:endParaRPr lang="zh-CN" altLang="en-US" sz="1200" dirty="0">
                        <a:latin typeface="微软雅黑" panose="020B0503020204020204" pitchFamily="34" charset="-122"/>
                        <a:ea typeface="微软雅黑" panose="020B0503020204020204" pitchFamily="34" charset="-122"/>
                      </a:endParaRPr>
                    </a:p>
                  </a:txBody>
                  <a:tcPr anchor="ctr"/>
                </a:tc>
              </a:tr>
              <a:tr h="274320">
                <a:tc>
                  <a:txBody>
                    <a:bodyPr/>
                    <a:p>
                      <a:pPr algn="ctr">
                        <a:buNone/>
                      </a:pPr>
                      <a:r>
                        <a:rPr lang="en-US" altLang="zh-CN" sz="1200" dirty="0">
                          <a:latin typeface="微软雅黑" panose="020B0503020204020204" pitchFamily="34" charset="-122"/>
                          <a:ea typeface="微软雅黑" panose="020B0503020204020204" pitchFamily="34" charset="-122"/>
                        </a:rPr>
                        <a:t>7</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电源要求</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满足美国电压要求</a:t>
                      </a:r>
                      <a:endParaRPr lang="zh-CN" altLang="en-US" sz="1200" dirty="0">
                        <a:latin typeface="微软雅黑" panose="020B0503020204020204" pitchFamily="34" charset="-122"/>
                        <a:ea typeface="微软雅黑" panose="020B0503020204020204" pitchFamily="34" charset="-122"/>
                      </a:endParaRPr>
                    </a:p>
                  </a:txBody>
                  <a:tcPr anchor="ctr"/>
                </a:tc>
              </a:tr>
            </a:tbl>
          </a:graphicData>
        </a:graphic>
      </p:graphicFrame>
      <p:pic>
        <p:nvPicPr>
          <p:cNvPr id="8" name="图片 7"/>
          <p:cNvPicPr>
            <a:picLocks noChangeAspect="1"/>
          </p:cNvPicPr>
          <p:nvPr/>
        </p:nvPicPr>
        <p:blipFill>
          <a:blip r:embed="rId4"/>
          <a:srcRect t="18025" r="57487" b="35964"/>
          <a:stretch>
            <a:fillRect/>
          </a:stretch>
        </p:blipFill>
        <p:spPr>
          <a:xfrm>
            <a:off x="751205" y="1503045"/>
            <a:ext cx="2543810" cy="235839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p:cNvPicPr>
            <a:picLocks noChangeAspect="1"/>
          </p:cNvPicPr>
          <p:nvPr/>
        </p:nvPicPr>
        <p:blipFill>
          <a:blip r:embed="rId1"/>
          <a:srcRect r="-271" b="8424"/>
          <a:stretch>
            <a:fillRect/>
          </a:stretch>
        </p:blipFill>
        <p:spPr>
          <a:xfrm>
            <a:off x="3958590" y="1297305"/>
            <a:ext cx="5864225" cy="4678680"/>
          </a:xfrm>
          <a:prstGeom prst="rect">
            <a:avLst/>
          </a:prstGeom>
        </p:spPr>
      </p:pic>
      <p:sp>
        <p:nvSpPr>
          <p:cNvPr id="166" name="Text Box 6"/>
          <p:cNvSpPr txBox="1">
            <a:spLocks noChangeArrowheads="1"/>
          </p:cNvSpPr>
          <p:nvPr/>
        </p:nvSpPr>
        <p:spPr bwMode="auto">
          <a:xfrm>
            <a:off x="659323" y="371705"/>
            <a:ext cx="4474422" cy="369570"/>
          </a:xfrm>
          <a:prstGeom prst="rect">
            <a:avLst/>
          </a:prstGeom>
          <a:noFill/>
          <a:ln w="9525">
            <a:noFill/>
            <a:miter lim="800000"/>
          </a:ln>
        </p:spPr>
        <p:txBody>
          <a:bodyPr wrap="square" lIns="62321" tIns="31161" rIns="62321" bIns="31161">
            <a:spAutoFit/>
          </a:bodyPr>
          <a:lstStyle>
            <a:defPPr>
              <a:defRPr lang="zh-TW"/>
            </a:defPPr>
            <a:lvl1pPr defTabSz="622300">
              <a:spcBef>
                <a:spcPct val="50000"/>
              </a:spcBef>
              <a:defRPr kumimoji="1" sz="2000" b="1">
                <a:latin typeface="Arial" panose="020B0604020202020204" pitchFamily="34" charset="0"/>
                <a:ea typeface="思源黑体 CN Heavy" panose="020B0A00000000000000" pitchFamily="34" charset="-122"/>
                <a:cs typeface="Arial" panose="020B0604020202020204" pitchFamily="34" charset="0"/>
              </a:defRPr>
            </a:lvl1pPr>
          </a:lstStyle>
          <a:p>
            <a:r>
              <a:rPr lang="en-US" altLang="zh-TW" dirty="0"/>
              <a:t>XRAY</a:t>
            </a:r>
            <a:r>
              <a:rPr lang="zh-CN" altLang="en-US" dirty="0"/>
              <a:t>设备（</a:t>
            </a:r>
            <a:r>
              <a:rPr lang="en-US" altLang="zh-CN" dirty="0"/>
              <a:t>1/3)</a:t>
            </a:r>
            <a:endParaRPr lang="zh-CN" altLang="en-US" dirty="0"/>
          </a:p>
        </p:txBody>
      </p:sp>
      <p:sp>
        <p:nvSpPr>
          <p:cNvPr id="36" name="Text Box 6"/>
          <p:cNvSpPr txBox="1">
            <a:spLocks noChangeArrowheads="1"/>
          </p:cNvSpPr>
          <p:nvPr/>
        </p:nvSpPr>
        <p:spPr bwMode="auto">
          <a:xfrm>
            <a:off x="316230" y="916940"/>
            <a:ext cx="9759315" cy="274955"/>
          </a:xfrm>
          <a:prstGeom prst="rect">
            <a:avLst/>
          </a:prstGeom>
          <a:noFill/>
          <a:ln w="9525">
            <a:noFill/>
            <a:miter lim="800000"/>
          </a:ln>
        </p:spPr>
        <p:txBody>
          <a:bodyPr wrap="square" lIns="74975" tIns="37489" rIns="74975" bIns="37489">
            <a:spAutoFit/>
          </a:bodyPr>
          <a:lstStyle>
            <a:defPPr>
              <a:defRPr lang="zh-TW"/>
            </a:defPPr>
            <a:lvl1pPr>
              <a:spcBef>
                <a:spcPct val="50000"/>
              </a:spcBef>
              <a:defRPr sz="1600" b="1">
                <a:latin typeface="Microsoft JhengHei" panose="020B0604030504040204" pitchFamily="34" charset="-120"/>
                <a:ea typeface="Microsoft JhengHei" panose="020B0604030504040204" pitchFamily="34" charset="-120"/>
              </a:defRPr>
            </a:lvl1pPr>
          </a:lstStyle>
          <a:p>
            <a:r>
              <a:rPr lang="en-US" sz="1300" dirty="0">
                <a:latin typeface="DFKai-SB" panose="03000509000000000000" pitchFamily="65" charset="-128"/>
                <a:ea typeface="DFKai-SB" panose="03000509000000000000" pitchFamily="65" charset="-128"/>
                <a:sym typeface="+mn-ea"/>
              </a:rPr>
              <a:t>1</a:t>
            </a:r>
            <a:r>
              <a:rPr lang="zh-CN" altLang="en-US" sz="1300" dirty="0">
                <a:latin typeface="DFKai-SB" panose="03000509000000000000" pitchFamily="65" charset="-128"/>
                <a:ea typeface="宋体" panose="02010600030101010101" pitchFamily="2" charset="-122"/>
                <a:sym typeface="+mn-ea"/>
              </a:rPr>
              <a:t>、方案流程：</a:t>
            </a:r>
            <a:r>
              <a:rPr lang="en-US" altLang="zh-CN" sz="1300" dirty="0">
                <a:latin typeface="DFKai-SB" panose="03000509000000000000" pitchFamily="65" charset="-128"/>
                <a:ea typeface="宋体" panose="02010600030101010101" pitchFamily="2" charset="-122"/>
                <a:sym typeface="+mn-ea"/>
              </a:rPr>
              <a:t>XRAY</a:t>
            </a:r>
            <a:r>
              <a:rPr lang="zh-CN" altLang="en-US" sz="1300" dirty="0">
                <a:latin typeface="DFKai-SB" panose="03000509000000000000" pitchFamily="65" charset="-128"/>
                <a:ea typeface="宋体" panose="02010600030101010101" pitchFamily="2" charset="-122"/>
                <a:sym typeface="+mn-ea"/>
              </a:rPr>
              <a:t>作业区</a:t>
            </a:r>
            <a:r>
              <a:rPr lang="en-US" altLang="zh-CN" sz="1300" dirty="0">
                <a:latin typeface="DFKai-SB" panose="03000509000000000000" pitchFamily="65" charset="-128"/>
                <a:ea typeface="宋体" panose="02010600030101010101" pitchFamily="2" charset="-122"/>
                <a:sym typeface="+mn-ea"/>
              </a:rPr>
              <a:t>~</a:t>
            </a:r>
            <a:r>
              <a:rPr lang="en-US" sz="1300" dirty="0">
                <a:latin typeface="DFKai-SB" panose="03000509000000000000" pitchFamily="65" charset="-128"/>
                <a:ea typeface="宋体" panose="02010600030101010101" pitchFamily="2" charset="-122"/>
                <a:sym typeface="+mn-ea"/>
              </a:rPr>
              <a:t>SMT</a:t>
            </a:r>
            <a:r>
              <a:rPr lang="zh-CN" altLang="en-US" sz="1300" dirty="0">
                <a:latin typeface="DFKai-SB" panose="03000509000000000000" pitchFamily="65" charset="-128"/>
                <a:ea typeface="宋体" panose="02010600030101010101" pitchFamily="2" charset="-122"/>
                <a:sym typeface="+mn-ea"/>
              </a:rPr>
              <a:t>存储区</a:t>
            </a:r>
            <a:endParaRPr lang="zh-CN" altLang="en-US" sz="1300" dirty="0">
              <a:latin typeface="DFKai-SB" panose="03000509000000000000" pitchFamily="65" charset="-128"/>
              <a:ea typeface="DFKai-SB" panose="03000509000000000000" pitchFamily="65" charset="-128"/>
              <a:sym typeface="+mn-ea"/>
            </a:endParaRPr>
          </a:p>
        </p:txBody>
      </p:sp>
      <p:grpSp>
        <p:nvGrpSpPr>
          <p:cNvPr id="37" name="群組 27"/>
          <p:cNvGrpSpPr/>
          <p:nvPr/>
        </p:nvGrpSpPr>
        <p:grpSpPr>
          <a:xfrm>
            <a:off x="288599" y="1184391"/>
            <a:ext cx="3533775" cy="402591"/>
            <a:chOff x="602618" y="2401029"/>
            <a:chExt cx="4128932" cy="455187"/>
          </a:xfrm>
        </p:grpSpPr>
        <p:sp>
          <p:nvSpPr>
            <p:cNvPr id="38" name="圓角矩形 74"/>
            <p:cNvSpPr/>
            <p:nvPr/>
          </p:nvSpPr>
          <p:spPr>
            <a:xfrm>
              <a:off x="2041252" y="2403184"/>
              <a:ext cx="1175243" cy="453032"/>
            </a:xfrm>
            <a:prstGeom prst="roundRect">
              <a:avLst/>
            </a:prstGeom>
            <a:ln>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74975" tIns="37489" rIns="74975" bIns="37489" anchor="ctr"/>
            <a:lstStyle/>
            <a:p>
              <a:pPr algn="ctr">
                <a:defRPr/>
              </a:pPr>
              <a:r>
                <a:rPr lang="en-US" sz="1000" dirty="0">
                  <a:solidFill>
                    <a:srgbClr val="0070C0"/>
                  </a:solidFill>
                  <a:latin typeface="Arial" panose="020B0604020202020204" pitchFamily="34" charset="0"/>
                  <a:ea typeface="標楷體" pitchFamily="65" charset="-120"/>
                  <a:cs typeface="Arial" panose="020B0604020202020204" pitchFamily="34" charset="0"/>
                </a:rPr>
                <a:t>AGV</a:t>
              </a:r>
              <a:r>
                <a:rPr lang="zh-CN" altLang="en-US" sz="1000" dirty="0">
                  <a:solidFill>
                    <a:srgbClr val="0070C0"/>
                  </a:solidFill>
                  <a:latin typeface="Arial" panose="020B0604020202020204" pitchFamily="34" charset="0"/>
                  <a:ea typeface="標楷體" pitchFamily="65" charset="-120"/>
                  <a:cs typeface="Arial" panose="020B0604020202020204" pitchFamily="34" charset="0"/>
                </a:rPr>
                <a:t>搬运</a:t>
              </a:r>
              <a:endParaRPr lang="zh-CN" altLang="en-US" sz="1000" dirty="0">
                <a:solidFill>
                  <a:srgbClr val="0070C0"/>
                </a:solidFill>
                <a:latin typeface="Arial" panose="020B0604020202020204" pitchFamily="34" charset="0"/>
                <a:ea typeface="標楷體" pitchFamily="65" charset="-120"/>
                <a:cs typeface="Arial" panose="020B0604020202020204" pitchFamily="34" charset="0"/>
              </a:endParaRPr>
            </a:p>
          </p:txBody>
        </p:sp>
        <p:sp>
          <p:nvSpPr>
            <p:cNvPr id="39" name="圓角矩形 51"/>
            <p:cNvSpPr/>
            <p:nvPr/>
          </p:nvSpPr>
          <p:spPr>
            <a:xfrm>
              <a:off x="602618" y="2401029"/>
              <a:ext cx="1138146" cy="455186"/>
            </a:xfrm>
            <a:prstGeom prst="roundRect">
              <a:avLst/>
            </a:prstGeom>
            <a:ln>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74975" tIns="37489" rIns="74975" bIns="37489" anchor="ctr"/>
            <a:lstStyle/>
            <a:p>
              <a:pPr algn="ctr">
                <a:defRPr/>
              </a:pPr>
              <a:r>
                <a:rPr lang="en-US" altLang="zh-CN" sz="1000" dirty="0">
                  <a:solidFill>
                    <a:srgbClr val="0070C0"/>
                  </a:solidFill>
                  <a:latin typeface="Arial" panose="020B0604020202020204" pitchFamily="34" charset="0"/>
                  <a:ea typeface="思源黑体 CN Heavy" panose="020B0A00000000000000" pitchFamily="34" charset="-122"/>
                  <a:cs typeface="Arial" panose="020B0604020202020204" pitchFamily="34" charset="0"/>
                </a:rPr>
                <a:t>XRAY</a:t>
              </a:r>
              <a:r>
                <a:rPr lang="zh-CN" altLang="en-US" sz="1000" dirty="0">
                  <a:solidFill>
                    <a:srgbClr val="0070C0"/>
                  </a:solidFill>
                  <a:latin typeface="Arial" panose="020B0604020202020204" pitchFamily="34" charset="0"/>
                  <a:ea typeface="思源黑体 CN Heavy" panose="020B0A00000000000000" pitchFamily="34" charset="-122"/>
                  <a:cs typeface="Arial" panose="020B0604020202020204" pitchFamily="34" charset="0"/>
                </a:rPr>
                <a:t>作业区</a:t>
              </a:r>
              <a:endParaRPr lang="zh-CN" altLang="en-US" sz="1000" dirty="0">
                <a:solidFill>
                  <a:srgbClr val="0070C0"/>
                </a:solidFill>
                <a:latin typeface="Arial" panose="020B0604020202020204" pitchFamily="34" charset="0"/>
                <a:ea typeface="思源黑体 CN Heavy" panose="020B0A00000000000000" pitchFamily="34" charset="-122"/>
                <a:cs typeface="Arial" panose="020B0604020202020204" pitchFamily="34" charset="0"/>
              </a:endParaRPr>
            </a:p>
          </p:txBody>
        </p:sp>
        <p:sp>
          <p:nvSpPr>
            <p:cNvPr id="40" name="圓角矩形 74"/>
            <p:cNvSpPr/>
            <p:nvPr/>
          </p:nvSpPr>
          <p:spPr>
            <a:xfrm>
              <a:off x="3568920" y="2403183"/>
              <a:ext cx="1162630" cy="453032"/>
            </a:xfrm>
            <a:prstGeom prst="roundRect">
              <a:avLst/>
            </a:prstGeom>
            <a:ln>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74975" tIns="37489" rIns="74975" bIns="37489" anchor="ctr"/>
            <a:lstStyle/>
            <a:p>
              <a:pPr algn="ctr"/>
              <a:r>
                <a:rPr lang="en-US" sz="1000" dirty="0">
                  <a:solidFill>
                    <a:srgbClr val="0070C0"/>
                  </a:solidFill>
                  <a:latin typeface="Arial" panose="020B0604020202020204" pitchFamily="34" charset="0"/>
                  <a:ea typeface="思源黑体 CN Heavy" panose="020B0A00000000000000" pitchFamily="34" charset="-122"/>
                  <a:cs typeface="Arial" panose="020B0604020202020204" pitchFamily="34" charset="0"/>
                </a:rPr>
                <a:t>SMT</a:t>
              </a:r>
              <a:r>
                <a:rPr lang="zh-CN" altLang="en-US" sz="1000" dirty="0">
                  <a:solidFill>
                    <a:srgbClr val="0070C0"/>
                  </a:solidFill>
                  <a:latin typeface="Arial" panose="020B0604020202020204" pitchFamily="34" charset="0"/>
                  <a:ea typeface="思源黑体 CN Heavy" panose="020B0A00000000000000" pitchFamily="34" charset="-122"/>
                  <a:cs typeface="Arial" panose="020B0604020202020204" pitchFamily="34" charset="0"/>
                </a:rPr>
                <a:t>存储区</a:t>
              </a:r>
              <a:endParaRPr lang="zh-CN" altLang="en-US" sz="1000" dirty="0">
                <a:solidFill>
                  <a:srgbClr val="0070C0"/>
                </a:solidFill>
                <a:latin typeface="Arial" panose="020B0604020202020204" pitchFamily="34" charset="0"/>
                <a:ea typeface="思源黑体 CN Heavy" panose="020B0A00000000000000" pitchFamily="34" charset="-122"/>
                <a:cs typeface="Arial" panose="020B0604020202020204" pitchFamily="34" charset="0"/>
              </a:endParaRPr>
            </a:p>
          </p:txBody>
        </p:sp>
        <p:sp>
          <p:nvSpPr>
            <p:cNvPr id="41" name="向右箭號 32"/>
            <p:cNvSpPr/>
            <p:nvPr/>
          </p:nvSpPr>
          <p:spPr>
            <a:xfrm>
              <a:off x="1759268" y="2540292"/>
              <a:ext cx="257216" cy="182180"/>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42" name="向右箭號 33"/>
            <p:cNvSpPr/>
            <p:nvPr/>
          </p:nvSpPr>
          <p:spPr>
            <a:xfrm>
              <a:off x="3258270" y="2540292"/>
              <a:ext cx="257216" cy="182180"/>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grpSp>
      <p:cxnSp>
        <p:nvCxnSpPr>
          <p:cNvPr id="43" name="直線接點 35"/>
          <p:cNvCxnSpPr/>
          <p:nvPr/>
        </p:nvCxnSpPr>
        <p:spPr>
          <a:xfrm flipH="1">
            <a:off x="3785501" y="2796660"/>
            <a:ext cx="1" cy="2792039"/>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4" name="流程圖: 決策 59"/>
          <p:cNvSpPr/>
          <p:nvPr/>
        </p:nvSpPr>
        <p:spPr>
          <a:xfrm>
            <a:off x="327646" y="2414387"/>
            <a:ext cx="307091" cy="184209"/>
          </a:xfrm>
          <a:prstGeom prst="flowChartDecision">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4975" tIns="37489" rIns="74975" bIns="37489" rtlCol="0" anchor="ctr"/>
          <a:lstStyle/>
          <a:p>
            <a:pPr algn="ctr"/>
            <a:r>
              <a:rPr lang="en-US" altLang="zh-TW" sz="1300" dirty="0">
                <a:solidFill>
                  <a:schemeClr val="bg1"/>
                </a:solidFill>
                <a:latin typeface="Microsoft YaHei UI Light" panose="020B0502040204020203" pitchFamily="34" charset="-122"/>
                <a:ea typeface="Microsoft YaHei UI Light" panose="020B0502040204020203" pitchFamily="34" charset="-122"/>
              </a:rPr>
              <a:t>1</a:t>
            </a:r>
            <a:endParaRPr lang="en-US" altLang="zh-TW" sz="1300" dirty="0">
              <a:solidFill>
                <a:schemeClr val="bg1"/>
              </a:solidFill>
              <a:latin typeface="Microsoft YaHei UI Light" panose="020B0502040204020203" pitchFamily="34" charset="-122"/>
              <a:ea typeface="Microsoft YaHei UI Light" panose="020B0502040204020203" pitchFamily="34" charset="-122"/>
            </a:endParaRPr>
          </a:p>
        </p:txBody>
      </p:sp>
      <p:sp>
        <p:nvSpPr>
          <p:cNvPr id="9" name="椭圆 8"/>
          <p:cNvSpPr/>
          <p:nvPr/>
        </p:nvSpPr>
        <p:spPr>
          <a:xfrm>
            <a:off x="4067175" y="4211955"/>
            <a:ext cx="250190" cy="21653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4</a:t>
            </a:r>
            <a:endParaRPr lang="en-US" altLang="zh-CN"/>
          </a:p>
        </p:txBody>
      </p:sp>
      <p:sp>
        <p:nvSpPr>
          <p:cNvPr id="22" name="椭圆 21"/>
          <p:cNvSpPr/>
          <p:nvPr/>
        </p:nvSpPr>
        <p:spPr>
          <a:xfrm>
            <a:off x="4384675" y="4211955"/>
            <a:ext cx="250190" cy="21653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5</a:t>
            </a:r>
            <a:endParaRPr lang="en-US" altLang="zh-CN"/>
          </a:p>
        </p:txBody>
      </p:sp>
      <p:sp>
        <p:nvSpPr>
          <p:cNvPr id="26" name="椭圆 25"/>
          <p:cNvSpPr/>
          <p:nvPr/>
        </p:nvSpPr>
        <p:spPr>
          <a:xfrm>
            <a:off x="4777105" y="1085215"/>
            <a:ext cx="250190" cy="21653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1</a:t>
            </a:r>
            <a:endParaRPr lang="en-US" altLang="zh-CN"/>
          </a:p>
        </p:txBody>
      </p:sp>
      <p:pic>
        <p:nvPicPr>
          <p:cNvPr id="27" name="图片 26"/>
          <p:cNvPicPr>
            <a:picLocks noChangeAspect="1"/>
          </p:cNvPicPr>
          <p:nvPr/>
        </p:nvPicPr>
        <p:blipFill rotWithShape="1">
          <a:blip r:embed="rId2" cstate="print">
            <a:extLst>
              <a:ext uri="{28A0092B-C50C-407E-A947-70E740481C1C}">
                <a14:useLocalDpi xmlns:a14="http://schemas.microsoft.com/office/drawing/2010/main" val="0"/>
              </a:ext>
            </a:extLst>
          </a:blip>
          <a:srcRect l="14314" t="22067" r="11647" b="22065"/>
          <a:stretch>
            <a:fillRect/>
          </a:stretch>
        </p:blipFill>
        <p:spPr>
          <a:xfrm>
            <a:off x="10417175" y="4534535"/>
            <a:ext cx="1260475" cy="870585"/>
          </a:xfrm>
          <a:prstGeom prst="rect">
            <a:avLst/>
          </a:prstGeom>
          <a:solidFill>
            <a:schemeClr val="accent5">
              <a:lumMod val="75000"/>
            </a:schemeClr>
          </a:solidFill>
        </p:spPr>
      </p:pic>
      <p:sp>
        <p:nvSpPr>
          <p:cNvPr id="261" name="文本框 260"/>
          <p:cNvSpPr txBox="1"/>
          <p:nvPr/>
        </p:nvSpPr>
        <p:spPr>
          <a:xfrm>
            <a:off x="10228580" y="5302250"/>
            <a:ext cx="2106295" cy="245110"/>
          </a:xfrm>
          <a:prstGeom prst="rect">
            <a:avLst/>
          </a:prstGeom>
          <a:noFill/>
        </p:spPr>
        <p:txBody>
          <a:bodyPr wrap="square" rtlCol="0">
            <a:spAutoFit/>
          </a:bodyPr>
          <a:p>
            <a:r>
              <a:rPr lang="zh-CN" altLang="en-US" sz="1000" dirty="0"/>
              <a:t>潜伏顶升</a:t>
            </a:r>
            <a:r>
              <a:rPr lang="en-US" altLang="zh-CN" sz="1000" dirty="0"/>
              <a:t>6</a:t>
            </a:r>
            <a:r>
              <a:rPr lang="en-US" altLang="zh-CN" sz="1000" dirty="0"/>
              <a:t>00   LR-600S-SX</a:t>
            </a:r>
            <a:endParaRPr lang="en-US" altLang="zh-CN" sz="1000" dirty="0"/>
          </a:p>
        </p:txBody>
      </p:sp>
      <p:sp>
        <p:nvSpPr>
          <p:cNvPr id="51" name="流程圖: 決策 59"/>
          <p:cNvSpPr/>
          <p:nvPr/>
        </p:nvSpPr>
        <p:spPr>
          <a:xfrm>
            <a:off x="328916" y="3224647"/>
            <a:ext cx="307091" cy="184209"/>
          </a:xfrm>
          <a:prstGeom prst="flowChartDecision">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4975" tIns="37489" rIns="74975" bIns="37489" rtlCol="0" anchor="ctr"/>
          <a:p>
            <a:pPr algn="ctr"/>
            <a:r>
              <a:rPr lang="en-US" altLang="zh-TW" sz="1300" dirty="0">
                <a:solidFill>
                  <a:schemeClr val="bg1"/>
                </a:solidFill>
                <a:latin typeface="Microsoft YaHei UI Light" panose="020B0502040204020203" pitchFamily="34" charset="-122"/>
                <a:ea typeface="Microsoft YaHei UI Light" panose="020B0502040204020203" pitchFamily="34" charset="-122"/>
              </a:rPr>
              <a:t>2</a:t>
            </a:r>
            <a:endParaRPr lang="en-US" altLang="zh-TW" sz="1300" dirty="0">
              <a:solidFill>
                <a:schemeClr val="bg1"/>
              </a:solidFill>
              <a:latin typeface="Microsoft YaHei UI Light" panose="020B0502040204020203" pitchFamily="34" charset="-122"/>
              <a:ea typeface="Microsoft YaHei UI Light" panose="020B0502040204020203" pitchFamily="34" charset="-122"/>
            </a:endParaRPr>
          </a:p>
        </p:txBody>
      </p:sp>
      <p:sp>
        <p:nvSpPr>
          <p:cNvPr id="52" name="流程圖: 決策 59"/>
          <p:cNvSpPr/>
          <p:nvPr/>
        </p:nvSpPr>
        <p:spPr>
          <a:xfrm>
            <a:off x="363206" y="4235567"/>
            <a:ext cx="307091" cy="184209"/>
          </a:xfrm>
          <a:prstGeom prst="flowChartDecision">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4975" tIns="37489" rIns="74975" bIns="37489" rtlCol="0" anchor="ctr"/>
          <a:p>
            <a:pPr algn="ctr"/>
            <a:r>
              <a:rPr lang="en-US" altLang="zh-TW" sz="1300" dirty="0">
                <a:solidFill>
                  <a:schemeClr val="bg1"/>
                </a:solidFill>
                <a:latin typeface="Microsoft YaHei UI Light" panose="020B0502040204020203" pitchFamily="34" charset="-122"/>
                <a:ea typeface="Microsoft YaHei UI Light" panose="020B0502040204020203" pitchFamily="34" charset="-122"/>
              </a:rPr>
              <a:t>3</a:t>
            </a:r>
            <a:endParaRPr lang="en-US" altLang="zh-TW" sz="1300" dirty="0">
              <a:solidFill>
                <a:schemeClr val="bg1"/>
              </a:solidFill>
              <a:latin typeface="Microsoft YaHei UI Light" panose="020B0502040204020203" pitchFamily="34" charset="-122"/>
              <a:ea typeface="Microsoft YaHei UI Light" panose="020B0502040204020203" pitchFamily="34" charset="-122"/>
            </a:endParaRPr>
          </a:p>
        </p:txBody>
      </p:sp>
      <p:sp>
        <p:nvSpPr>
          <p:cNvPr id="8" name="Text Box 6"/>
          <p:cNvSpPr txBox="1">
            <a:spLocks noChangeArrowheads="1"/>
          </p:cNvSpPr>
          <p:nvPr/>
        </p:nvSpPr>
        <p:spPr bwMode="auto">
          <a:xfrm>
            <a:off x="306070" y="1621790"/>
            <a:ext cx="4160520" cy="274955"/>
          </a:xfrm>
          <a:prstGeom prst="rect">
            <a:avLst/>
          </a:prstGeom>
          <a:noFill/>
          <a:ln w="9525">
            <a:noFill/>
            <a:miter lim="800000"/>
          </a:ln>
        </p:spPr>
        <p:txBody>
          <a:bodyPr wrap="square" lIns="74975" tIns="37489" rIns="74975" bIns="37489">
            <a:spAutoFit/>
          </a:bodyPr>
          <a:lstStyle>
            <a:defPPr>
              <a:defRPr lang="zh-TW"/>
            </a:defPPr>
            <a:lvl1pPr>
              <a:spcBef>
                <a:spcPct val="50000"/>
              </a:spcBef>
              <a:defRPr sz="1600" b="1">
                <a:latin typeface="Microsoft JhengHei" panose="020B0604030504040204" pitchFamily="34" charset="-120"/>
                <a:ea typeface="Microsoft JhengHei" panose="020B0604030504040204" pitchFamily="34" charset="-120"/>
              </a:defRPr>
            </a:lvl1pPr>
          </a:lstStyle>
          <a:p>
            <a:r>
              <a:rPr lang="zh-CN" altLang="en-US" sz="1300" dirty="0">
                <a:latin typeface="DFKai-SB" panose="03000509000000000000" pitchFamily="65" charset="-128"/>
                <a:ea typeface="DFKai-SB" panose="03000509000000000000" pitchFamily="65" charset="-128"/>
                <a:sym typeface="+mn-ea"/>
              </a:rPr>
              <a:t>斷點</a:t>
            </a:r>
            <a:r>
              <a:rPr lang="en-US" altLang="zh-CN" sz="1300" dirty="0">
                <a:latin typeface="DFKai-SB" panose="03000509000000000000" pitchFamily="65" charset="-128"/>
                <a:ea typeface="DFKai-SB" panose="03000509000000000000" pitchFamily="65" charset="-128"/>
                <a:sym typeface="+mn-ea"/>
              </a:rPr>
              <a:t>K8.2</a:t>
            </a:r>
            <a:r>
              <a:rPr lang="zh-CN" altLang="en-US" sz="1300" dirty="0">
                <a:latin typeface="DFKai-SB" panose="03000509000000000000" pitchFamily="65" charset="-128"/>
                <a:ea typeface="DFKai-SB" panose="03000509000000000000" pitchFamily="65" charset="-128"/>
                <a:sym typeface="+mn-ea"/>
              </a:rPr>
              <a:t>（</a:t>
            </a:r>
            <a:r>
              <a:rPr lang="en-US" altLang="zh-CN" sz="1300" dirty="0">
                <a:latin typeface="DFKai-SB" panose="03000509000000000000" pitchFamily="65" charset="-128"/>
                <a:ea typeface="宋体" panose="02010600030101010101" pitchFamily="2" charset="-122"/>
                <a:sym typeface="+mn-ea"/>
              </a:rPr>
              <a:t>XRAY</a:t>
            </a:r>
            <a:r>
              <a:rPr lang="zh-CN" altLang="en-US" sz="1300" dirty="0">
                <a:latin typeface="DFKai-SB" panose="03000509000000000000" pitchFamily="65" charset="-128"/>
                <a:ea typeface="宋体" panose="02010600030101010101" pitchFamily="2" charset="-122"/>
                <a:sym typeface="+mn-ea"/>
              </a:rPr>
              <a:t>作业区</a:t>
            </a:r>
            <a:r>
              <a:rPr lang="en-US" altLang="zh-CN" sz="1300" dirty="0">
                <a:latin typeface="DFKai-SB" panose="03000509000000000000" pitchFamily="65" charset="-128"/>
                <a:ea typeface="宋体" panose="02010600030101010101" pitchFamily="2" charset="-122"/>
                <a:sym typeface="+mn-ea"/>
              </a:rPr>
              <a:t>~</a:t>
            </a:r>
            <a:r>
              <a:rPr lang="en-US" sz="1300" dirty="0">
                <a:latin typeface="DFKai-SB" panose="03000509000000000000" pitchFamily="65" charset="-128"/>
                <a:ea typeface="宋体" panose="02010600030101010101" pitchFamily="2" charset="-122"/>
                <a:sym typeface="+mn-ea"/>
              </a:rPr>
              <a:t>SMT</a:t>
            </a:r>
            <a:r>
              <a:rPr lang="zh-CN" altLang="en-US" sz="1300" dirty="0">
                <a:latin typeface="DFKai-SB" panose="03000509000000000000" pitchFamily="65" charset="-128"/>
                <a:ea typeface="宋体" panose="02010600030101010101" pitchFamily="2" charset="-122"/>
                <a:sym typeface="+mn-ea"/>
              </a:rPr>
              <a:t>人工入库作业区</a:t>
            </a:r>
            <a:r>
              <a:rPr lang="zh-CN" altLang="en-US" sz="1300" dirty="0">
                <a:latin typeface="DFKai-SB" panose="03000509000000000000" pitchFamily="65" charset="-128"/>
                <a:ea typeface="DFKai-SB" panose="03000509000000000000" pitchFamily="65" charset="-128"/>
                <a:sym typeface="+mn-ea"/>
              </a:rPr>
              <a:t>）</a:t>
            </a:r>
            <a:endParaRPr lang="zh-CN" altLang="en-US" sz="1300" dirty="0">
              <a:latin typeface="DFKai-SB" panose="03000509000000000000" pitchFamily="65" charset="-128"/>
              <a:ea typeface="DFKai-SB" panose="03000509000000000000" pitchFamily="65" charset="-128"/>
              <a:sym typeface="+mn-ea"/>
            </a:endParaRPr>
          </a:p>
        </p:txBody>
      </p:sp>
      <p:grpSp>
        <p:nvGrpSpPr>
          <p:cNvPr id="10" name="群組 27"/>
          <p:cNvGrpSpPr/>
          <p:nvPr/>
        </p:nvGrpSpPr>
        <p:grpSpPr>
          <a:xfrm>
            <a:off x="289869" y="1912101"/>
            <a:ext cx="3533775" cy="402591"/>
            <a:chOff x="602618" y="2401029"/>
            <a:chExt cx="4128932" cy="455187"/>
          </a:xfrm>
        </p:grpSpPr>
        <p:sp>
          <p:nvSpPr>
            <p:cNvPr id="11" name="圓角矩形 74"/>
            <p:cNvSpPr/>
            <p:nvPr/>
          </p:nvSpPr>
          <p:spPr>
            <a:xfrm>
              <a:off x="2041252" y="2403184"/>
              <a:ext cx="1175243" cy="453032"/>
            </a:xfrm>
            <a:prstGeom prst="roundRect">
              <a:avLst/>
            </a:prstGeom>
            <a:ln>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74975" tIns="37489" rIns="74975" bIns="37489" anchor="ctr"/>
            <a:lstStyle/>
            <a:p>
              <a:pPr algn="ctr">
                <a:defRPr/>
              </a:pPr>
              <a:r>
                <a:rPr lang="en-US" sz="1000" dirty="0">
                  <a:solidFill>
                    <a:srgbClr val="0070C0"/>
                  </a:solidFill>
                  <a:latin typeface="Arial" panose="020B0604020202020204" pitchFamily="34" charset="0"/>
                  <a:ea typeface="標楷體" pitchFamily="65" charset="-120"/>
                  <a:cs typeface="Arial" panose="020B0604020202020204" pitchFamily="34" charset="0"/>
                </a:rPr>
                <a:t>AGV</a:t>
              </a:r>
              <a:r>
                <a:rPr lang="zh-CN" altLang="en-US" sz="1000" dirty="0">
                  <a:solidFill>
                    <a:srgbClr val="0070C0"/>
                  </a:solidFill>
                  <a:latin typeface="Arial" panose="020B0604020202020204" pitchFamily="34" charset="0"/>
                  <a:ea typeface="標楷體" pitchFamily="65" charset="-120"/>
                  <a:cs typeface="Arial" panose="020B0604020202020204" pitchFamily="34" charset="0"/>
                </a:rPr>
                <a:t>搬运</a:t>
              </a:r>
              <a:endParaRPr lang="zh-CN" altLang="en-US" sz="1000" dirty="0">
                <a:solidFill>
                  <a:srgbClr val="0070C0"/>
                </a:solidFill>
                <a:latin typeface="Arial" panose="020B0604020202020204" pitchFamily="34" charset="0"/>
                <a:ea typeface="標楷體" pitchFamily="65" charset="-120"/>
                <a:cs typeface="Arial" panose="020B0604020202020204" pitchFamily="34" charset="0"/>
              </a:endParaRPr>
            </a:p>
          </p:txBody>
        </p:sp>
        <p:sp>
          <p:nvSpPr>
            <p:cNvPr id="19" name="圓角矩形 51"/>
            <p:cNvSpPr/>
            <p:nvPr/>
          </p:nvSpPr>
          <p:spPr>
            <a:xfrm>
              <a:off x="602618" y="2401029"/>
              <a:ext cx="1138146" cy="455186"/>
            </a:xfrm>
            <a:prstGeom prst="roundRect">
              <a:avLst/>
            </a:prstGeom>
            <a:ln>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74975" tIns="37489" rIns="74975" bIns="37489" anchor="ctr"/>
            <a:lstStyle/>
            <a:p>
              <a:pPr algn="ctr">
                <a:defRPr/>
              </a:pPr>
              <a:r>
                <a:rPr lang="en-US" altLang="zh-CN" sz="1000" dirty="0">
                  <a:solidFill>
                    <a:srgbClr val="0070C0"/>
                  </a:solidFill>
                  <a:latin typeface="Arial" panose="020B0604020202020204" pitchFamily="34" charset="0"/>
                  <a:ea typeface="思源黑体 CN Heavy" panose="020B0A00000000000000" pitchFamily="34" charset="-122"/>
                  <a:cs typeface="Arial" panose="020B0604020202020204" pitchFamily="34" charset="0"/>
                </a:rPr>
                <a:t>XRAY</a:t>
              </a:r>
              <a:r>
                <a:rPr lang="zh-CN" altLang="en-US" sz="1000" dirty="0">
                  <a:solidFill>
                    <a:srgbClr val="0070C0"/>
                  </a:solidFill>
                  <a:latin typeface="Arial" panose="020B0604020202020204" pitchFamily="34" charset="0"/>
                  <a:ea typeface="思源黑体 CN Heavy" panose="020B0A00000000000000" pitchFamily="34" charset="-122"/>
                  <a:cs typeface="Arial" panose="020B0604020202020204" pitchFamily="34" charset="0"/>
                </a:rPr>
                <a:t>作业区</a:t>
              </a:r>
              <a:endParaRPr lang="zh-CN" altLang="en-US" sz="1000" dirty="0">
                <a:solidFill>
                  <a:srgbClr val="0070C0"/>
                </a:solidFill>
                <a:latin typeface="Arial" panose="020B0604020202020204" pitchFamily="34" charset="0"/>
                <a:ea typeface="思源黑体 CN Heavy" panose="020B0A00000000000000" pitchFamily="34" charset="-122"/>
                <a:cs typeface="Arial" panose="020B0604020202020204" pitchFamily="34" charset="0"/>
              </a:endParaRPr>
            </a:p>
          </p:txBody>
        </p:sp>
        <p:sp>
          <p:nvSpPr>
            <p:cNvPr id="33" name="圓角矩形 74"/>
            <p:cNvSpPr/>
            <p:nvPr/>
          </p:nvSpPr>
          <p:spPr>
            <a:xfrm>
              <a:off x="3568920" y="2403183"/>
              <a:ext cx="1162630" cy="453032"/>
            </a:xfrm>
            <a:prstGeom prst="roundRect">
              <a:avLst/>
            </a:prstGeom>
            <a:ln>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74975" tIns="37489" rIns="74975" bIns="37489" anchor="ctr"/>
            <a:lstStyle/>
            <a:p>
              <a:pPr algn="ctr"/>
              <a:r>
                <a:rPr lang="en-US" sz="1000" dirty="0">
                  <a:solidFill>
                    <a:srgbClr val="0070C0"/>
                  </a:solidFill>
                  <a:latin typeface="Arial" panose="020B0604020202020204" pitchFamily="34" charset="0"/>
                  <a:ea typeface="思源黑体 CN Heavy" panose="020B0A00000000000000" pitchFamily="34" charset="-122"/>
                  <a:cs typeface="Arial" panose="020B0604020202020204" pitchFamily="34" charset="0"/>
                </a:rPr>
                <a:t>SMT</a:t>
              </a:r>
              <a:r>
                <a:rPr lang="zh-CN" altLang="en-US" sz="1000" dirty="0">
                  <a:solidFill>
                    <a:srgbClr val="0070C0"/>
                  </a:solidFill>
                  <a:latin typeface="Arial" panose="020B0604020202020204" pitchFamily="34" charset="0"/>
                  <a:ea typeface="思源黑体 CN Heavy" panose="020B0A00000000000000" pitchFamily="34" charset="-122"/>
                  <a:cs typeface="Arial" panose="020B0604020202020204" pitchFamily="34" charset="0"/>
                </a:rPr>
                <a:t>人工</a:t>
              </a:r>
              <a:endParaRPr lang="zh-CN" altLang="en-US" sz="1000" dirty="0">
                <a:solidFill>
                  <a:srgbClr val="0070C0"/>
                </a:solidFill>
                <a:latin typeface="Arial" panose="020B0604020202020204" pitchFamily="34" charset="0"/>
                <a:ea typeface="思源黑体 CN Heavy" panose="020B0A00000000000000" pitchFamily="34" charset="-122"/>
                <a:cs typeface="Arial" panose="020B0604020202020204" pitchFamily="34" charset="0"/>
              </a:endParaRPr>
            </a:p>
            <a:p>
              <a:pPr algn="ctr"/>
              <a:r>
                <a:rPr lang="zh-CN" altLang="en-US" sz="1000" dirty="0">
                  <a:solidFill>
                    <a:srgbClr val="0070C0"/>
                  </a:solidFill>
                  <a:latin typeface="Arial" panose="020B0604020202020204" pitchFamily="34" charset="0"/>
                  <a:ea typeface="思源黑体 CN Heavy" panose="020B0A00000000000000" pitchFamily="34" charset="-122"/>
                  <a:cs typeface="Arial" panose="020B0604020202020204" pitchFamily="34" charset="0"/>
                </a:rPr>
                <a:t>入库作业区</a:t>
              </a:r>
              <a:endParaRPr lang="zh-CN" altLang="en-US" sz="1000" dirty="0">
                <a:solidFill>
                  <a:srgbClr val="0070C0"/>
                </a:solidFill>
                <a:latin typeface="Arial" panose="020B0604020202020204" pitchFamily="34" charset="0"/>
                <a:ea typeface="思源黑体 CN Heavy" panose="020B0A00000000000000" pitchFamily="34" charset="-122"/>
                <a:cs typeface="Arial" panose="020B0604020202020204" pitchFamily="34" charset="0"/>
              </a:endParaRPr>
            </a:p>
          </p:txBody>
        </p:sp>
        <p:sp>
          <p:nvSpPr>
            <p:cNvPr id="48" name="向右箭號 32"/>
            <p:cNvSpPr/>
            <p:nvPr/>
          </p:nvSpPr>
          <p:spPr>
            <a:xfrm>
              <a:off x="1759268" y="2540292"/>
              <a:ext cx="257216" cy="182180"/>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49" name="向右箭號 33"/>
            <p:cNvSpPr/>
            <p:nvPr/>
          </p:nvSpPr>
          <p:spPr>
            <a:xfrm>
              <a:off x="3258270" y="2540292"/>
              <a:ext cx="257216" cy="182180"/>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grpSp>
      <p:sp>
        <p:nvSpPr>
          <p:cNvPr id="54" name="椭圆 53"/>
          <p:cNvSpPr/>
          <p:nvPr/>
        </p:nvSpPr>
        <p:spPr>
          <a:xfrm>
            <a:off x="4384675" y="4850765"/>
            <a:ext cx="250190" cy="21653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2</a:t>
            </a:r>
            <a:endParaRPr lang="en-US" altLang="zh-CN"/>
          </a:p>
        </p:txBody>
      </p:sp>
      <p:sp>
        <p:nvSpPr>
          <p:cNvPr id="55" name="椭圆 54"/>
          <p:cNvSpPr/>
          <p:nvPr/>
        </p:nvSpPr>
        <p:spPr>
          <a:xfrm>
            <a:off x="3901440" y="4839335"/>
            <a:ext cx="250190" cy="21653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3</a:t>
            </a:r>
            <a:endParaRPr lang="en-US" altLang="zh-CN"/>
          </a:p>
        </p:txBody>
      </p:sp>
      <p:sp>
        <p:nvSpPr>
          <p:cNvPr id="56" name="椭圆 55"/>
          <p:cNvSpPr/>
          <p:nvPr/>
        </p:nvSpPr>
        <p:spPr>
          <a:xfrm>
            <a:off x="9022715" y="2505710"/>
            <a:ext cx="250190" cy="21653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6</a:t>
            </a:r>
            <a:endParaRPr lang="en-US" altLang="zh-CN"/>
          </a:p>
        </p:txBody>
      </p:sp>
      <p:sp>
        <p:nvSpPr>
          <p:cNvPr id="57" name="椭圆 56"/>
          <p:cNvSpPr/>
          <p:nvPr/>
        </p:nvSpPr>
        <p:spPr>
          <a:xfrm>
            <a:off x="7729855" y="2309495"/>
            <a:ext cx="250190" cy="21653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7</a:t>
            </a:r>
            <a:endParaRPr lang="en-US" altLang="zh-CN"/>
          </a:p>
        </p:txBody>
      </p:sp>
      <p:sp>
        <p:nvSpPr>
          <p:cNvPr id="58" name="椭圆 57"/>
          <p:cNvSpPr/>
          <p:nvPr/>
        </p:nvSpPr>
        <p:spPr>
          <a:xfrm>
            <a:off x="7157720" y="2309495"/>
            <a:ext cx="250190" cy="21653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7</a:t>
            </a:r>
            <a:endParaRPr lang="en-US" altLang="zh-CN"/>
          </a:p>
        </p:txBody>
      </p:sp>
      <p:sp>
        <p:nvSpPr>
          <p:cNvPr id="59" name="Text Box 19"/>
          <p:cNvSpPr txBox="1">
            <a:spLocks noChangeArrowheads="1"/>
          </p:cNvSpPr>
          <p:nvPr>
            <p:custDataLst>
              <p:tags r:id="rId3"/>
            </p:custDataLst>
          </p:nvPr>
        </p:nvSpPr>
        <p:spPr bwMode="auto">
          <a:xfrm>
            <a:off x="633730" y="2378075"/>
            <a:ext cx="2971800" cy="3907790"/>
          </a:xfrm>
          <a:prstGeom prst="rect">
            <a:avLst/>
          </a:prstGeom>
          <a:noFill/>
          <a:ln w="9525">
            <a:noFill/>
            <a:miter lim="800000"/>
            <a:tailEnd type="none" w="sm" len="med"/>
          </a:ln>
        </p:spPr>
        <p:txBody>
          <a:bodyPr wrap="square" lIns="91364" tIns="45683" rIns="91364" bIns="45683">
            <a:noAutofit/>
          </a:bodyPr>
          <a:lstStyle>
            <a:defPPr>
              <a:defRPr lang="zh-TW"/>
            </a:defPPr>
            <a:lvl1pPr>
              <a:lnSpc>
                <a:spcPct val="150000"/>
              </a:lnSpc>
              <a:spcBef>
                <a:spcPts val="600"/>
              </a:spcBef>
              <a:defRPr sz="1200">
                <a:solidFill>
                  <a:schemeClr val="bg1">
                    <a:lumMod val="50000"/>
                  </a:schemeClr>
                </a:solidFill>
                <a:latin typeface="宋体" panose="02010600030101010101" pitchFamily="2" charset="-122"/>
                <a:ea typeface="宋体" panose="02010600030101010101" pitchFamily="2" charset="-122"/>
                <a:cs typeface="宋体" panose="02010600030101010101" pitchFamily="2" charset="-122"/>
              </a:defRPr>
            </a:lvl1pPr>
          </a:lstStyle>
          <a:p>
            <a:pPr indent="0" fontAlgn="auto">
              <a:lnSpc>
                <a:spcPct val="100000"/>
              </a:lnSpc>
            </a:pPr>
            <a:r>
              <a:rPr lang="zh-CN" altLang="en-US" sz="1100" b="1"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sz="1100" b="1" dirty="0">
                <a:solidFill>
                  <a:schemeClr val="tx1">
                    <a:lumMod val="75000"/>
                    <a:lumOff val="25000"/>
                  </a:schemeClr>
                </a:solidFill>
                <a:latin typeface="微软雅黑" panose="020B0503020204020204" pitchFamily="34" charset="-122"/>
                <a:ea typeface="微软雅黑" panose="020B0503020204020204" pitchFamily="34" charset="-122"/>
              </a:rPr>
              <a:t>产线回料</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endParaRPr>
          </a:p>
          <a:p>
            <a:pPr indent="0" fontAlgn="auto">
              <a:lnSpc>
                <a:spcPct val="100000"/>
              </a:lnSpc>
            </a:pPr>
            <a:r>
              <a:rPr lang="zh-CN" sz="1100" dirty="0">
                <a:solidFill>
                  <a:schemeClr val="tx1">
                    <a:lumMod val="75000"/>
                    <a:lumOff val="25000"/>
                  </a:schemeClr>
                </a:solidFill>
                <a:latin typeface="微软雅黑" panose="020B0503020204020204" pitchFamily="34" charset="-122"/>
                <a:ea typeface="微软雅黑" panose="020B0503020204020204" pitchFamily="34" charset="-122"/>
              </a:rPr>
              <a:t>产线换线时，作业人员将未使用完成的料盘拆下来放在线头的移动料车的周转箱料格内，并通过</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rPr>
              <a:t>PDA</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rPr>
              <a:t>发起</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rPr>
              <a:t>AGV</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rPr>
              <a:t>搬运任务。</a:t>
            </a:r>
            <a:endPar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endParaRPr>
          </a:p>
          <a:p>
            <a:pPr indent="0" fontAlgn="auto">
              <a:lnSpc>
                <a:spcPct val="100000"/>
              </a:lnSpc>
            </a:pPr>
            <a:r>
              <a:rPr lang="en-US" altLang="zh-CN" sz="1100" b="1" dirty="0">
                <a:solidFill>
                  <a:schemeClr val="tx1">
                    <a:lumMod val="75000"/>
                    <a:lumOff val="25000"/>
                  </a:schemeClr>
                </a:solidFill>
                <a:latin typeface="微软雅黑" panose="020B0503020204020204" pitchFamily="34" charset="-122"/>
                <a:ea typeface="微软雅黑" panose="020B0503020204020204" pitchFamily="34" charset="-122"/>
              </a:rPr>
              <a:t>AGV</a:t>
            </a:r>
            <a:r>
              <a:rPr lang="zh-CN" altLang="en-US" sz="1100" b="1" dirty="0">
                <a:solidFill>
                  <a:schemeClr val="tx1">
                    <a:lumMod val="75000"/>
                    <a:lumOff val="25000"/>
                  </a:schemeClr>
                </a:solidFill>
                <a:latin typeface="微软雅黑" panose="020B0503020204020204" pitchFamily="34" charset="-122"/>
                <a:ea typeface="微软雅黑" panose="020B0503020204020204" pitchFamily="34" charset="-122"/>
              </a:rPr>
              <a:t>搬运：</a:t>
            </a:r>
            <a:endParaRPr lang="zh-CN" altLang="en-US" sz="1100" b="1" dirty="0">
              <a:solidFill>
                <a:schemeClr val="tx1">
                  <a:lumMod val="75000"/>
                  <a:lumOff val="25000"/>
                </a:schemeClr>
              </a:solidFill>
              <a:latin typeface="微软雅黑" panose="020B0503020204020204" pitchFamily="34" charset="-122"/>
              <a:ea typeface="微软雅黑" panose="020B0503020204020204" pitchFamily="34" charset="-122"/>
            </a:endParaRPr>
          </a:p>
          <a:p>
            <a:pPr indent="0" fontAlgn="auto">
              <a:lnSpc>
                <a:spcPct val="100000"/>
              </a:lnSpc>
            </a:pPr>
            <a:r>
              <a:rPr lang="zh-CN" sz="1100" dirty="0">
                <a:solidFill>
                  <a:schemeClr val="tx1">
                    <a:lumMod val="75000"/>
                    <a:lumOff val="25000"/>
                  </a:schemeClr>
                </a:solidFill>
                <a:latin typeface="微软雅黑" panose="020B0503020204020204" pitchFamily="34" charset="-122"/>
                <a:ea typeface="微软雅黑" panose="020B0503020204020204" pitchFamily="34" charset="-122"/>
              </a:rPr>
              <a:t>根据系统指令，潜伏顶升</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rPr>
              <a:t>AGV</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rPr>
              <a:t>收到指令将移动料架从库外，经自动卷帘门⑴搬运到</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rPr>
              <a:t>XRAY</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rPr>
              <a:t>作业区⑵处，同时从库内</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⑹处将电子料架搬运到⑻处。准备就绪后，</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XRAY</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开始清点任务。</a:t>
            </a:r>
            <a:endPar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algn="l" fontAlgn="auto">
              <a:lnSpc>
                <a:spcPct val="100000"/>
              </a:lnSpc>
              <a:buClrTx/>
              <a:buSzTx/>
              <a:buFontTx/>
            </a:pPr>
            <a:r>
              <a:rPr lang="en-US" altLang="zh-CN" sz="11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XRAY作业</a:t>
            </a:r>
            <a:r>
              <a:rPr lang="zh-CN" altLang="en-US" sz="11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endParaRPr lang="en-US" altLang="zh-CN" sz="1100" b="1"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indent="0" fontAlgn="auto">
              <a:lnSpc>
                <a:spcPct val="100000"/>
              </a:lnSpc>
            </a:pP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rPr>
              <a:t>料盘机械手⑶从移动料架内吸区待清点料盘，逐盘放到输送线上，经</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rPr>
              <a:t>XRAY</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rPr>
              <a:t>⑷点数后，又由桁架机械手和输送线</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⑸回流。机械手⑶将清点后的料盘根据不同流向放在移动料架⑵内，或者电子料架</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⑻内。</a:t>
            </a:r>
            <a:endPar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endParaRPr>
          </a:p>
          <a:p>
            <a:pPr algn="l" fontAlgn="auto">
              <a:lnSpc>
                <a:spcPct val="100000"/>
              </a:lnSpc>
              <a:buClrTx/>
              <a:buSzTx/>
              <a:buFontTx/>
            </a:pPr>
            <a:r>
              <a:rPr lang="en-US" altLang="zh-CN" sz="11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AGV搬运</a:t>
            </a:r>
            <a:r>
              <a:rPr lang="zh-CN" altLang="en-US" sz="11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endParaRPr lang="en-US" altLang="zh-CN" sz="1100" b="1"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indent="0" fontAlgn="auto">
              <a:lnSpc>
                <a:spcPct val="100000"/>
              </a:lnSpc>
            </a:pP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非高值电子料放在</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⑻内，经由潜伏顶升</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AGV</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直接搬运至库内存储区⑹处存放，完成入库；</a:t>
            </a:r>
            <a:endPar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indent="0" fontAlgn="auto">
              <a:lnSpc>
                <a:spcPct val="100000"/>
              </a:lnSpc>
            </a:pP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高值和需要真空袋处理的电子料放在</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⑵处，由</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AGV</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搬运至⑺处，由人工单独处理后入</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SMT</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rPr>
              <a:t>库或者转交贵重品区单独存储；</a:t>
            </a:r>
            <a:endPar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cxnSp>
        <p:nvCxnSpPr>
          <p:cNvPr id="60" name="直接箭头连接符 59"/>
          <p:cNvCxnSpPr/>
          <p:nvPr/>
        </p:nvCxnSpPr>
        <p:spPr>
          <a:xfrm flipV="1">
            <a:off x="10302240" y="6251575"/>
            <a:ext cx="725805" cy="0"/>
          </a:xfrm>
          <a:prstGeom prst="straightConnector1">
            <a:avLst/>
          </a:prstGeom>
          <a:ln w="28575">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1" name="文本框 60"/>
          <p:cNvSpPr txBox="1"/>
          <p:nvPr/>
        </p:nvSpPr>
        <p:spPr>
          <a:xfrm>
            <a:off x="11075670" y="6047105"/>
            <a:ext cx="1209040" cy="398780"/>
          </a:xfrm>
          <a:prstGeom prst="rect">
            <a:avLst/>
          </a:prstGeom>
          <a:noFill/>
        </p:spPr>
        <p:txBody>
          <a:bodyPr wrap="square" rtlCol="0">
            <a:spAutoFit/>
          </a:bodyPr>
          <a:p>
            <a:r>
              <a:rPr lang="zh-CN" altLang="en-US" sz="1000" dirty="0"/>
              <a:t>举升滚筒</a:t>
            </a:r>
            <a:r>
              <a:rPr lang="en-US" altLang="zh-CN" sz="1000" dirty="0"/>
              <a:t>AGV</a:t>
            </a:r>
            <a:endParaRPr lang="zh-CN" altLang="en-US" sz="1000" dirty="0"/>
          </a:p>
          <a:p>
            <a:r>
              <a:rPr lang="en-US" sz="1000" dirty="0"/>
              <a:t>LR-600S-RX</a:t>
            </a:r>
            <a:endParaRPr lang="en-US" altLang="zh-CN" sz="1000" dirty="0"/>
          </a:p>
        </p:txBody>
      </p:sp>
      <p:cxnSp>
        <p:nvCxnSpPr>
          <p:cNvPr id="258" name="直接箭头连接符 257"/>
          <p:cNvCxnSpPr/>
          <p:nvPr/>
        </p:nvCxnSpPr>
        <p:spPr>
          <a:xfrm flipV="1">
            <a:off x="10306050" y="5827395"/>
            <a:ext cx="725805" cy="0"/>
          </a:xfrm>
          <a:prstGeom prst="straightConnector1">
            <a:avLst/>
          </a:prstGeom>
          <a:ln w="28575">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9" name="文本框 258"/>
          <p:cNvSpPr txBox="1"/>
          <p:nvPr/>
        </p:nvSpPr>
        <p:spPr>
          <a:xfrm>
            <a:off x="11042650" y="5622925"/>
            <a:ext cx="1190625" cy="398780"/>
          </a:xfrm>
          <a:prstGeom prst="rect">
            <a:avLst/>
          </a:prstGeom>
          <a:noFill/>
        </p:spPr>
        <p:txBody>
          <a:bodyPr wrap="square" rtlCol="0">
            <a:spAutoFit/>
          </a:bodyPr>
          <a:p>
            <a:r>
              <a:rPr lang="zh-CN" altLang="en-US" sz="1000" dirty="0"/>
              <a:t>潜伏顶升</a:t>
            </a:r>
            <a:r>
              <a:rPr lang="en-US" altLang="zh-CN" sz="1000" dirty="0"/>
              <a:t>600</a:t>
            </a:r>
            <a:endParaRPr lang="en-US" altLang="zh-CN" sz="1000" dirty="0"/>
          </a:p>
          <a:p>
            <a:r>
              <a:rPr lang="en-US" altLang="zh-CN" sz="1000" dirty="0"/>
              <a:t>LR-600S-SX</a:t>
            </a:r>
            <a:endParaRPr lang="en-US" altLang="zh-CN" sz="1000" dirty="0"/>
          </a:p>
        </p:txBody>
      </p:sp>
      <p:sp>
        <p:nvSpPr>
          <p:cNvPr id="62" name="文本框 61"/>
          <p:cNvSpPr txBox="1"/>
          <p:nvPr/>
        </p:nvSpPr>
        <p:spPr>
          <a:xfrm>
            <a:off x="10450830" y="4348480"/>
            <a:ext cx="1307465" cy="245110"/>
          </a:xfrm>
          <a:prstGeom prst="rect">
            <a:avLst/>
          </a:prstGeom>
          <a:noFill/>
        </p:spPr>
        <p:txBody>
          <a:bodyPr wrap="square">
            <a:spAutoFit/>
          </a:bodyPr>
          <a:p>
            <a:r>
              <a:rPr lang="en-US" sz="1000" dirty="0"/>
              <a:t>1300*1300*290</a:t>
            </a:r>
            <a:r>
              <a:rPr lang="zh-CN" altLang="en-US" sz="1000" dirty="0"/>
              <a:t>mm</a:t>
            </a:r>
            <a:endParaRPr lang="zh-CN" altLang="en-US" sz="1000" dirty="0"/>
          </a:p>
        </p:txBody>
      </p:sp>
      <p:pic>
        <p:nvPicPr>
          <p:cNvPr id="63" name="图片 62"/>
          <p:cNvPicPr>
            <a:picLocks noChangeAspect="1"/>
          </p:cNvPicPr>
          <p:nvPr/>
        </p:nvPicPr>
        <p:blipFill>
          <a:blip r:embed="rId4"/>
          <a:stretch>
            <a:fillRect/>
          </a:stretch>
        </p:blipFill>
        <p:spPr>
          <a:xfrm>
            <a:off x="10360025" y="3121660"/>
            <a:ext cx="1443990" cy="1120775"/>
          </a:xfrm>
          <a:prstGeom prst="rect">
            <a:avLst/>
          </a:prstGeom>
        </p:spPr>
      </p:pic>
      <p:pic>
        <p:nvPicPr>
          <p:cNvPr id="185" name="图片 184"/>
          <p:cNvPicPr>
            <a:picLocks noChangeAspect="1"/>
          </p:cNvPicPr>
          <p:nvPr/>
        </p:nvPicPr>
        <p:blipFill>
          <a:blip r:embed="rId5"/>
          <a:stretch>
            <a:fillRect/>
          </a:stretch>
        </p:blipFill>
        <p:spPr>
          <a:xfrm>
            <a:off x="10267315" y="955675"/>
            <a:ext cx="1509395" cy="1727835"/>
          </a:xfrm>
          <a:prstGeom prst="rect">
            <a:avLst/>
          </a:prstGeom>
          <a:solidFill>
            <a:schemeClr val="accent5">
              <a:lumMod val="75000"/>
            </a:schemeClr>
          </a:solidFill>
        </p:spPr>
      </p:pic>
      <p:sp>
        <p:nvSpPr>
          <p:cNvPr id="66" name="文本框 65"/>
          <p:cNvSpPr txBox="1"/>
          <p:nvPr/>
        </p:nvSpPr>
        <p:spPr>
          <a:xfrm>
            <a:off x="10450830" y="2639060"/>
            <a:ext cx="1307465" cy="245110"/>
          </a:xfrm>
          <a:prstGeom prst="rect">
            <a:avLst/>
          </a:prstGeom>
          <a:noFill/>
        </p:spPr>
        <p:txBody>
          <a:bodyPr wrap="square">
            <a:spAutoFit/>
          </a:bodyPr>
          <a:p>
            <a:r>
              <a:rPr lang="en-US" sz="1000" dirty="0"/>
              <a:t>1100*1100*290</a:t>
            </a:r>
            <a:r>
              <a:rPr lang="zh-CN" altLang="en-US" sz="1000" dirty="0"/>
              <a:t>mm</a:t>
            </a:r>
            <a:endParaRPr lang="zh-CN" altLang="en-US" sz="1000" dirty="0"/>
          </a:p>
        </p:txBody>
      </p:sp>
      <p:cxnSp>
        <p:nvCxnSpPr>
          <p:cNvPr id="67" name="直接箭头连接符 66"/>
          <p:cNvCxnSpPr/>
          <p:nvPr/>
        </p:nvCxnSpPr>
        <p:spPr>
          <a:xfrm flipV="1">
            <a:off x="4331970" y="5334000"/>
            <a:ext cx="549910" cy="5080"/>
          </a:xfrm>
          <a:prstGeom prst="straightConnector1">
            <a:avLst/>
          </a:prstGeom>
          <a:ln w="28575">
            <a:solidFill>
              <a:schemeClr val="accent5">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68" name="直接箭头连接符 67"/>
          <p:cNvCxnSpPr/>
          <p:nvPr/>
        </p:nvCxnSpPr>
        <p:spPr>
          <a:xfrm flipV="1">
            <a:off x="4634865" y="4949190"/>
            <a:ext cx="260985" cy="10160"/>
          </a:xfrm>
          <a:prstGeom prst="straightConnector1">
            <a:avLst/>
          </a:prstGeom>
          <a:ln w="28575">
            <a:solidFill>
              <a:schemeClr val="accent5">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69" name="直接箭头连接符 68"/>
          <p:cNvCxnSpPr/>
          <p:nvPr/>
        </p:nvCxnSpPr>
        <p:spPr>
          <a:xfrm flipV="1">
            <a:off x="4895850" y="1431290"/>
            <a:ext cx="14605" cy="3916680"/>
          </a:xfrm>
          <a:prstGeom prst="straightConnector1">
            <a:avLst/>
          </a:prstGeom>
          <a:ln w="28575">
            <a:solidFill>
              <a:schemeClr val="accent5">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70" name="直接箭头连接符 69"/>
          <p:cNvCxnSpPr/>
          <p:nvPr/>
        </p:nvCxnSpPr>
        <p:spPr>
          <a:xfrm>
            <a:off x="4910455" y="1871980"/>
            <a:ext cx="3859530" cy="635"/>
          </a:xfrm>
          <a:prstGeom prst="straightConnector1">
            <a:avLst/>
          </a:prstGeom>
          <a:ln w="28575">
            <a:solidFill>
              <a:schemeClr val="accent5">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71" name="直接箭头连接符 70"/>
          <p:cNvCxnSpPr/>
          <p:nvPr/>
        </p:nvCxnSpPr>
        <p:spPr>
          <a:xfrm flipH="1">
            <a:off x="8769985" y="1872615"/>
            <a:ext cx="1270" cy="1922780"/>
          </a:xfrm>
          <a:prstGeom prst="straightConnector1">
            <a:avLst/>
          </a:prstGeom>
          <a:ln w="28575">
            <a:solidFill>
              <a:schemeClr val="accent5">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p:nvPr/>
        </p:nvCxnSpPr>
        <p:spPr>
          <a:xfrm flipV="1">
            <a:off x="8761730" y="2588895"/>
            <a:ext cx="260985" cy="10160"/>
          </a:xfrm>
          <a:prstGeom prst="straightConnector1">
            <a:avLst/>
          </a:prstGeom>
          <a:ln w="28575">
            <a:solidFill>
              <a:schemeClr val="accent5">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p:nvPr/>
        </p:nvCxnSpPr>
        <p:spPr>
          <a:xfrm flipV="1">
            <a:off x="8776970" y="2995295"/>
            <a:ext cx="260985" cy="10160"/>
          </a:xfrm>
          <a:prstGeom prst="straightConnector1">
            <a:avLst/>
          </a:prstGeom>
          <a:ln w="28575">
            <a:solidFill>
              <a:schemeClr val="accent5">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p:nvPr/>
        </p:nvCxnSpPr>
        <p:spPr>
          <a:xfrm flipV="1">
            <a:off x="8763000" y="3400425"/>
            <a:ext cx="260985" cy="10160"/>
          </a:xfrm>
          <a:prstGeom prst="straightConnector1">
            <a:avLst/>
          </a:prstGeom>
          <a:ln w="28575">
            <a:solidFill>
              <a:schemeClr val="accent5">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p:nvPr/>
        </p:nvCxnSpPr>
        <p:spPr>
          <a:xfrm flipV="1">
            <a:off x="8763000" y="3805555"/>
            <a:ext cx="260985" cy="10160"/>
          </a:xfrm>
          <a:prstGeom prst="straightConnector1">
            <a:avLst/>
          </a:prstGeom>
          <a:ln w="28575">
            <a:solidFill>
              <a:schemeClr val="accent5">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p:nvPr/>
        </p:nvCxnSpPr>
        <p:spPr>
          <a:xfrm>
            <a:off x="7283450" y="1861820"/>
            <a:ext cx="5080" cy="452755"/>
          </a:xfrm>
          <a:prstGeom prst="straightConnector1">
            <a:avLst/>
          </a:prstGeom>
          <a:ln w="28575">
            <a:solidFill>
              <a:schemeClr val="accent5">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p:nvPr/>
        </p:nvCxnSpPr>
        <p:spPr>
          <a:xfrm>
            <a:off x="7852410" y="1856740"/>
            <a:ext cx="5080" cy="452755"/>
          </a:xfrm>
          <a:prstGeom prst="straightConnector1">
            <a:avLst/>
          </a:prstGeom>
          <a:ln w="28575">
            <a:solidFill>
              <a:schemeClr val="accent5">
                <a:lumMod val="75000"/>
              </a:schemeClr>
            </a:solidFill>
            <a:tailEnd type="none"/>
          </a:ln>
        </p:spPr>
        <p:style>
          <a:lnRef idx="1">
            <a:schemeClr val="accent1"/>
          </a:lnRef>
          <a:fillRef idx="0">
            <a:schemeClr val="accent1"/>
          </a:fillRef>
          <a:effectRef idx="0">
            <a:schemeClr val="accent1"/>
          </a:effectRef>
          <a:fontRef idx="minor">
            <a:schemeClr val="tx1"/>
          </a:fontRef>
        </p:style>
      </p:cxnSp>
      <p:sp>
        <p:nvSpPr>
          <p:cNvPr id="78" name="椭圆 77"/>
          <p:cNvSpPr/>
          <p:nvPr/>
        </p:nvSpPr>
        <p:spPr>
          <a:xfrm>
            <a:off x="3907155" y="5219065"/>
            <a:ext cx="250190" cy="21653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8</a:t>
            </a:r>
            <a:endParaRPr lang="en-US" altLang="zh-CN"/>
          </a:p>
        </p:txBody>
      </p:sp>
      <p:sp>
        <p:nvSpPr>
          <p:cNvPr id="79" name="椭圆 78"/>
          <p:cNvSpPr/>
          <p:nvPr/>
        </p:nvSpPr>
        <p:spPr>
          <a:xfrm>
            <a:off x="9046845" y="2872740"/>
            <a:ext cx="250190" cy="21653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6</a:t>
            </a:r>
            <a:endParaRPr lang="en-US" altLang="zh-CN"/>
          </a:p>
        </p:txBody>
      </p:sp>
      <p:sp>
        <p:nvSpPr>
          <p:cNvPr id="80" name="椭圆 79"/>
          <p:cNvSpPr/>
          <p:nvPr/>
        </p:nvSpPr>
        <p:spPr>
          <a:xfrm>
            <a:off x="9046845" y="3284220"/>
            <a:ext cx="250190" cy="21653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6</a:t>
            </a:r>
            <a:endParaRPr lang="en-US" altLang="zh-CN"/>
          </a:p>
        </p:txBody>
      </p:sp>
      <p:sp>
        <p:nvSpPr>
          <p:cNvPr id="81" name="椭圆 80"/>
          <p:cNvSpPr/>
          <p:nvPr/>
        </p:nvSpPr>
        <p:spPr>
          <a:xfrm>
            <a:off x="9046845" y="3672840"/>
            <a:ext cx="250190" cy="21653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t>6</a:t>
            </a:r>
            <a:endParaRPr lang="en-US" altLang="zh-CN"/>
          </a:p>
        </p:txBody>
      </p:sp>
      <p:sp>
        <p:nvSpPr>
          <p:cNvPr id="83" name="流程圖: 決策 59"/>
          <p:cNvSpPr/>
          <p:nvPr/>
        </p:nvSpPr>
        <p:spPr>
          <a:xfrm>
            <a:off x="363206" y="5381742"/>
            <a:ext cx="307091" cy="184209"/>
          </a:xfrm>
          <a:prstGeom prst="flowChartDecision">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4975" tIns="37489" rIns="74975" bIns="37489" rtlCol="0" anchor="ctr"/>
          <a:p>
            <a:pPr algn="ctr"/>
            <a:r>
              <a:rPr lang="en-US" altLang="zh-TW" sz="1300" dirty="0">
                <a:solidFill>
                  <a:schemeClr val="bg1"/>
                </a:solidFill>
                <a:latin typeface="Microsoft YaHei UI Light" panose="020B0502040204020203" pitchFamily="34" charset="-122"/>
                <a:ea typeface="Microsoft YaHei UI Light" panose="020B0502040204020203" pitchFamily="34" charset="-122"/>
              </a:rPr>
              <a:t>4</a:t>
            </a:r>
            <a:endParaRPr lang="en-US" altLang="zh-TW" sz="1300" dirty="0">
              <a:solidFill>
                <a:schemeClr val="bg1"/>
              </a:solidFill>
              <a:latin typeface="Microsoft YaHei UI Light" panose="020B0502040204020203" pitchFamily="34" charset="-122"/>
              <a:ea typeface="Microsoft YaHei UI Light" panose="020B0502040204020203" pitchFamily="3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Text Box 6"/>
          <p:cNvSpPr txBox="1">
            <a:spLocks noChangeArrowheads="1"/>
          </p:cNvSpPr>
          <p:nvPr/>
        </p:nvSpPr>
        <p:spPr bwMode="auto">
          <a:xfrm>
            <a:off x="659130" y="371475"/>
            <a:ext cx="4965700" cy="369570"/>
          </a:xfrm>
          <a:prstGeom prst="rect">
            <a:avLst/>
          </a:prstGeom>
          <a:noFill/>
          <a:ln w="9525">
            <a:noFill/>
            <a:miter lim="800000"/>
          </a:ln>
        </p:spPr>
        <p:txBody>
          <a:bodyPr wrap="square" lIns="62321" tIns="31161" rIns="62321" bIns="31161">
            <a:spAutoFit/>
          </a:bodyPr>
          <a:lstStyle>
            <a:defPPr>
              <a:defRPr lang="zh-TW"/>
            </a:defPPr>
            <a:lvl1pPr defTabSz="622300">
              <a:spcBef>
                <a:spcPct val="50000"/>
              </a:spcBef>
              <a:defRPr kumimoji="1" sz="2000" b="1">
                <a:latin typeface="Arial" panose="020B0604020202020204" pitchFamily="34" charset="0"/>
                <a:ea typeface="思源黑体 CN Heavy" panose="020B0A00000000000000" pitchFamily="34" charset="-122"/>
                <a:cs typeface="Arial" panose="020B0604020202020204" pitchFamily="34" charset="0"/>
              </a:defRPr>
            </a:lvl1pPr>
          </a:lstStyle>
          <a:p>
            <a:r>
              <a:rPr lang="en-US" altLang="zh-TW" dirty="0"/>
              <a:t>XRAY</a:t>
            </a:r>
            <a:r>
              <a:rPr lang="zh-CN" altLang="en-US" dirty="0"/>
              <a:t>设备</a:t>
            </a:r>
            <a:r>
              <a:rPr lang="zh-CN" altLang="en-US" dirty="0">
                <a:sym typeface="+mn-ea"/>
              </a:rPr>
              <a:t>（</a:t>
            </a:r>
            <a:r>
              <a:rPr lang="en-US" altLang="zh-CN" dirty="0">
                <a:sym typeface="+mn-ea"/>
              </a:rPr>
              <a:t>2/3)</a:t>
            </a:r>
            <a:endParaRPr lang="zh-CN" altLang="en-US" dirty="0"/>
          </a:p>
        </p:txBody>
      </p:sp>
      <p:sp>
        <p:nvSpPr>
          <p:cNvPr id="36" name="Text Box 6"/>
          <p:cNvSpPr txBox="1">
            <a:spLocks noChangeArrowheads="1"/>
          </p:cNvSpPr>
          <p:nvPr/>
        </p:nvSpPr>
        <p:spPr bwMode="auto">
          <a:xfrm>
            <a:off x="316230" y="916940"/>
            <a:ext cx="9759315" cy="274955"/>
          </a:xfrm>
          <a:prstGeom prst="rect">
            <a:avLst/>
          </a:prstGeom>
          <a:noFill/>
          <a:ln w="9525">
            <a:noFill/>
            <a:miter lim="800000"/>
          </a:ln>
        </p:spPr>
        <p:txBody>
          <a:bodyPr wrap="square" lIns="74975" tIns="37489" rIns="74975" bIns="37489">
            <a:spAutoFit/>
          </a:bodyPr>
          <a:lstStyle>
            <a:defPPr>
              <a:defRPr lang="zh-TW"/>
            </a:defPPr>
            <a:lvl1pPr>
              <a:spcBef>
                <a:spcPct val="50000"/>
              </a:spcBef>
              <a:defRPr sz="1600" b="1">
                <a:latin typeface="Microsoft JhengHei" panose="020B0604030504040204" pitchFamily="34" charset="-120"/>
                <a:ea typeface="Microsoft JhengHei" panose="020B0604030504040204" pitchFamily="34" charset="-120"/>
              </a:defRPr>
            </a:lvl1pPr>
          </a:lstStyle>
          <a:p>
            <a:r>
              <a:rPr lang="en-US" altLang="zh-CN" sz="1300" dirty="0">
                <a:latin typeface="DFKai-SB" panose="03000509000000000000" pitchFamily="65" charset="-128"/>
                <a:ea typeface="宋体" panose="02010600030101010101" pitchFamily="2" charset="-122"/>
                <a:sym typeface="+mn-ea"/>
              </a:rPr>
              <a:t>2</a:t>
            </a:r>
            <a:r>
              <a:rPr lang="zh-CN" altLang="en-US" sz="1300" dirty="0">
                <a:latin typeface="DFKai-SB" panose="03000509000000000000" pitchFamily="65" charset="-128"/>
                <a:ea typeface="宋体" panose="02010600030101010101" pitchFamily="2" charset="-122"/>
                <a:sym typeface="+mn-ea"/>
              </a:rPr>
              <a:t>、设备介绍</a:t>
            </a:r>
            <a:endParaRPr lang="zh-CN" altLang="en-US" sz="1300" dirty="0">
              <a:latin typeface="DFKai-SB" panose="03000509000000000000" pitchFamily="65" charset="-128"/>
              <a:ea typeface="DFKai-SB" panose="03000509000000000000" pitchFamily="65" charset="-128"/>
              <a:sym typeface="+mn-ea"/>
            </a:endParaRPr>
          </a:p>
        </p:txBody>
      </p:sp>
      <p:pic>
        <p:nvPicPr>
          <p:cNvPr id="2" name="图片 1"/>
          <p:cNvPicPr>
            <a:picLocks noChangeAspect="1"/>
          </p:cNvPicPr>
          <p:nvPr/>
        </p:nvPicPr>
        <p:blipFill>
          <a:blip r:embed="rId1"/>
          <a:srcRect t="41560" r="-1360"/>
          <a:stretch>
            <a:fillRect/>
          </a:stretch>
        </p:blipFill>
        <p:spPr>
          <a:xfrm>
            <a:off x="641350" y="1735455"/>
            <a:ext cx="3441065" cy="3612515"/>
          </a:xfrm>
          <a:prstGeom prst="rect">
            <a:avLst/>
          </a:prstGeom>
        </p:spPr>
      </p:pic>
      <p:graphicFrame>
        <p:nvGraphicFramePr>
          <p:cNvPr id="17" name="表格 16"/>
          <p:cNvGraphicFramePr/>
          <p:nvPr>
            <p:custDataLst>
              <p:tags r:id="rId2"/>
            </p:custDataLst>
          </p:nvPr>
        </p:nvGraphicFramePr>
        <p:xfrm>
          <a:off x="4557395" y="685800"/>
          <a:ext cx="7145020" cy="5585460"/>
        </p:xfrm>
        <a:graphic>
          <a:graphicData uri="http://schemas.openxmlformats.org/drawingml/2006/table">
            <a:tbl>
              <a:tblPr firstRow="1" bandRow="1">
                <a:tableStyleId>{5C22544A-7EE6-4342-B048-85BDC9FD1C3A}</a:tableStyleId>
              </a:tblPr>
              <a:tblGrid>
                <a:gridCol w="549910"/>
                <a:gridCol w="1092835"/>
                <a:gridCol w="1447800"/>
                <a:gridCol w="4054475"/>
              </a:tblGrid>
              <a:tr h="304800">
                <a:tc>
                  <a:txBody>
                    <a:bodyPr/>
                    <a:p>
                      <a:pPr algn="ctr"/>
                      <a:r>
                        <a:rPr lang="zh-CN" altLang="en-US" sz="1400" dirty="0">
                          <a:latin typeface="微软雅黑" panose="020B0503020204020204" pitchFamily="34" charset="-122"/>
                          <a:ea typeface="微软雅黑" panose="020B0503020204020204" pitchFamily="34" charset="-122"/>
                        </a:rPr>
                        <a:t>序号</a:t>
                      </a:r>
                      <a:endParaRPr lang="zh-CN" altLang="en-US" sz="14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dirty="0">
                          <a:latin typeface="微软雅黑" panose="020B0503020204020204" pitchFamily="34" charset="-122"/>
                          <a:ea typeface="微软雅黑" panose="020B0503020204020204" pitchFamily="34" charset="-122"/>
                        </a:rPr>
                        <a:t>设备</a:t>
                      </a:r>
                      <a:endParaRPr lang="zh-CN" altLang="en-US" sz="14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dirty="0">
                          <a:latin typeface="微软雅黑" panose="020B0503020204020204" pitchFamily="34" charset="-122"/>
                          <a:ea typeface="微软雅黑" panose="020B0503020204020204" pitchFamily="34" charset="-122"/>
                        </a:rPr>
                        <a:t>参数名称</a:t>
                      </a:r>
                      <a:endParaRPr lang="zh-CN" altLang="en-US" sz="1400" dirty="0">
                        <a:latin typeface="微软雅黑" panose="020B0503020204020204" pitchFamily="34" charset="-122"/>
                        <a:ea typeface="微软雅黑" panose="020B0503020204020204" pitchFamily="34" charset="-122"/>
                      </a:endParaRPr>
                    </a:p>
                  </a:txBody>
                  <a:tcPr anchor="ctr" anchorCtr="0"/>
                </a:tc>
                <a:tc>
                  <a:txBody>
                    <a:bodyPr/>
                    <a:p>
                      <a:pPr algn="ctr"/>
                      <a:r>
                        <a:rPr lang="zh-CN" altLang="en-US" sz="1400" dirty="0">
                          <a:latin typeface="微软雅黑" panose="020B0503020204020204" pitchFamily="34" charset="-122"/>
                          <a:ea typeface="微软雅黑" panose="020B0503020204020204" pitchFamily="34" charset="-122"/>
                        </a:rPr>
                        <a:t>说明</a:t>
                      </a:r>
                      <a:endParaRPr lang="zh-CN" altLang="en-US" sz="1400" dirty="0">
                        <a:latin typeface="微软雅黑" panose="020B0503020204020204" pitchFamily="34" charset="-122"/>
                        <a:ea typeface="微软雅黑" panose="020B0503020204020204" pitchFamily="34" charset="-122"/>
                      </a:endParaRPr>
                    </a:p>
                  </a:txBody>
                  <a:tcPr anchor="ctr" anchorCtr="0"/>
                </a:tc>
              </a:tr>
              <a:tr h="274320">
                <a:tc>
                  <a:txBody>
                    <a:bodyPr/>
                    <a:p>
                      <a:pPr algn="ctr"/>
                      <a:r>
                        <a:rPr lang="en-US" altLang="zh-CN" sz="1200" dirty="0">
                          <a:latin typeface="微软雅黑" panose="020B0503020204020204" pitchFamily="34" charset="-122"/>
                          <a:ea typeface="微软雅黑" panose="020B0503020204020204" pitchFamily="34" charset="-122"/>
                        </a:rPr>
                        <a:t>1</a:t>
                      </a:r>
                      <a:endParaRPr lang="en-US" altLang="zh-CN" sz="1200" dirty="0">
                        <a:latin typeface="微软雅黑" panose="020B0503020204020204" pitchFamily="34" charset="-122"/>
                        <a:ea typeface="微软雅黑" panose="020B0503020204020204" pitchFamily="34" charset="-122"/>
                      </a:endParaRPr>
                    </a:p>
                  </a:txBody>
                  <a:tcPr anchor="ctr" anchorCtr="0"/>
                </a:tc>
                <a:tc rowSpan="10">
                  <a:txBody>
                    <a:bodyPr/>
                    <a:p>
                      <a:pPr indent="0" algn="ctr">
                        <a:buNone/>
                      </a:pPr>
                      <a:r>
                        <a:rPr lang="en-US" altLang="zh-CN" sz="1200" b="0">
                          <a:latin typeface="微软雅黑" panose="020B0503020204020204" pitchFamily="34" charset="-122"/>
                          <a:ea typeface="微软雅黑" panose="020B0503020204020204" pitchFamily="34" charset="-122"/>
                          <a:cs typeface="宋体" panose="02010600030101010101" pitchFamily="2" charset="-122"/>
                        </a:rPr>
                        <a:t>XRAY</a:t>
                      </a:r>
                      <a:endParaRPr lang="en-US" altLang="zh-CN"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c>
                  <a:txBody>
                    <a:bodyPr/>
                    <a:p>
                      <a:pPr indent="0" algn="ctr">
                        <a:buNone/>
                      </a:pPr>
                      <a:r>
                        <a:rPr lang="zh-CN" altLang="en-US" sz="1200" b="0">
                          <a:latin typeface="微软雅黑" panose="020B0503020204020204" pitchFamily="34" charset="-122"/>
                          <a:ea typeface="微软雅黑" panose="020B0503020204020204" pitchFamily="34" charset="-122"/>
                          <a:cs typeface="宋体" panose="02010600030101010101" pitchFamily="2" charset="-122"/>
                        </a:rPr>
                        <a:t>供电要求</a:t>
                      </a:r>
                      <a:endParaRPr lang="zh-CN"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c>
                  <a:txBody>
                    <a:bodyPr/>
                    <a:p>
                      <a:pPr indent="0" algn="ctr">
                        <a:buNone/>
                      </a:pPr>
                      <a:r>
                        <a:rPr lang="zh-CN" altLang="en-US" sz="1200" b="0">
                          <a:latin typeface="微软雅黑" panose="020B0503020204020204" pitchFamily="34" charset="-122"/>
                          <a:ea typeface="微软雅黑" panose="020B0503020204020204" pitchFamily="34" charset="-122"/>
                          <a:cs typeface="微软雅黑" panose="020B0503020204020204" pitchFamily="34" charset="-122"/>
                        </a:rPr>
                        <a:t>适配美国电压</a:t>
                      </a:r>
                      <a:endParaRPr lang="zh-CN" altLang="en-US" sz="1200" b="0">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tc>
              </a:tr>
              <a:tr h="274320">
                <a:tc>
                  <a:txBody>
                    <a:bodyPr/>
                    <a:p>
                      <a:pPr algn="ctr">
                        <a:buNone/>
                      </a:pPr>
                      <a:r>
                        <a:rPr lang="en-US" altLang="zh-CN" sz="1200" dirty="0">
                          <a:latin typeface="微软雅黑" panose="020B0503020204020204" pitchFamily="34" charset="-122"/>
                          <a:ea typeface="微软雅黑" panose="020B0503020204020204" pitchFamily="34" charset="-122"/>
                        </a:rPr>
                        <a:t>2</a:t>
                      </a:r>
                      <a:endParaRPr lang="en-US" altLang="zh-CN" sz="1200" dirty="0">
                        <a:latin typeface="微软雅黑" panose="020B0503020204020204" pitchFamily="34" charset="-122"/>
                        <a:ea typeface="微软雅黑" panose="020B0503020204020204" pitchFamily="34" charset="-122"/>
                      </a:endParaRPr>
                    </a:p>
                  </a:txBody>
                  <a:tcPr anchor="ctr" anchorCtr="0"/>
                </a:tc>
                <a:tc vMerge="1">
                  <a:tcPr marL="68580" marR="68580" marT="0" marB="0" vert="horz" anchor="ctr" anchorCtr="0"/>
                </a:tc>
                <a:tc>
                  <a:txBody>
                    <a:bodyPr/>
                    <a:p>
                      <a:pPr indent="0" algn="ctr">
                        <a:buNone/>
                      </a:pPr>
                      <a:r>
                        <a:rPr lang="en-US" sz="1200">
                          <a:latin typeface="微软雅黑" panose="020B0503020204020204" pitchFamily="34" charset="-122"/>
                          <a:ea typeface="微软雅黑" panose="020B0503020204020204" pitchFamily="34" charset="-122"/>
                        </a:rPr>
                        <a:t>贴标方式</a:t>
                      </a:r>
                      <a:endParaRPr lang="en-US" altLang="en-US" sz="1200">
                        <a:latin typeface="微软雅黑" panose="020B0503020204020204" pitchFamily="34" charset="-122"/>
                        <a:ea typeface="微软雅黑" panose="020B0503020204020204" pitchFamily="34" charset="-122"/>
                      </a:endParaRPr>
                    </a:p>
                  </a:txBody>
                  <a:tcPr marL="68580" marR="68580" marT="0" marB="0" vert="horz" anchor="ctr" anchorCtr="0"/>
                </a:tc>
                <a:tc>
                  <a:txBody>
                    <a:bodyPr/>
                    <a:p>
                      <a:pPr indent="0" algn="ctr">
                        <a:buNone/>
                      </a:pPr>
                      <a:r>
                        <a:rPr lang="en-US" sz="1200">
                          <a:latin typeface="微软雅黑" panose="020B0503020204020204" pitchFamily="34" charset="-122"/>
                          <a:ea typeface="微软雅黑" panose="020B0503020204020204" pitchFamily="34" charset="-122"/>
                          <a:cs typeface="微软雅黑" panose="020B0503020204020204" pitchFamily="34" charset="-122"/>
                        </a:rPr>
                        <a:t>CCD视觉识别料盘上旧条码坐标，</a:t>
                      </a:r>
                      <a:endParaRPr lang="en-US" sz="1200">
                        <a:latin typeface="微软雅黑" panose="020B0503020204020204" pitchFamily="34" charset="-122"/>
                        <a:ea typeface="微软雅黑" panose="020B0503020204020204" pitchFamily="34" charset="-122"/>
                        <a:cs typeface="微软雅黑" panose="020B0503020204020204" pitchFamily="34" charset="-122"/>
                      </a:endParaRPr>
                    </a:p>
                    <a:p>
                      <a:pPr indent="0" algn="ctr">
                        <a:buNone/>
                      </a:pPr>
                      <a:r>
                        <a:rPr lang="en-US" sz="1200">
                          <a:latin typeface="微软雅黑" panose="020B0503020204020204" pitchFamily="34" charset="-122"/>
                          <a:ea typeface="微软雅黑" panose="020B0503020204020204" pitchFamily="34" charset="-122"/>
                          <a:cs typeface="微软雅黑" panose="020B0503020204020204" pitchFamily="34" charset="-122"/>
                        </a:rPr>
                        <a:t>机械手将新的条码贴到料盘上并覆盖旧条码</a:t>
                      </a:r>
                      <a:endParaRPr lang="en-US" altLang="en-US" sz="1200">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tc>
              </a:tr>
              <a:tr h="274320">
                <a:tc>
                  <a:txBody>
                    <a:bodyPr/>
                    <a:p>
                      <a:pPr algn="ctr">
                        <a:buNone/>
                      </a:pPr>
                      <a:r>
                        <a:rPr lang="en-US" altLang="zh-CN" sz="1200" dirty="0">
                          <a:latin typeface="微软雅黑" panose="020B0503020204020204" pitchFamily="34" charset="-122"/>
                          <a:ea typeface="微软雅黑" panose="020B0503020204020204" pitchFamily="34" charset="-122"/>
                        </a:rPr>
                        <a:t>3</a:t>
                      </a:r>
                      <a:endParaRPr lang="en-US" altLang="zh-CN" sz="1200" dirty="0">
                        <a:latin typeface="微软雅黑" panose="020B0503020204020204" pitchFamily="34" charset="-122"/>
                        <a:ea typeface="微软雅黑" panose="020B0503020204020204" pitchFamily="34" charset="-122"/>
                      </a:endParaRPr>
                    </a:p>
                  </a:txBody>
                  <a:tcPr anchor="ctr" anchorCtr="0"/>
                </a:tc>
                <a:tc vMerge="1">
                  <a:tcPr marL="68580" marR="68580" marT="0" marB="0" vert="horz" anchor="ctr" anchorCtr="0"/>
                </a:tc>
                <a:tc>
                  <a:txBody>
                    <a:bodyPr/>
                    <a:p>
                      <a:pPr indent="0" algn="ctr">
                        <a:buNone/>
                      </a:pPr>
                      <a:r>
                        <a:rPr lang="zh-CN" altLang="en-US" sz="1200">
                          <a:latin typeface="微软雅黑" panose="020B0503020204020204" pitchFamily="34" charset="-122"/>
                          <a:ea typeface="微软雅黑" panose="020B0503020204020204" pitchFamily="34" charset="-122"/>
                        </a:rPr>
                        <a:t>上料方式</a:t>
                      </a:r>
                      <a:endParaRPr lang="zh-CN" altLang="en-US" sz="1200">
                        <a:latin typeface="微软雅黑" panose="020B0503020204020204" pitchFamily="34" charset="-122"/>
                        <a:ea typeface="微软雅黑" panose="020B0503020204020204" pitchFamily="34" charset="-122"/>
                      </a:endParaRPr>
                    </a:p>
                  </a:txBody>
                  <a:tcPr marL="68580" marR="68580" marT="0" marB="0" vert="horz" anchor="ctr" anchorCtr="0"/>
                </a:tc>
                <a:tc>
                  <a:txBody>
                    <a:bodyPr/>
                    <a:p>
                      <a:pPr indent="0" algn="ctr">
                        <a:buNone/>
                      </a:pPr>
                      <a:r>
                        <a:rPr lang="zh-CN" altLang="en-US" sz="1200">
                          <a:latin typeface="微软雅黑" panose="020B0503020204020204" pitchFamily="34" charset="-122"/>
                          <a:ea typeface="微软雅黑" panose="020B0503020204020204" pitchFamily="34" charset="-122"/>
                        </a:rPr>
                        <a:t>机械手放料，皮带自动供料</a:t>
                      </a:r>
                      <a:endParaRPr lang="zh-CN" altLang="en-US" sz="1200">
                        <a:latin typeface="微软雅黑" panose="020B0503020204020204" pitchFamily="34" charset="-122"/>
                        <a:ea typeface="微软雅黑" panose="020B0503020204020204" pitchFamily="34" charset="-122"/>
                      </a:endParaRPr>
                    </a:p>
                  </a:txBody>
                  <a:tcPr marL="68580" marR="68580" marT="0" marB="0" vert="horz" anchor="ctr" anchorCtr="0"/>
                </a:tc>
              </a:tr>
              <a:tr h="274320">
                <a:tc>
                  <a:txBody>
                    <a:bodyPr/>
                    <a:p>
                      <a:pPr algn="ctr">
                        <a:buNone/>
                      </a:pPr>
                      <a:r>
                        <a:rPr lang="en-US" altLang="zh-CN" sz="1200" dirty="0">
                          <a:latin typeface="微软雅黑" panose="020B0503020204020204" pitchFamily="34" charset="-122"/>
                          <a:ea typeface="微软雅黑" panose="020B0503020204020204" pitchFamily="34" charset="-122"/>
                        </a:rPr>
                        <a:t>4</a:t>
                      </a:r>
                      <a:endParaRPr lang="en-US" altLang="zh-CN" sz="1200" dirty="0">
                        <a:latin typeface="微软雅黑" panose="020B0503020204020204" pitchFamily="34" charset="-122"/>
                        <a:ea typeface="微软雅黑" panose="020B0503020204020204" pitchFamily="34" charset="-122"/>
                      </a:endParaRPr>
                    </a:p>
                  </a:txBody>
                  <a:tcPr anchor="ctr" anchorCtr="0"/>
                </a:tc>
                <a:tc vMerge="1">
                  <a:tcPr marL="68580" marR="68580" marT="0" marB="0" vert="horz" anchor="ctr" anchorCtr="0"/>
                </a:tc>
                <a:tc>
                  <a:txBody>
                    <a:bodyPr/>
                    <a:p>
                      <a:pPr indent="0" algn="ctr">
                        <a:buNone/>
                      </a:pPr>
                      <a:r>
                        <a:rPr lang="en-US" sz="1200">
                          <a:latin typeface="微软雅黑" panose="020B0503020204020204" pitchFamily="34" charset="-122"/>
                          <a:ea typeface="微软雅黑" panose="020B0503020204020204" pitchFamily="34" charset="-122"/>
                        </a:rPr>
                        <a:t>下料方式</a:t>
                      </a:r>
                      <a:endParaRPr lang="en-US" altLang="en-US" sz="1200">
                        <a:latin typeface="微软雅黑" panose="020B0503020204020204" pitchFamily="34" charset="-122"/>
                        <a:ea typeface="微软雅黑" panose="020B0503020204020204" pitchFamily="34" charset="-122"/>
                      </a:endParaRPr>
                    </a:p>
                  </a:txBody>
                  <a:tcPr marL="68580" marR="68580" marT="0" marB="0" vert="horz" anchor="ctr" anchorCtr="0"/>
                </a:tc>
                <a:tc>
                  <a:txBody>
                    <a:bodyPr/>
                    <a:p>
                      <a:pPr indent="0" algn="ctr">
                        <a:buNone/>
                      </a:pPr>
                      <a:r>
                        <a:rPr lang="zh-CN" altLang="en-US" sz="1200">
                          <a:latin typeface="微软雅黑" panose="020B0503020204020204" pitchFamily="34" charset="-122"/>
                          <a:ea typeface="微软雅黑" panose="020B0503020204020204" pitchFamily="34" charset="-122"/>
                        </a:rPr>
                        <a:t>贴料后，皮带输送线水平送出</a:t>
                      </a:r>
                      <a:endParaRPr lang="zh-CN" altLang="en-US" sz="1200">
                        <a:latin typeface="微软雅黑" panose="020B0503020204020204" pitchFamily="34" charset="-122"/>
                        <a:ea typeface="微软雅黑" panose="020B0503020204020204" pitchFamily="34" charset="-122"/>
                      </a:endParaRPr>
                    </a:p>
                  </a:txBody>
                  <a:tcPr marL="68580" marR="68580" marT="0" marB="0" vert="horz" anchor="ctr" anchorCtr="0"/>
                </a:tc>
              </a:tr>
              <a:tr h="274320">
                <a:tc>
                  <a:txBody>
                    <a:bodyPr/>
                    <a:p>
                      <a:pPr algn="ctr">
                        <a:buNone/>
                      </a:pPr>
                      <a:r>
                        <a:rPr lang="en-US" altLang="zh-CN" sz="1200" dirty="0">
                          <a:latin typeface="微软雅黑" panose="020B0503020204020204" pitchFamily="34" charset="-122"/>
                          <a:ea typeface="微软雅黑" panose="020B0503020204020204" pitchFamily="34" charset="-122"/>
                        </a:rPr>
                        <a:t>5</a:t>
                      </a:r>
                      <a:endParaRPr lang="en-US" altLang="zh-CN" sz="1200" dirty="0">
                        <a:latin typeface="微软雅黑" panose="020B0503020204020204" pitchFamily="34" charset="-122"/>
                        <a:ea typeface="微软雅黑" panose="020B0503020204020204" pitchFamily="34" charset="-122"/>
                      </a:endParaRPr>
                    </a:p>
                  </a:txBody>
                  <a:tcPr anchor="ctr" anchorCtr="0"/>
                </a:tc>
                <a:tc vMerge="1">
                  <a:tcPr marL="68580" marR="68580" marT="0" marB="0" vert="horz" anchor="ctr" anchorCtr="0"/>
                </a:tc>
                <a:tc>
                  <a:txBody>
                    <a:bodyPr/>
                    <a:p>
                      <a:pPr indent="0" algn="ctr">
                        <a:buNone/>
                      </a:pPr>
                      <a:r>
                        <a:rPr lang="en-US" sz="1200">
                          <a:latin typeface="微软雅黑" panose="020B0503020204020204" pitchFamily="34" charset="-122"/>
                          <a:ea typeface="微软雅黑" panose="020B0503020204020204" pitchFamily="34" charset="-122"/>
                        </a:rPr>
                        <a:t>异常物料存放区</a:t>
                      </a:r>
                      <a:endParaRPr lang="en-US" altLang="en-US" sz="1200">
                        <a:latin typeface="微软雅黑" panose="020B0503020204020204" pitchFamily="34" charset="-122"/>
                        <a:ea typeface="微软雅黑" panose="020B0503020204020204" pitchFamily="34" charset="-122"/>
                      </a:endParaRPr>
                    </a:p>
                  </a:txBody>
                  <a:tcPr marL="68580" marR="68580" marT="0" marB="0" vert="horz" anchor="ctr" anchorCtr="0"/>
                </a:tc>
                <a:tc>
                  <a:txBody>
                    <a:bodyPr/>
                    <a:p>
                      <a:pPr indent="0" algn="ctr">
                        <a:buNone/>
                      </a:pPr>
                      <a:r>
                        <a:rPr lang="en-US" sz="1200">
                          <a:latin typeface="微软雅黑" panose="020B0503020204020204" pitchFamily="34" charset="-122"/>
                          <a:ea typeface="微软雅黑" panose="020B0503020204020204" pitchFamily="34" charset="-122"/>
                        </a:rPr>
                        <a:t>后置异常料框（机械手自动放入）</a:t>
                      </a:r>
                      <a:endParaRPr lang="en-US" altLang="en-US" sz="1200">
                        <a:latin typeface="微软雅黑" panose="020B0503020204020204" pitchFamily="34" charset="-122"/>
                        <a:ea typeface="微软雅黑" panose="020B0503020204020204" pitchFamily="34" charset="-122"/>
                      </a:endParaRPr>
                    </a:p>
                  </a:txBody>
                  <a:tcPr marL="68580" marR="68580" marT="0" marB="0" vert="horz" anchor="ctr" anchorCtr="0"/>
                </a:tc>
              </a:tr>
              <a:tr h="274320">
                <a:tc>
                  <a:txBody>
                    <a:bodyPr/>
                    <a:p>
                      <a:pPr algn="ctr"/>
                      <a:r>
                        <a:rPr lang="en-US" altLang="zh-CN" sz="1200" dirty="0">
                          <a:latin typeface="微软雅黑" panose="020B0503020204020204" pitchFamily="34" charset="-122"/>
                          <a:ea typeface="微软雅黑" panose="020B0503020204020204" pitchFamily="34" charset="-122"/>
                        </a:rPr>
                        <a:t>6</a:t>
                      </a:r>
                      <a:endParaRPr lang="en-US" altLang="zh-CN" sz="1200" dirty="0">
                        <a:latin typeface="微软雅黑" panose="020B0503020204020204" pitchFamily="34" charset="-122"/>
                        <a:ea typeface="微软雅黑" panose="020B0503020204020204" pitchFamily="34" charset="-122"/>
                      </a:endParaRPr>
                    </a:p>
                  </a:txBody>
                  <a:tcPr anchor="ctr" anchorCtr="0"/>
                </a:tc>
                <a:tc vMerge="1">
                  <a:tcPr marL="68580" marR="68580" marT="0" marB="0" vert="horz" anchor="ctr" anchorCtr="0"/>
                </a:tc>
                <a:tc>
                  <a:txBody>
                    <a:bodyPr/>
                    <a:p>
                      <a:pPr indent="0" algn="ctr">
                        <a:buNone/>
                      </a:pPr>
                      <a:r>
                        <a:rPr lang="en-US" sz="1200">
                          <a:latin typeface="微软雅黑" panose="020B0503020204020204" pitchFamily="34" charset="-122"/>
                          <a:ea typeface="微软雅黑" panose="020B0503020204020204" pitchFamily="34" charset="-122"/>
                        </a:rPr>
                        <a:t>复判</a:t>
                      </a:r>
                      <a:endParaRPr lang="en-US" altLang="en-US" sz="1200">
                        <a:latin typeface="微软雅黑" panose="020B0503020204020204" pitchFamily="34" charset="-122"/>
                        <a:ea typeface="微软雅黑" panose="020B0503020204020204" pitchFamily="34" charset="-122"/>
                      </a:endParaRPr>
                    </a:p>
                  </a:txBody>
                  <a:tcPr marL="68580" marR="68580" marT="0" marB="0" vert="horz" anchor="ctr" anchorCtr="0"/>
                </a:tc>
                <a:tc>
                  <a:txBody>
                    <a:bodyPr/>
                    <a:p>
                      <a:pPr indent="0" algn="ctr">
                        <a:buNone/>
                      </a:pPr>
                      <a:r>
                        <a:rPr lang="en-US" sz="1200">
                          <a:latin typeface="微软雅黑" panose="020B0503020204020204" pitchFamily="34" charset="-122"/>
                          <a:ea typeface="微软雅黑" panose="020B0503020204020204" pitchFamily="34" charset="-122"/>
                        </a:rPr>
                        <a:t>二次复判条码信息，防呆防错</a:t>
                      </a:r>
                      <a:endParaRPr lang="en-US" altLang="en-US" sz="1200">
                        <a:latin typeface="微软雅黑" panose="020B0503020204020204" pitchFamily="34" charset="-122"/>
                        <a:ea typeface="微软雅黑" panose="020B0503020204020204" pitchFamily="34" charset="-122"/>
                      </a:endParaRPr>
                    </a:p>
                  </a:txBody>
                  <a:tcPr marL="68580" marR="68580" marT="0" marB="0" vert="horz" anchor="ctr" anchorCtr="0"/>
                </a:tc>
              </a:tr>
              <a:tr h="274320">
                <a:tc>
                  <a:txBody>
                    <a:bodyPr/>
                    <a:p>
                      <a:pPr algn="ctr"/>
                      <a:r>
                        <a:rPr lang="en-US" altLang="zh-CN" sz="1200" dirty="0">
                          <a:latin typeface="微软雅黑" panose="020B0503020204020204" pitchFamily="34" charset="-122"/>
                          <a:ea typeface="微软雅黑" panose="020B0503020204020204" pitchFamily="34" charset="-122"/>
                        </a:rPr>
                        <a:t>7</a:t>
                      </a:r>
                      <a:endParaRPr lang="en-US" altLang="zh-CN" sz="1200" dirty="0">
                        <a:latin typeface="微软雅黑" panose="020B0503020204020204" pitchFamily="34" charset="-122"/>
                        <a:ea typeface="微软雅黑" panose="020B0503020204020204" pitchFamily="34" charset="-122"/>
                      </a:endParaRPr>
                    </a:p>
                  </a:txBody>
                  <a:tcPr anchor="ctr" anchorCtr="0"/>
                </a:tc>
                <a:tc vMerge="1">
                  <a:tcPr marL="68580" marR="68580" marT="0" marB="0" vert="horz" anchor="ctr" anchorCtr="0"/>
                </a:tc>
                <a:tc>
                  <a:txBody>
                    <a:bodyPr/>
                    <a:p>
                      <a:pPr indent="0" algn="ctr">
                        <a:buNone/>
                      </a:pPr>
                      <a:r>
                        <a:rPr lang="zh-CN" altLang="en-US" sz="1200">
                          <a:latin typeface="微软雅黑" panose="020B0503020204020204" pitchFamily="34" charset="-122"/>
                          <a:ea typeface="微软雅黑" panose="020B0503020204020204" pitchFamily="34" charset="-122"/>
                        </a:rPr>
                        <a:t>效率要求</a:t>
                      </a:r>
                      <a:endParaRPr lang="zh-CN" altLang="en-US" sz="1200">
                        <a:latin typeface="微软雅黑" panose="020B0503020204020204" pitchFamily="34" charset="-122"/>
                        <a:ea typeface="微软雅黑" panose="020B0503020204020204" pitchFamily="34" charset="-122"/>
                      </a:endParaRPr>
                    </a:p>
                  </a:txBody>
                  <a:tcPr marL="68580" marR="68580" marT="0" marB="0" vert="horz" anchor="ctr" anchorCtr="0"/>
                </a:tc>
                <a:tc>
                  <a:txBody>
                    <a:bodyPr/>
                    <a:p>
                      <a:pPr indent="0" algn="ctr">
                        <a:buNone/>
                      </a:pPr>
                      <a:r>
                        <a:rPr lang="en-US" altLang="en-US" sz="1200">
                          <a:latin typeface="微软雅黑" panose="020B0503020204020204" pitchFamily="34" charset="-122"/>
                          <a:ea typeface="微软雅黑" panose="020B0503020204020204" pitchFamily="34" charset="-122"/>
                        </a:rPr>
                        <a:t>≥500</a:t>
                      </a:r>
                      <a:r>
                        <a:rPr lang="zh-CN" altLang="en-US" sz="1200">
                          <a:latin typeface="微软雅黑" panose="020B0503020204020204" pitchFamily="34" charset="-122"/>
                          <a:ea typeface="微软雅黑" panose="020B0503020204020204" pitchFamily="34" charset="-122"/>
                        </a:rPr>
                        <a:t>盘</a:t>
                      </a:r>
                      <a:r>
                        <a:rPr lang="en-US" altLang="zh-CN" sz="1200">
                          <a:latin typeface="微软雅黑" panose="020B0503020204020204" pitchFamily="34" charset="-122"/>
                          <a:ea typeface="微软雅黑" panose="020B0503020204020204" pitchFamily="34" charset="-122"/>
                        </a:rPr>
                        <a:t>/</a:t>
                      </a:r>
                      <a:r>
                        <a:rPr lang="zh-CN" altLang="en-US" sz="1200">
                          <a:latin typeface="微软雅黑" panose="020B0503020204020204" pitchFamily="34" charset="-122"/>
                          <a:ea typeface="微软雅黑" panose="020B0503020204020204" pitchFamily="34" charset="-122"/>
                        </a:rPr>
                        <a:t>小时</a:t>
                      </a:r>
                      <a:endParaRPr lang="zh-CN" altLang="en-US" sz="1200">
                        <a:latin typeface="微软雅黑" panose="020B0503020204020204" pitchFamily="34" charset="-122"/>
                        <a:ea typeface="微软雅黑" panose="020B0503020204020204" pitchFamily="34" charset="-122"/>
                      </a:endParaRPr>
                    </a:p>
                  </a:txBody>
                  <a:tcPr marL="68580" marR="68580" marT="0" marB="0" vert="horz" anchor="ctr" anchorCtr="0"/>
                </a:tc>
              </a:tr>
              <a:tr h="274320">
                <a:tc>
                  <a:txBody>
                    <a:bodyPr/>
                    <a:p>
                      <a:pPr algn="ctr">
                        <a:buNone/>
                      </a:pPr>
                      <a:r>
                        <a:rPr lang="en-US" altLang="zh-CN" sz="1200" dirty="0">
                          <a:latin typeface="微软雅黑" panose="020B0503020204020204" pitchFamily="34" charset="-122"/>
                          <a:ea typeface="微软雅黑" panose="020B0503020204020204" pitchFamily="34" charset="-122"/>
                        </a:rPr>
                        <a:t>8</a:t>
                      </a:r>
                      <a:endParaRPr lang="en-US" altLang="zh-CN" sz="1200" dirty="0">
                        <a:latin typeface="微软雅黑" panose="020B0503020204020204" pitchFamily="34" charset="-122"/>
                        <a:ea typeface="微软雅黑" panose="020B0503020204020204" pitchFamily="34" charset="-122"/>
                      </a:endParaRPr>
                    </a:p>
                  </a:txBody>
                  <a:tcPr anchor="ctr" anchorCtr="0"/>
                </a:tc>
                <a:tc vMerge="1">
                  <a:tcPr marL="68580" marR="68580" marT="0" marB="0" vert="horz" anchor="ctr" anchorCtr="0"/>
                </a:tc>
                <a:tc>
                  <a:txBody>
                    <a:bodyPr/>
                    <a:p>
                      <a:pPr algn="ctr">
                        <a:buNone/>
                      </a:pPr>
                      <a:r>
                        <a:rPr lang="zh-CN" altLang="en-US" sz="1200">
                          <a:latin typeface="微软雅黑" panose="020B0503020204020204" pitchFamily="34" charset="-122"/>
                          <a:ea typeface="微软雅黑" panose="020B0503020204020204" pitchFamily="34" charset="-122"/>
                        </a:rPr>
                        <a:t>计数精度</a:t>
                      </a:r>
                      <a:endParaRPr lang="zh-CN" altLang="en-US" sz="1200">
                        <a:latin typeface="微软雅黑" panose="020B0503020204020204" pitchFamily="34" charset="-122"/>
                        <a:ea typeface="微软雅黑" panose="020B0503020204020204" pitchFamily="34" charset="-122"/>
                      </a:endParaRPr>
                    </a:p>
                  </a:txBody>
                  <a:tcPr/>
                </a:tc>
                <a:tc>
                  <a:txBody>
                    <a:bodyPr/>
                    <a:p>
                      <a:pPr algn="ctr">
                        <a:buNone/>
                      </a:pPr>
                      <a:r>
                        <a:rPr lang="zh-CN" altLang="en-US" sz="1200">
                          <a:latin typeface="微软雅黑" panose="020B0503020204020204" pitchFamily="34" charset="-122"/>
                          <a:ea typeface="微软雅黑" panose="020B0503020204020204" pitchFamily="34" charset="-122"/>
                        </a:rPr>
                        <a:t>99.99%-100%</a:t>
                      </a:r>
                      <a:endParaRPr lang="zh-CN" altLang="en-US" sz="1200">
                        <a:latin typeface="微软雅黑" panose="020B0503020204020204" pitchFamily="34" charset="-122"/>
                        <a:ea typeface="微软雅黑" panose="020B0503020204020204" pitchFamily="34" charset="-122"/>
                      </a:endParaRPr>
                    </a:p>
                  </a:txBody>
                  <a:tcPr/>
                </a:tc>
              </a:tr>
              <a:tr h="274320">
                <a:tc>
                  <a:txBody>
                    <a:bodyPr/>
                    <a:p>
                      <a:pPr algn="ctr">
                        <a:buNone/>
                      </a:pPr>
                      <a:r>
                        <a:rPr lang="en-US" altLang="zh-CN" sz="1200" dirty="0">
                          <a:latin typeface="微软雅黑" panose="020B0503020204020204" pitchFamily="34" charset="-122"/>
                          <a:ea typeface="微软雅黑" panose="020B0503020204020204" pitchFamily="34" charset="-122"/>
                        </a:rPr>
                        <a:t>9</a:t>
                      </a:r>
                      <a:endParaRPr lang="en-US" altLang="zh-CN" sz="1200" dirty="0">
                        <a:latin typeface="微软雅黑" panose="020B0503020204020204" pitchFamily="34" charset="-122"/>
                        <a:ea typeface="微软雅黑" panose="020B0503020204020204" pitchFamily="34" charset="-122"/>
                      </a:endParaRPr>
                    </a:p>
                  </a:txBody>
                  <a:tcPr anchor="ctr" anchorCtr="0"/>
                </a:tc>
                <a:tc vMerge="1">
                  <a:tcPr marL="68580" marR="68580" marT="0" marB="0" vert="horz" anchor="ctr" anchorCtr="0"/>
                </a:tc>
                <a:tc>
                  <a:txBody>
                    <a:bodyPr/>
                    <a:p>
                      <a:pPr algn="ctr">
                        <a:buNone/>
                      </a:pPr>
                      <a:r>
                        <a:rPr lang="zh-CN" altLang="en-US" sz="1200">
                          <a:latin typeface="微软雅黑" panose="020B0503020204020204" pitchFamily="34" charset="-122"/>
                          <a:ea typeface="微软雅黑" panose="020B0503020204020204" pitchFamily="34" charset="-122"/>
                        </a:rPr>
                        <a:t>可点料盘高度</a:t>
                      </a:r>
                      <a:endParaRPr lang="zh-CN" altLang="en-US" sz="1200">
                        <a:latin typeface="微软雅黑" panose="020B0503020204020204" pitchFamily="34" charset="-122"/>
                        <a:ea typeface="微软雅黑" panose="020B0503020204020204" pitchFamily="34" charset="-122"/>
                      </a:endParaRPr>
                    </a:p>
                  </a:txBody>
                  <a:tcPr/>
                </a:tc>
                <a:tc>
                  <a:txBody>
                    <a:bodyPr/>
                    <a:p>
                      <a:pPr algn="ctr">
                        <a:buNone/>
                      </a:pPr>
                      <a:r>
                        <a:rPr lang="zh-CN" altLang="en-US" sz="1200">
                          <a:latin typeface="微软雅黑" panose="020B0503020204020204" pitchFamily="34" charset="-122"/>
                          <a:ea typeface="微软雅黑" panose="020B0503020204020204" pitchFamily="34" charset="-122"/>
                        </a:rPr>
                        <a:t>3MM-80MM</a:t>
                      </a:r>
                      <a:endParaRPr lang="zh-CN" altLang="en-US" sz="1200">
                        <a:latin typeface="微软雅黑" panose="020B0503020204020204" pitchFamily="34" charset="-122"/>
                        <a:ea typeface="微软雅黑" panose="020B0503020204020204" pitchFamily="34" charset="-122"/>
                      </a:endParaRPr>
                    </a:p>
                  </a:txBody>
                  <a:tcPr/>
                </a:tc>
              </a:tr>
              <a:tr h="274320">
                <a:tc>
                  <a:txBody>
                    <a:bodyPr/>
                    <a:p>
                      <a:pPr algn="ctr">
                        <a:buNone/>
                      </a:pPr>
                      <a:r>
                        <a:rPr lang="en-US" altLang="zh-CN" sz="1200" dirty="0">
                          <a:latin typeface="微软雅黑" panose="020B0503020204020204" pitchFamily="34" charset="-122"/>
                          <a:ea typeface="微软雅黑" panose="020B0503020204020204" pitchFamily="34" charset="-122"/>
                        </a:rPr>
                        <a:t>10</a:t>
                      </a:r>
                      <a:endParaRPr lang="en-US" altLang="zh-CN" sz="1200" dirty="0">
                        <a:latin typeface="微软雅黑" panose="020B0503020204020204" pitchFamily="34" charset="-122"/>
                        <a:ea typeface="微软雅黑" panose="020B0503020204020204" pitchFamily="34" charset="-122"/>
                      </a:endParaRPr>
                    </a:p>
                  </a:txBody>
                  <a:tcPr anchor="ctr" anchorCtr="0"/>
                </a:tc>
                <a:tc vMerge="1">
                  <a:tcPr marL="68580" marR="68580" marT="0" marB="0" vert="horz" anchor="ctr" anchorCtr="0"/>
                </a:tc>
                <a:tc>
                  <a:txBody>
                    <a:bodyPr/>
                    <a:p>
                      <a:pPr indent="0" algn="ctr">
                        <a:buNone/>
                      </a:pPr>
                      <a:r>
                        <a:rPr lang="zh-CN" altLang="en-US" sz="1200">
                          <a:latin typeface="微软雅黑" panose="020B0503020204020204" pitchFamily="34" charset="-122"/>
                          <a:ea typeface="微软雅黑" panose="020B0503020204020204" pitchFamily="34" charset="-122"/>
                        </a:rPr>
                        <a:t>计数时间</a:t>
                      </a:r>
                      <a:endParaRPr lang="zh-CN" altLang="en-US" sz="1200">
                        <a:latin typeface="微软雅黑" panose="020B0503020204020204" pitchFamily="34" charset="-122"/>
                        <a:ea typeface="微软雅黑" panose="020B0503020204020204" pitchFamily="34" charset="-122"/>
                      </a:endParaRPr>
                    </a:p>
                  </a:txBody>
                  <a:tcPr marL="68580" marR="68580" marT="0" marB="0" vert="horz" anchor="ctr" anchorCtr="0"/>
                </a:tc>
                <a:tc>
                  <a:txBody>
                    <a:bodyPr/>
                    <a:p>
                      <a:pPr indent="0" algn="ctr">
                        <a:buNone/>
                      </a:pPr>
                      <a:r>
                        <a:rPr lang="zh-CN" altLang="en-US" sz="1200">
                          <a:latin typeface="微软雅黑" panose="020B0503020204020204" pitchFamily="34" charset="-122"/>
                          <a:ea typeface="微软雅黑" panose="020B0503020204020204" pitchFamily="34" charset="-122"/>
                        </a:rPr>
                        <a:t>每盘12秒</a:t>
                      </a:r>
                      <a:endParaRPr lang="zh-CN" altLang="en-US" sz="1200">
                        <a:latin typeface="微软雅黑" panose="020B0503020204020204" pitchFamily="34" charset="-122"/>
                        <a:ea typeface="微软雅黑" panose="020B0503020204020204" pitchFamily="34" charset="-122"/>
                      </a:endParaRPr>
                    </a:p>
                  </a:txBody>
                  <a:tcPr marL="68580" marR="68580" marT="0" marB="0" vert="horz" anchor="ctr" anchorCtr="0"/>
                </a:tc>
              </a:tr>
              <a:tr h="285750">
                <a:tc>
                  <a:txBody>
                    <a:bodyPr/>
                    <a:p>
                      <a:pPr algn="ctr">
                        <a:buNone/>
                      </a:pPr>
                      <a:r>
                        <a:rPr lang="en-US" altLang="zh-CN" sz="1200" dirty="0">
                          <a:latin typeface="微软雅黑" panose="020B0503020204020204" pitchFamily="34" charset="-122"/>
                          <a:ea typeface="微软雅黑" panose="020B0503020204020204" pitchFamily="34" charset="-122"/>
                        </a:rPr>
                        <a:t>12</a:t>
                      </a:r>
                      <a:endParaRPr lang="en-US" altLang="zh-CN" sz="1200" dirty="0">
                        <a:latin typeface="微软雅黑" panose="020B0503020204020204" pitchFamily="34" charset="-122"/>
                        <a:ea typeface="微软雅黑" panose="020B0503020204020204" pitchFamily="34" charset="-122"/>
                      </a:endParaRPr>
                    </a:p>
                  </a:txBody>
                  <a:tcPr anchor="ctr" anchorCtr="0"/>
                </a:tc>
                <a:tc rowSpan="6">
                  <a:txBody>
                    <a:bodyPr/>
                    <a:p>
                      <a:pPr indent="0" algn="ctr">
                        <a:buNone/>
                      </a:pPr>
                      <a:r>
                        <a:rPr lang="zh-CN" altLang="en-US" sz="1200" b="0">
                          <a:latin typeface="微软雅黑" panose="020B0503020204020204" pitchFamily="34" charset="-122"/>
                          <a:ea typeface="微软雅黑" panose="020B0503020204020204" pitchFamily="34" charset="-122"/>
                          <a:cs typeface="宋体" panose="02010600030101010101" pitchFamily="2" charset="-122"/>
                        </a:rPr>
                        <a:t>料盘输送线</a:t>
                      </a:r>
                      <a:endParaRPr lang="zh-CN"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c>
                  <a:txBody>
                    <a:bodyPr/>
                    <a:p>
                      <a:pPr indent="0" algn="ctr">
                        <a:buNone/>
                      </a:pPr>
                      <a:r>
                        <a:rPr lang="en-US" sz="1200" b="0">
                          <a:latin typeface="微软雅黑" panose="020B0503020204020204" pitchFamily="34" charset="-122"/>
                          <a:ea typeface="微软雅黑" panose="020B0503020204020204" pitchFamily="34" charset="-122"/>
                          <a:cs typeface="宋体" panose="02010600030101010101" pitchFamily="2" charset="-122"/>
                        </a:rPr>
                        <a:t>机架</a:t>
                      </a:r>
                      <a:endParaRPr lang="en-US"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c>
                  <a:txBody>
                    <a:bodyPr/>
                    <a:p>
                      <a:pPr indent="0" algn="ctr">
                        <a:buNone/>
                      </a:pPr>
                      <a:r>
                        <a:rPr lang="en-US" sz="1200" b="0">
                          <a:latin typeface="微软雅黑" panose="020B0503020204020204" pitchFamily="34" charset="-122"/>
                          <a:ea typeface="微软雅黑" panose="020B0503020204020204" pitchFamily="34" charset="-122"/>
                          <a:cs typeface="宋体" panose="02010600030101010101" pitchFamily="2" charset="-122"/>
                        </a:rPr>
                        <a:t>碳钢</a:t>
                      </a:r>
                      <a:endParaRPr lang="en-US"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r>
              <a:tr h="285750">
                <a:tc>
                  <a:txBody>
                    <a:bodyPr/>
                    <a:p>
                      <a:pPr algn="ctr">
                        <a:buNone/>
                      </a:pPr>
                      <a:r>
                        <a:rPr lang="en-US" altLang="zh-CN" sz="1200" dirty="0">
                          <a:latin typeface="微软雅黑" panose="020B0503020204020204" pitchFamily="34" charset="-122"/>
                          <a:ea typeface="微软雅黑" panose="020B0503020204020204" pitchFamily="34" charset="-122"/>
                        </a:rPr>
                        <a:t>13</a:t>
                      </a:r>
                      <a:endParaRPr lang="en-US" altLang="zh-CN" sz="1200" dirty="0">
                        <a:latin typeface="微软雅黑" panose="020B0503020204020204" pitchFamily="34" charset="-122"/>
                        <a:ea typeface="微软雅黑" panose="020B0503020204020204" pitchFamily="34" charset="-122"/>
                      </a:endParaRPr>
                    </a:p>
                  </a:txBody>
                  <a:tcPr anchor="ctr" anchorCtr="0"/>
                </a:tc>
                <a:tc vMerge="1">
                  <a:tcPr marL="68580" marR="68580" marT="0" marB="0" vert="horz" anchor="ctr" anchorCtr="0"/>
                </a:tc>
                <a:tc>
                  <a:txBody>
                    <a:bodyPr/>
                    <a:p>
                      <a:pPr indent="0" algn="ctr">
                        <a:buNone/>
                      </a:pPr>
                      <a:r>
                        <a:rPr lang="zh-CN" altLang="en-US" sz="1200" b="0">
                          <a:latin typeface="微软雅黑" panose="020B0503020204020204" pitchFamily="34" charset="-122"/>
                          <a:ea typeface="微软雅黑" panose="020B0503020204020204" pitchFamily="34" charset="-122"/>
                          <a:cs typeface="宋体" panose="02010600030101010101" pitchFamily="2" charset="-122"/>
                        </a:rPr>
                        <a:t>输送物料</a:t>
                      </a:r>
                      <a:endParaRPr lang="zh-CN"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c>
                  <a:txBody>
                    <a:bodyPr/>
                    <a:p>
                      <a:pPr indent="0" algn="ctr">
                        <a:buNone/>
                      </a:pPr>
                      <a:r>
                        <a:rPr lang="en-US" altLang="zh-CN" sz="1200" b="0">
                          <a:latin typeface="微软雅黑" panose="020B0503020204020204" pitchFamily="34" charset="-122"/>
                          <a:ea typeface="微软雅黑" panose="020B0503020204020204" pitchFamily="34" charset="-122"/>
                          <a:cs typeface="微软雅黑" panose="020B0503020204020204" pitchFamily="34" charset="-122"/>
                        </a:rPr>
                        <a:t>7</a:t>
                      </a:r>
                      <a:r>
                        <a:rPr lang="zh-CN" altLang="en-US" sz="1200" b="0">
                          <a:latin typeface="微软雅黑" panose="020B0503020204020204" pitchFamily="34" charset="-122"/>
                          <a:ea typeface="微软雅黑" panose="020B0503020204020204" pitchFamily="34" charset="-122"/>
                          <a:cs typeface="微软雅黑" panose="020B0503020204020204" pitchFamily="34" charset="-122"/>
                        </a:rPr>
                        <a:t>寸、</a:t>
                      </a:r>
                      <a:r>
                        <a:rPr lang="en-US" altLang="zh-CN" sz="1200" b="0">
                          <a:latin typeface="微软雅黑" panose="020B0503020204020204" pitchFamily="34" charset="-122"/>
                          <a:ea typeface="微软雅黑" panose="020B0503020204020204" pitchFamily="34" charset="-122"/>
                          <a:cs typeface="微软雅黑" panose="020B0503020204020204" pitchFamily="34" charset="-122"/>
                        </a:rPr>
                        <a:t>13</a:t>
                      </a:r>
                      <a:r>
                        <a:rPr lang="zh-CN" altLang="en-US" sz="1200" b="0">
                          <a:latin typeface="微软雅黑" panose="020B0503020204020204" pitchFamily="34" charset="-122"/>
                          <a:ea typeface="微软雅黑" panose="020B0503020204020204" pitchFamily="34" charset="-122"/>
                          <a:cs typeface="微软雅黑" panose="020B0503020204020204" pitchFamily="34" charset="-122"/>
                        </a:rPr>
                        <a:t>寸、</a:t>
                      </a:r>
                      <a:r>
                        <a:rPr lang="en-US" altLang="zh-CN" sz="1200" b="0">
                          <a:latin typeface="微软雅黑" panose="020B0503020204020204" pitchFamily="34" charset="-122"/>
                          <a:ea typeface="微软雅黑" panose="020B0503020204020204" pitchFamily="34" charset="-122"/>
                          <a:cs typeface="微软雅黑" panose="020B0503020204020204" pitchFamily="34" charset="-122"/>
                        </a:rPr>
                        <a:t>15</a:t>
                      </a:r>
                      <a:r>
                        <a:rPr lang="zh-CN" altLang="en-US" sz="1200" b="0">
                          <a:latin typeface="微软雅黑" panose="020B0503020204020204" pitchFamily="34" charset="-122"/>
                          <a:ea typeface="微软雅黑" panose="020B0503020204020204" pitchFamily="34" charset="-122"/>
                          <a:cs typeface="微软雅黑" panose="020B0503020204020204" pitchFamily="34" charset="-122"/>
                        </a:rPr>
                        <a:t>寸料盘</a:t>
                      </a:r>
                      <a:endParaRPr lang="en-US" altLang="en-US" sz="1200" b="0">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ctr" anchorCtr="0"/>
                </a:tc>
              </a:tr>
              <a:tr h="285750">
                <a:tc>
                  <a:txBody>
                    <a:bodyPr/>
                    <a:p>
                      <a:pPr algn="ctr">
                        <a:buNone/>
                      </a:pPr>
                      <a:r>
                        <a:rPr lang="en-US" altLang="zh-CN" sz="1200" dirty="0">
                          <a:latin typeface="微软雅黑" panose="020B0503020204020204" pitchFamily="34" charset="-122"/>
                          <a:ea typeface="微软雅黑" panose="020B0503020204020204" pitchFamily="34" charset="-122"/>
                        </a:rPr>
                        <a:t>14</a:t>
                      </a:r>
                      <a:endParaRPr lang="en-US" altLang="zh-CN" sz="1200" dirty="0">
                        <a:latin typeface="微软雅黑" panose="020B0503020204020204" pitchFamily="34" charset="-122"/>
                        <a:ea typeface="微软雅黑" panose="020B0503020204020204" pitchFamily="34" charset="-122"/>
                      </a:endParaRPr>
                    </a:p>
                  </a:txBody>
                  <a:tcPr anchor="ctr" anchorCtr="0"/>
                </a:tc>
                <a:tc vMerge="1">
                  <a:tcPr marL="68580" marR="68580" marT="0" marB="0" vert="horz" anchor="ctr" anchorCtr="0"/>
                </a:tc>
                <a:tc>
                  <a:txBody>
                    <a:bodyPr/>
                    <a:p>
                      <a:pPr indent="0" algn="ctr">
                        <a:buNone/>
                      </a:pPr>
                      <a:r>
                        <a:rPr lang="en-US" sz="1200" b="0">
                          <a:latin typeface="微软雅黑" panose="020B0503020204020204" pitchFamily="34" charset="-122"/>
                          <a:ea typeface="微软雅黑" panose="020B0503020204020204" pitchFamily="34" charset="-122"/>
                          <a:cs typeface="宋体" panose="02010600030101010101" pitchFamily="2" charset="-122"/>
                        </a:rPr>
                        <a:t>移载运行方向</a:t>
                      </a:r>
                      <a:endParaRPr lang="en-US"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c>
                  <a:txBody>
                    <a:bodyPr/>
                    <a:p>
                      <a:pPr indent="0" algn="ctr">
                        <a:buNone/>
                      </a:pPr>
                      <a:r>
                        <a:rPr lang="en-US" sz="1200" b="0">
                          <a:latin typeface="微软雅黑" panose="020B0503020204020204" pitchFamily="34" charset="-122"/>
                          <a:ea typeface="微软雅黑" panose="020B0503020204020204" pitchFamily="34" charset="-122"/>
                          <a:cs typeface="宋体" panose="02010600030101010101" pitchFamily="2" charset="-122"/>
                        </a:rPr>
                        <a:t>单向</a:t>
                      </a:r>
                      <a:endParaRPr lang="en-US"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r>
              <a:tr h="285750">
                <a:tc>
                  <a:txBody>
                    <a:bodyPr/>
                    <a:p>
                      <a:pPr algn="ctr">
                        <a:buNone/>
                      </a:pPr>
                      <a:r>
                        <a:rPr lang="en-US" altLang="zh-CN" sz="1200" dirty="0">
                          <a:latin typeface="微软雅黑" panose="020B0503020204020204" pitchFamily="34" charset="-122"/>
                          <a:ea typeface="微软雅黑" panose="020B0503020204020204" pitchFamily="34" charset="-122"/>
                        </a:rPr>
                        <a:t>15</a:t>
                      </a:r>
                      <a:endParaRPr lang="en-US" altLang="zh-CN" sz="1200" dirty="0">
                        <a:latin typeface="微软雅黑" panose="020B0503020204020204" pitchFamily="34" charset="-122"/>
                        <a:ea typeface="微软雅黑" panose="020B0503020204020204" pitchFamily="34" charset="-122"/>
                      </a:endParaRPr>
                    </a:p>
                  </a:txBody>
                  <a:tcPr anchor="ctr" anchorCtr="0"/>
                </a:tc>
                <a:tc vMerge="1">
                  <a:tcPr marL="68580" marR="68580" marT="0" marB="0" vert="horz" anchor="ctr" anchorCtr="0"/>
                </a:tc>
                <a:tc>
                  <a:txBody>
                    <a:bodyPr/>
                    <a:p>
                      <a:pPr indent="0" algn="ctr">
                        <a:buNone/>
                      </a:pPr>
                      <a:r>
                        <a:rPr lang="en-US" sz="1200" b="0">
                          <a:latin typeface="微软雅黑" panose="020B0503020204020204" pitchFamily="34" charset="-122"/>
                          <a:ea typeface="微软雅黑" panose="020B0503020204020204" pitchFamily="34" charset="-122"/>
                          <a:cs typeface="宋体" panose="02010600030101010101" pitchFamily="2" charset="-122"/>
                        </a:rPr>
                        <a:t>驱动方式</a:t>
                      </a:r>
                      <a:endParaRPr lang="en-US"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c>
                  <a:txBody>
                    <a:bodyPr/>
                    <a:p>
                      <a:pPr indent="0" algn="ctr">
                        <a:buNone/>
                      </a:pPr>
                      <a:r>
                        <a:rPr lang="en-US" sz="1200" b="0">
                          <a:latin typeface="微软雅黑" panose="020B0503020204020204" pitchFamily="34" charset="-122"/>
                          <a:ea typeface="微软雅黑" panose="020B0503020204020204" pitchFamily="34" charset="-122"/>
                          <a:cs typeface="宋体" panose="02010600030101010101" pitchFamily="2" charset="-122"/>
                        </a:rPr>
                        <a:t>电动滚筒</a:t>
                      </a:r>
                      <a:endParaRPr lang="en-US"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r>
              <a:tr h="285750">
                <a:tc>
                  <a:txBody>
                    <a:bodyPr/>
                    <a:p>
                      <a:pPr algn="ctr">
                        <a:buNone/>
                      </a:pPr>
                      <a:r>
                        <a:rPr lang="en-US" altLang="zh-CN" sz="1200" dirty="0">
                          <a:latin typeface="微软雅黑" panose="020B0503020204020204" pitchFamily="34" charset="-122"/>
                          <a:ea typeface="微软雅黑" panose="020B0503020204020204" pitchFamily="34" charset="-122"/>
                        </a:rPr>
                        <a:t>16</a:t>
                      </a:r>
                      <a:endParaRPr lang="en-US" altLang="zh-CN" sz="1200" dirty="0">
                        <a:latin typeface="微软雅黑" panose="020B0503020204020204" pitchFamily="34" charset="-122"/>
                        <a:ea typeface="微软雅黑" panose="020B0503020204020204" pitchFamily="34" charset="-122"/>
                      </a:endParaRPr>
                    </a:p>
                  </a:txBody>
                  <a:tcPr anchor="ctr" anchorCtr="0"/>
                </a:tc>
                <a:tc vMerge="1">
                  <a:tcPr marL="68580" marR="68580" marT="0" marB="0" vert="horz" anchor="ctr" anchorCtr="0"/>
                </a:tc>
                <a:tc>
                  <a:txBody>
                    <a:bodyPr/>
                    <a:p>
                      <a:pPr indent="0" algn="ctr">
                        <a:buNone/>
                      </a:pPr>
                      <a:r>
                        <a:rPr lang="en-US" sz="1200" b="0">
                          <a:latin typeface="微软雅黑" panose="020B0503020204020204" pitchFamily="34" charset="-122"/>
                          <a:ea typeface="微软雅黑" panose="020B0503020204020204" pitchFamily="34" charset="-122"/>
                          <a:cs typeface="宋体" panose="02010600030101010101" pitchFamily="2" charset="-122"/>
                        </a:rPr>
                        <a:t>涂装</a:t>
                      </a:r>
                      <a:endParaRPr lang="en-US"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c>
                  <a:txBody>
                    <a:bodyPr/>
                    <a:p>
                      <a:pPr indent="0" algn="ctr">
                        <a:buNone/>
                      </a:pPr>
                      <a:r>
                        <a:rPr lang="en-US" sz="1200" b="0">
                          <a:latin typeface="微软雅黑" panose="020B0503020204020204" pitchFamily="34" charset="-122"/>
                          <a:ea typeface="微软雅黑" panose="020B0503020204020204" pitchFamily="34" charset="-122"/>
                          <a:cs typeface="宋体" panose="02010600030101010101" pitchFamily="2" charset="-122"/>
                        </a:rPr>
                        <a:t>喷塑</a:t>
                      </a:r>
                      <a:endParaRPr lang="en-US"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r>
              <a:tr h="285750">
                <a:tc>
                  <a:txBody>
                    <a:bodyPr/>
                    <a:p>
                      <a:pPr algn="ctr">
                        <a:buNone/>
                      </a:pPr>
                      <a:r>
                        <a:rPr lang="en-US" altLang="zh-CN" sz="1200" dirty="0">
                          <a:latin typeface="微软雅黑" panose="020B0503020204020204" pitchFamily="34" charset="-122"/>
                          <a:ea typeface="微软雅黑" panose="020B0503020204020204" pitchFamily="34" charset="-122"/>
                        </a:rPr>
                        <a:t>17</a:t>
                      </a:r>
                      <a:endParaRPr lang="en-US" altLang="zh-CN" sz="1200" dirty="0">
                        <a:latin typeface="微软雅黑" panose="020B0503020204020204" pitchFamily="34" charset="-122"/>
                        <a:ea typeface="微软雅黑" panose="020B0503020204020204" pitchFamily="34" charset="-122"/>
                      </a:endParaRPr>
                    </a:p>
                  </a:txBody>
                  <a:tcPr anchor="ctr" anchorCtr="0"/>
                </a:tc>
                <a:tc vMerge="1">
                  <a:tcPr marL="68580" marR="68580" marT="0" marB="0" vert="horz" anchor="ctr" anchorCtr="0"/>
                </a:tc>
                <a:tc>
                  <a:txBody>
                    <a:bodyPr/>
                    <a:p>
                      <a:pPr indent="0" algn="ctr">
                        <a:buNone/>
                      </a:pPr>
                      <a:r>
                        <a:rPr lang="zh-CN" altLang="en-US" sz="1200" b="0">
                          <a:latin typeface="微软雅黑" panose="020B0503020204020204" pitchFamily="34" charset="-122"/>
                          <a:ea typeface="微软雅黑" panose="020B0503020204020204" pitchFamily="34" charset="-122"/>
                          <a:cs typeface="宋体" panose="02010600030101010101" pitchFamily="2" charset="-122"/>
                        </a:rPr>
                        <a:t>定位机构</a:t>
                      </a:r>
                      <a:endParaRPr lang="zh-CN"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c>
                  <a:txBody>
                    <a:bodyPr/>
                    <a:p>
                      <a:pPr indent="0" algn="ctr">
                        <a:buNone/>
                      </a:pPr>
                      <a:r>
                        <a:rPr lang="zh-CN" altLang="en-US" sz="1200" b="0">
                          <a:latin typeface="微软雅黑" panose="020B0503020204020204" pitchFamily="34" charset="-122"/>
                          <a:ea typeface="微软雅黑" panose="020B0503020204020204" pitchFamily="34" charset="-122"/>
                          <a:cs typeface="宋体" panose="02010600030101010101" pitchFamily="2" charset="-122"/>
                        </a:rPr>
                        <a:t>输送线末端有导向机构，需要将不同规格物料定位，</a:t>
                      </a:r>
                      <a:endParaRPr lang="zh-CN" altLang="en-US" sz="1200" b="0">
                        <a:latin typeface="微软雅黑" panose="020B0503020204020204" pitchFamily="34" charset="-122"/>
                        <a:ea typeface="微软雅黑" panose="020B0503020204020204" pitchFamily="34" charset="-122"/>
                        <a:cs typeface="宋体" panose="02010600030101010101" pitchFamily="2" charset="-122"/>
                      </a:endParaRPr>
                    </a:p>
                    <a:p>
                      <a:pPr indent="0" algn="ctr">
                        <a:buNone/>
                      </a:pPr>
                      <a:r>
                        <a:rPr lang="zh-CN" altLang="en-US" sz="1200" b="0">
                          <a:latin typeface="微软雅黑" panose="020B0503020204020204" pitchFamily="34" charset="-122"/>
                          <a:ea typeface="微软雅黑" panose="020B0503020204020204" pitchFamily="34" charset="-122"/>
                          <a:cs typeface="宋体" panose="02010600030101010101" pitchFamily="2" charset="-122"/>
                        </a:rPr>
                        <a:t>便于机械手夹取</a:t>
                      </a:r>
                      <a:endParaRPr lang="zh-CN"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r>
              <a:tr h="285750">
                <a:tc>
                  <a:txBody>
                    <a:bodyPr/>
                    <a:p>
                      <a:pPr algn="ctr">
                        <a:buNone/>
                      </a:pPr>
                      <a:r>
                        <a:rPr lang="en-US" altLang="zh-CN" sz="1200" dirty="0">
                          <a:latin typeface="微软雅黑" panose="020B0503020204020204" pitchFamily="34" charset="-122"/>
                          <a:ea typeface="微软雅黑" panose="020B0503020204020204" pitchFamily="34" charset="-122"/>
                        </a:rPr>
                        <a:t>18</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indent="0" algn="ctr">
                        <a:buNone/>
                      </a:pPr>
                      <a:r>
                        <a:rPr lang="zh-CN" altLang="en-US" sz="1200" b="0">
                          <a:latin typeface="微软雅黑" panose="020B0503020204020204" pitchFamily="34" charset="-122"/>
                          <a:ea typeface="微软雅黑" panose="020B0503020204020204" pitchFamily="34" charset="-122"/>
                          <a:cs typeface="宋体" panose="02010600030101010101" pitchFamily="2" charset="-122"/>
                        </a:rPr>
                        <a:t>料盘移载设备</a:t>
                      </a:r>
                      <a:endParaRPr lang="zh-CN"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c>
                  <a:txBody>
                    <a:bodyPr/>
                    <a:p>
                      <a:pPr indent="0" algn="ctr">
                        <a:buNone/>
                      </a:pPr>
                      <a:r>
                        <a:rPr lang="zh-CN" altLang="en-US" sz="1200" b="0">
                          <a:latin typeface="微软雅黑" panose="020B0503020204020204" pitchFamily="34" charset="-122"/>
                          <a:ea typeface="微软雅黑" panose="020B0503020204020204" pitchFamily="34" charset="-122"/>
                          <a:cs typeface="宋体" panose="02010600030101010101" pitchFamily="2" charset="-122"/>
                        </a:rPr>
                        <a:t>桁架机械手</a:t>
                      </a:r>
                      <a:endParaRPr lang="zh-CN"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c>
                  <a:txBody>
                    <a:bodyPr/>
                    <a:p>
                      <a:pPr indent="0" algn="ctr">
                        <a:buNone/>
                      </a:pPr>
                      <a:r>
                        <a:rPr lang="zh-CN" altLang="en-US" sz="1200" b="0">
                          <a:latin typeface="微软雅黑" panose="020B0503020204020204" pitchFamily="34" charset="-122"/>
                          <a:ea typeface="微软雅黑" panose="020B0503020204020204" pitchFamily="34" charset="-122"/>
                          <a:cs typeface="宋体" panose="02010600030101010101" pitchFamily="2" charset="-122"/>
                        </a:rPr>
                        <a:t>负责将料盘从输送线移载到另一条线上</a:t>
                      </a:r>
                      <a:r>
                        <a:rPr lang="en-US" altLang="zh-CN" sz="1200" b="0">
                          <a:latin typeface="微软雅黑" panose="020B0503020204020204" pitchFamily="34" charset="-122"/>
                          <a:ea typeface="微软雅黑" panose="020B0503020204020204" pitchFamily="34" charset="-122"/>
                          <a:cs typeface="宋体" panose="02010600030101010101" pitchFamily="2" charset="-122"/>
                        </a:rPr>
                        <a:t>,</a:t>
                      </a:r>
                      <a:r>
                        <a:rPr lang="zh-CN" altLang="en-US" sz="1200" b="0">
                          <a:latin typeface="微软雅黑" panose="020B0503020204020204" pitchFamily="34" charset="-122"/>
                          <a:ea typeface="微软雅黑" panose="020B0503020204020204" pitchFamily="34" charset="-122"/>
                          <a:cs typeface="宋体" panose="02010600030101010101" pitchFamily="2" charset="-122"/>
                        </a:rPr>
                        <a:t>输送到放料机械手处，有机械手取回，放置在对应位置；</a:t>
                      </a:r>
                      <a:endParaRPr lang="zh-CN" altLang="en-US" sz="12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Text Box 6"/>
          <p:cNvSpPr txBox="1">
            <a:spLocks noChangeArrowheads="1"/>
          </p:cNvSpPr>
          <p:nvPr/>
        </p:nvSpPr>
        <p:spPr bwMode="auto">
          <a:xfrm>
            <a:off x="659130" y="371475"/>
            <a:ext cx="4965700" cy="369570"/>
          </a:xfrm>
          <a:prstGeom prst="rect">
            <a:avLst/>
          </a:prstGeom>
          <a:noFill/>
          <a:ln w="9525">
            <a:noFill/>
            <a:miter lim="800000"/>
          </a:ln>
        </p:spPr>
        <p:txBody>
          <a:bodyPr wrap="square" lIns="62321" tIns="31161" rIns="62321" bIns="31161">
            <a:spAutoFit/>
          </a:bodyPr>
          <a:lstStyle>
            <a:defPPr>
              <a:defRPr lang="zh-TW"/>
            </a:defPPr>
            <a:lvl1pPr defTabSz="622300">
              <a:spcBef>
                <a:spcPct val="50000"/>
              </a:spcBef>
              <a:defRPr kumimoji="1" sz="2000" b="1">
                <a:latin typeface="Arial" panose="020B0604020202020204" pitchFamily="34" charset="0"/>
                <a:ea typeface="思源黑体 CN Heavy" panose="020B0A00000000000000" pitchFamily="34" charset="-122"/>
                <a:cs typeface="Arial" panose="020B0604020202020204" pitchFamily="34" charset="0"/>
              </a:defRPr>
            </a:lvl1pPr>
          </a:lstStyle>
          <a:p>
            <a:r>
              <a:rPr lang="en-US" altLang="zh-TW" dirty="0"/>
              <a:t>XRAY</a:t>
            </a:r>
            <a:r>
              <a:rPr lang="zh-CN" altLang="en-US" dirty="0"/>
              <a:t>设备</a:t>
            </a:r>
            <a:r>
              <a:rPr lang="zh-CN" altLang="en-US" dirty="0">
                <a:sym typeface="+mn-ea"/>
              </a:rPr>
              <a:t>（</a:t>
            </a:r>
            <a:r>
              <a:rPr lang="en-US" altLang="zh-CN" dirty="0">
                <a:sym typeface="+mn-ea"/>
              </a:rPr>
              <a:t>3/3)</a:t>
            </a:r>
            <a:endParaRPr lang="zh-CN" altLang="en-US" dirty="0"/>
          </a:p>
        </p:txBody>
      </p:sp>
      <p:sp>
        <p:nvSpPr>
          <p:cNvPr id="36" name="Text Box 6"/>
          <p:cNvSpPr txBox="1">
            <a:spLocks noChangeArrowheads="1"/>
          </p:cNvSpPr>
          <p:nvPr/>
        </p:nvSpPr>
        <p:spPr bwMode="auto">
          <a:xfrm>
            <a:off x="316230" y="916940"/>
            <a:ext cx="9759315" cy="274955"/>
          </a:xfrm>
          <a:prstGeom prst="rect">
            <a:avLst/>
          </a:prstGeom>
          <a:noFill/>
          <a:ln w="9525">
            <a:noFill/>
            <a:miter lim="800000"/>
          </a:ln>
        </p:spPr>
        <p:txBody>
          <a:bodyPr wrap="square" lIns="74975" tIns="37489" rIns="74975" bIns="37489">
            <a:spAutoFit/>
          </a:bodyPr>
          <a:lstStyle>
            <a:defPPr>
              <a:defRPr lang="zh-TW"/>
            </a:defPPr>
            <a:lvl1pPr>
              <a:spcBef>
                <a:spcPct val="50000"/>
              </a:spcBef>
              <a:defRPr sz="1600" b="1">
                <a:latin typeface="Microsoft JhengHei" panose="020B0604030504040204" pitchFamily="34" charset="-120"/>
                <a:ea typeface="Microsoft JhengHei" panose="020B0604030504040204" pitchFamily="34" charset="-120"/>
              </a:defRPr>
            </a:lvl1pPr>
          </a:lstStyle>
          <a:p>
            <a:r>
              <a:rPr lang="en-US" altLang="zh-CN" sz="1300" dirty="0">
                <a:latin typeface="DFKai-SB" panose="03000509000000000000" pitchFamily="65" charset="-128"/>
                <a:ea typeface="宋体" panose="02010600030101010101" pitchFamily="2" charset="-122"/>
                <a:sym typeface="+mn-ea"/>
              </a:rPr>
              <a:t>2</a:t>
            </a:r>
            <a:r>
              <a:rPr lang="zh-CN" altLang="en-US" sz="1300" dirty="0">
                <a:latin typeface="DFKai-SB" panose="03000509000000000000" pitchFamily="65" charset="-128"/>
                <a:ea typeface="宋体" panose="02010600030101010101" pitchFamily="2" charset="-122"/>
                <a:sym typeface="+mn-ea"/>
              </a:rPr>
              <a:t>、设备介绍</a:t>
            </a:r>
            <a:endParaRPr lang="zh-CN" altLang="en-US" sz="1300" dirty="0">
              <a:latin typeface="DFKai-SB" panose="03000509000000000000" pitchFamily="65" charset="-128"/>
              <a:ea typeface="DFKai-SB" panose="03000509000000000000" pitchFamily="65" charset="-128"/>
              <a:sym typeface="+mn-ea"/>
            </a:endParaRPr>
          </a:p>
        </p:txBody>
      </p:sp>
      <p:pic>
        <p:nvPicPr>
          <p:cNvPr id="2" name="图片 1"/>
          <p:cNvPicPr>
            <a:picLocks noChangeAspect="1"/>
          </p:cNvPicPr>
          <p:nvPr/>
        </p:nvPicPr>
        <p:blipFill>
          <a:blip r:embed="rId1"/>
          <a:stretch>
            <a:fillRect/>
          </a:stretch>
        </p:blipFill>
        <p:spPr>
          <a:xfrm>
            <a:off x="641350" y="1591945"/>
            <a:ext cx="2427605" cy="4420235"/>
          </a:xfrm>
          <a:prstGeom prst="rect">
            <a:avLst/>
          </a:prstGeom>
        </p:spPr>
      </p:pic>
      <p:graphicFrame>
        <p:nvGraphicFramePr>
          <p:cNvPr id="46" name="表格 45"/>
          <p:cNvGraphicFramePr/>
          <p:nvPr>
            <p:custDataLst>
              <p:tags r:id="rId2"/>
            </p:custDataLst>
          </p:nvPr>
        </p:nvGraphicFramePr>
        <p:xfrm>
          <a:off x="4244975" y="104140"/>
          <a:ext cx="7810500" cy="6614160"/>
        </p:xfrm>
        <a:graphic>
          <a:graphicData uri="http://schemas.openxmlformats.org/drawingml/2006/table">
            <a:tbl>
              <a:tblPr firstRow="1" bandRow="1">
                <a:tableStyleId>{5C22544A-7EE6-4342-B048-85BDC9FD1C3A}</a:tableStyleId>
              </a:tblPr>
              <a:tblGrid>
                <a:gridCol w="598805"/>
                <a:gridCol w="1073150"/>
                <a:gridCol w="6138545"/>
              </a:tblGrid>
              <a:tr h="304800">
                <a:tc>
                  <a:txBody>
                    <a:bodyPr/>
                    <a:p>
                      <a:pPr algn="ctr"/>
                      <a:r>
                        <a:rPr lang="zh-CN" altLang="en-US" sz="1400" dirty="0">
                          <a:latin typeface="微软雅黑" panose="020B0503020204020204" pitchFamily="34" charset="-122"/>
                          <a:ea typeface="微软雅黑" panose="020B0503020204020204" pitchFamily="34" charset="-122"/>
                        </a:rPr>
                        <a:t>序号</a:t>
                      </a:r>
                      <a:endParaRPr lang="zh-CN" altLang="en-US" sz="14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400" dirty="0">
                          <a:latin typeface="微软雅黑" panose="020B0503020204020204" pitchFamily="34" charset="-122"/>
                          <a:ea typeface="微软雅黑" panose="020B0503020204020204" pitchFamily="34" charset="-122"/>
                          <a:sym typeface="+mn-ea"/>
                        </a:rPr>
                        <a:t>参数名称</a:t>
                      </a:r>
                      <a:endParaRPr lang="zh-CN" altLang="en-US" sz="1400" dirty="0">
                        <a:latin typeface="微软雅黑" panose="020B0503020204020204" pitchFamily="34" charset="-122"/>
                        <a:ea typeface="微软雅黑" panose="020B0503020204020204" pitchFamily="34" charset="-122"/>
                      </a:endParaRPr>
                    </a:p>
                  </a:txBody>
                  <a:tcPr anchor="ctr" anchorCtr="0"/>
                </a:tc>
                <a:tc>
                  <a:txBody>
                    <a:bodyPr/>
                    <a:p>
                      <a:r>
                        <a:rPr lang="zh-CN" sz="1400" dirty="0">
                          <a:latin typeface="微软雅黑" panose="020B0503020204020204" pitchFamily="34" charset="-122"/>
                          <a:ea typeface="微软雅黑" panose="020B0503020204020204" pitchFamily="34" charset="-122"/>
                        </a:rPr>
                        <a:t>料盘作业机械手</a:t>
                      </a:r>
                      <a:endParaRPr lang="zh-CN" sz="1400" dirty="0">
                        <a:latin typeface="微软雅黑" panose="020B0503020204020204" pitchFamily="34" charset="-122"/>
                        <a:ea typeface="微软雅黑" panose="020B0503020204020204" pitchFamily="34" charset="-122"/>
                      </a:endParaRPr>
                    </a:p>
                  </a:txBody>
                  <a:tcPr anchor="ctr" anchorCtr="0"/>
                </a:tc>
              </a:tr>
              <a:tr h="640080">
                <a:tc>
                  <a:txBody>
                    <a:bodyPr/>
                    <a:p>
                      <a:pPr algn="ctr"/>
                      <a:r>
                        <a:rPr lang="en-US" altLang="zh-CN" sz="1200" dirty="0">
                          <a:latin typeface="微软雅黑" panose="020B0503020204020204" pitchFamily="34" charset="-122"/>
                          <a:ea typeface="微软雅黑" panose="020B0503020204020204" pitchFamily="34" charset="-122"/>
                        </a:rPr>
                        <a:t>1</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r>
                        <a:rPr lang="zh-CN" altLang="en-US" sz="1200" dirty="0">
                          <a:latin typeface="微软雅黑" panose="020B0503020204020204" pitchFamily="34" charset="-122"/>
                          <a:ea typeface="微软雅黑" panose="020B0503020204020204" pitchFamily="34" charset="-122"/>
                        </a:rPr>
                        <a:t>作业对象</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lgn="l">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sym typeface="+mn-ea"/>
                        </a:rPr>
                        <a:t>7</a:t>
                      </a:r>
                      <a:r>
                        <a:rPr lang="zh-CN" altLang="en-US" sz="1200" dirty="0">
                          <a:latin typeface="微软雅黑" panose="020B0503020204020204" pitchFamily="34" charset="-122"/>
                          <a:ea typeface="微软雅黑" panose="020B0503020204020204" pitchFamily="34" charset="-122"/>
                          <a:sym typeface="+mn-ea"/>
                        </a:rPr>
                        <a:t>寸料盘：料带宽度</a:t>
                      </a:r>
                      <a:r>
                        <a:rPr lang="en-US" altLang="zh-CN" sz="1200" dirty="0">
                          <a:latin typeface="微软雅黑" panose="020B0503020204020204" pitchFamily="34" charset="-122"/>
                          <a:ea typeface="微软雅黑" panose="020B0503020204020204" pitchFamily="34" charset="-122"/>
                          <a:sym typeface="+mn-ea"/>
                        </a:rPr>
                        <a:t>≤28mm</a:t>
                      </a:r>
                      <a:r>
                        <a:rPr lang="zh-CN" altLang="en-US" sz="1200" dirty="0">
                          <a:latin typeface="微软雅黑" panose="020B0503020204020204" pitchFamily="34" charset="-122"/>
                          <a:ea typeface="微软雅黑" panose="020B0503020204020204" pitchFamily="34" charset="-122"/>
                          <a:sym typeface="+mn-ea"/>
                        </a:rPr>
                        <a:t>（不含料盘上下板</a:t>
                      </a:r>
                      <a:r>
                        <a:rPr lang="en-US" altLang="zh-CN" sz="1200" dirty="0">
                          <a:latin typeface="微软雅黑" panose="020B0503020204020204" pitchFamily="34" charset="-122"/>
                          <a:ea typeface="微软雅黑" panose="020B0503020204020204" pitchFamily="34" charset="-122"/>
                          <a:sym typeface="+mn-ea"/>
                        </a:rPr>
                        <a:t>4mm</a:t>
                      </a:r>
                      <a:r>
                        <a:rPr lang="zh-CN" altLang="en-US" sz="1200" dirty="0">
                          <a:latin typeface="微软雅黑" panose="020B0503020204020204" pitchFamily="34" charset="-122"/>
                          <a:ea typeface="微软雅黑" panose="020B0503020204020204" pitchFamily="34" charset="-122"/>
                          <a:sym typeface="+mn-ea"/>
                        </a:rPr>
                        <a:t>）；重量</a:t>
                      </a:r>
                      <a:r>
                        <a:rPr lang="en-US" altLang="zh-CN" sz="1200" dirty="0">
                          <a:latin typeface="微软雅黑" panose="020B0503020204020204" pitchFamily="34" charset="-122"/>
                          <a:ea typeface="微软雅黑" panose="020B0503020204020204" pitchFamily="34" charset="-122"/>
                          <a:sym typeface="+mn-ea"/>
                        </a:rPr>
                        <a:t>≤3KG</a:t>
                      </a:r>
                      <a:r>
                        <a:rPr lang="zh-CN" altLang="en-US" sz="1200" dirty="0">
                          <a:latin typeface="微软雅黑" panose="020B0503020204020204" pitchFamily="34" charset="-122"/>
                          <a:ea typeface="微软雅黑" panose="020B0503020204020204" pitchFamily="34" charset="-122"/>
                          <a:sym typeface="+mn-ea"/>
                        </a:rPr>
                        <a:t>；</a:t>
                      </a:r>
                      <a:endParaRPr lang="zh-CN" altLang="en-US" sz="1200" dirty="0">
                        <a:latin typeface="微软雅黑" panose="020B0503020204020204" pitchFamily="34" charset="-122"/>
                        <a:ea typeface="微软雅黑" panose="020B0503020204020204" pitchFamily="34" charset="-122"/>
                        <a:sym typeface="+mn-ea"/>
                      </a:endParaRPr>
                    </a:p>
                    <a:p>
                      <a:pPr marL="171450" indent="-171450" algn="l">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sym typeface="+mn-ea"/>
                        </a:rPr>
                        <a:t>13</a:t>
                      </a:r>
                      <a:r>
                        <a:rPr lang="zh-CN" altLang="en-US" sz="1200" dirty="0">
                          <a:latin typeface="微软雅黑" panose="020B0503020204020204" pitchFamily="34" charset="-122"/>
                          <a:ea typeface="微软雅黑" panose="020B0503020204020204" pitchFamily="34" charset="-122"/>
                          <a:sym typeface="+mn-ea"/>
                        </a:rPr>
                        <a:t>寸料盘：</a:t>
                      </a:r>
                      <a:r>
                        <a:rPr lang="zh-CN" altLang="en-US" sz="1200" dirty="0">
                          <a:latin typeface="微软雅黑" panose="020B0503020204020204" pitchFamily="34" charset="-122"/>
                          <a:ea typeface="微软雅黑" panose="020B0503020204020204" pitchFamily="34" charset="-122"/>
                          <a:sym typeface="+mn-ea"/>
                        </a:rPr>
                        <a:t>料带宽度</a:t>
                      </a:r>
                      <a:r>
                        <a:rPr lang="en-US" altLang="zh-CN" sz="1200" dirty="0">
                          <a:latin typeface="微软雅黑" panose="020B0503020204020204" pitchFamily="34" charset="-122"/>
                          <a:ea typeface="微软雅黑" panose="020B0503020204020204" pitchFamily="34" charset="-122"/>
                          <a:sym typeface="+mn-ea"/>
                        </a:rPr>
                        <a:t>≤28mm</a:t>
                      </a:r>
                      <a:r>
                        <a:rPr lang="zh-CN" altLang="en-US" sz="1200" dirty="0">
                          <a:latin typeface="微软雅黑" panose="020B0503020204020204" pitchFamily="34" charset="-122"/>
                          <a:ea typeface="微软雅黑" panose="020B0503020204020204" pitchFamily="34" charset="-122"/>
                          <a:sym typeface="+mn-ea"/>
                        </a:rPr>
                        <a:t>（不含料盘上下板</a:t>
                      </a:r>
                      <a:r>
                        <a:rPr lang="en-US" altLang="zh-CN" sz="1200" dirty="0">
                          <a:latin typeface="微软雅黑" panose="020B0503020204020204" pitchFamily="34" charset="-122"/>
                          <a:ea typeface="微软雅黑" panose="020B0503020204020204" pitchFamily="34" charset="-122"/>
                          <a:sym typeface="+mn-ea"/>
                        </a:rPr>
                        <a:t>4mm</a:t>
                      </a:r>
                      <a:r>
                        <a:rPr lang="zh-CN" altLang="en-US" sz="1200" dirty="0">
                          <a:latin typeface="微软雅黑" panose="020B0503020204020204" pitchFamily="34" charset="-122"/>
                          <a:ea typeface="微软雅黑" panose="020B0503020204020204" pitchFamily="34" charset="-122"/>
                          <a:sym typeface="+mn-ea"/>
                        </a:rPr>
                        <a:t>）；重量</a:t>
                      </a:r>
                      <a:r>
                        <a:rPr lang="en-US" altLang="zh-CN" sz="1200" dirty="0">
                          <a:latin typeface="微软雅黑" panose="020B0503020204020204" pitchFamily="34" charset="-122"/>
                          <a:ea typeface="微软雅黑" panose="020B0503020204020204" pitchFamily="34" charset="-122"/>
                          <a:sym typeface="+mn-ea"/>
                        </a:rPr>
                        <a:t>≤3KG</a:t>
                      </a:r>
                      <a:r>
                        <a:rPr lang="zh-CN" altLang="en-US" sz="1200" dirty="0">
                          <a:latin typeface="微软雅黑" panose="020B0503020204020204" pitchFamily="34" charset="-122"/>
                          <a:ea typeface="微软雅黑" panose="020B0503020204020204" pitchFamily="34" charset="-122"/>
                          <a:sym typeface="+mn-ea"/>
                        </a:rPr>
                        <a:t>；</a:t>
                      </a:r>
                      <a:endParaRPr lang="zh-CN" altLang="en-US" sz="1200" dirty="0">
                        <a:latin typeface="微软雅黑" panose="020B0503020204020204" pitchFamily="34" charset="-122"/>
                        <a:ea typeface="微软雅黑" panose="020B0503020204020204" pitchFamily="34" charset="-122"/>
                        <a:sym typeface="+mn-ea"/>
                      </a:endParaRPr>
                    </a:p>
                    <a:p>
                      <a:pPr marL="171450" indent="-171450" algn="l">
                        <a:buFont typeface="Arial" panose="020B0604020202020204" pitchFamily="34" charset="0"/>
                        <a:buChar char="•"/>
                      </a:pPr>
                      <a:r>
                        <a:rPr lang="en-US" altLang="zh-CN" sz="1200" dirty="0">
                          <a:latin typeface="微软雅黑" panose="020B0503020204020204" pitchFamily="34" charset="-122"/>
                          <a:ea typeface="微软雅黑" panose="020B0503020204020204" pitchFamily="34" charset="-122"/>
                          <a:sym typeface="+mn-ea"/>
                        </a:rPr>
                        <a:t>15</a:t>
                      </a:r>
                      <a:r>
                        <a:rPr lang="zh-CN" altLang="en-US" sz="1200" dirty="0">
                          <a:latin typeface="微软雅黑" panose="020B0503020204020204" pitchFamily="34" charset="-122"/>
                          <a:ea typeface="微软雅黑" panose="020B0503020204020204" pitchFamily="34" charset="-122"/>
                          <a:sym typeface="+mn-ea"/>
                        </a:rPr>
                        <a:t>寸料盘：</a:t>
                      </a:r>
                      <a:r>
                        <a:rPr lang="zh-CN" altLang="en-US" sz="1200" dirty="0">
                          <a:latin typeface="微软雅黑" panose="020B0503020204020204" pitchFamily="34" charset="-122"/>
                          <a:ea typeface="微软雅黑" panose="020B0503020204020204" pitchFamily="34" charset="-122"/>
                          <a:sym typeface="+mn-ea"/>
                        </a:rPr>
                        <a:t>料带宽度</a:t>
                      </a:r>
                      <a:r>
                        <a:rPr lang="en-US" altLang="zh-CN" sz="1200" dirty="0">
                          <a:latin typeface="微软雅黑" panose="020B0503020204020204" pitchFamily="34" charset="-122"/>
                          <a:ea typeface="微软雅黑" panose="020B0503020204020204" pitchFamily="34" charset="-122"/>
                          <a:sym typeface="+mn-ea"/>
                        </a:rPr>
                        <a:t>≤28mm</a:t>
                      </a:r>
                      <a:r>
                        <a:rPr lang="zh-CN" altLang="en-US" sz="1200" dirty="0">
                          <a:latin typeface="微软雅黑" panose="020B0503020204020204" pitchFamily="34" charset="-122"/>
                          <a:ea typeface="微软雅黑" panose="020B0503020204020204" pitchFamily="34" charset="-122"/>
                          <a:sym typeface="+mn-ea"/>
                        </a:rPr>
                        <a:t>（不含料盘上下板</a:t>
                      </a:r>
                      <a:r>
                        <a:rPr lang="en-US" altLang="zh-CN" sz="1200" dirty="0">
                          <a:latin typeface="微软雅黑" panose="020B0503020204020204" pitchFamily="34" charset="-122"/>
                          <a:ea typeface="微软雅黑" panose="020B0503020204020204" pitchFamily="34" charset="-122"/>
                          <a:sym typeface="+mn-ea"/>
                        </a:rPr>
                        <a:t>4mm</a:t>
                      </a:r>
                      <a:r>
                        <a:rPr lang="zh-CN" altLang="en-US" sz="1200" dirty="0">
                          <a:latin typeface="微软雅黑" panose="020B0503020204020204" pitchFamily="34" charset="-122"/>
                          <a:ea typeface="微软雅黑" panose="020B0503020204020204" pitchFamily="34" charset="-122"/>
                          <a:sym typeface="+mn-ea"/>
                        </a:rPr>
                        <a:t>）；重量</a:t>
                      </a:r>
                      <a:r>
                        <a:rPr lang="en-US" altLang="zh-CN" sz="1200" dirty="0">
                          <a:latin typeface="微软雅黑" panose="020B0503020204020204" pitchFamily="34" charset="-122"/>
                          <a:ea typeface="微软雅黑" panose="020B0503020204020204" pitchFamily="34" charset="-122"/>
                          <a:sym typeface="+mn-ea"/>
                        </a:rPr>
                        <a:t>≤3KG</a:t>
                      </a:r>
                      <a:r>
                        <a:rPr lang="zh-CN" altLang="en-US" sz="1200" dirty="0">
                          <a:latin typeface="微软雅黑" panose="020B0503020204020204" pitchFamily="34" charset="-122"/>
                          <a:ea typeface="微软雅黑" panose="020B0503020204020204" pitchFamily="34" charset="-122"/>
                          <a:sym typeface="+mn-ea"/>
                        </a:rPr>
                        <a:t>；</a:t>
                      </a:r>
                      <a:endParaRPr lang="zh-CN" altLang="en-US" sz="1200" dirty="0">
                        <a:latin typeface="微软雅黑" panose="020B0503020204020204" pitchFamily="34" charset="-122"/>
                        <a:ea typeface="微软雅黑" panose="020B0503020204020204" pitchFamily="34" charset="-122"/>
                        <a:sym typeface="+mn-ea"/>
                      </a:endParaRPr>
                    </a:p>
                  </a:txBody>
                  <a:tcPr anchor="ctr"/>
                </a:tc>
              </a:tr>
              <a:tr h="2103120">
                <a:tc>
                  <a:txBody>
                    <a:bodyPr/>
                    <a:p>
                      <a:pPr algn="ctr">
                        <a:buNone/>
                      </a:pPr>
                      <a:r>
                        <a:rPr lang="en-US" altLang="zh-CN" sz="1200" dirty="0">
                          <a:latin typeface="微软雅黑" panose="020B0503020204020204" pitchFamily="34" charset="-122"/>
                          <a:ea typeface="微软雅黑" panose="020B0503020204020204" pitchFamily="34" charset="-122"/>
                        </a:rPr>
                        <a:t>2</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功能要求</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臂展</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≥2000mm</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，能够触达移动料架内周转箱摞的位置（如果无法触达，需要借助</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AGV</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对移动料架进行旋转）；</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负载要求</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≥10KG</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由于周转箱高度原因，竖直方向需要单独考虑升降取放料机构；</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包含</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个料盘定位设备，兼容</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7</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寸、</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13</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寸、</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15</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寸</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种规格的料盘；</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料盘定位机构上面需要有条码识别相机，对接上位系统，判别料盘条码；</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包含</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个异常料盘放置架，</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600*400</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平台，高度</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600</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机械手夹具兼备海绵吸盘和料盘夹爪，功能如下：</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buFont typeface="Wingdings" panose="05000000000000000000" charset="0"/>
                        <a:buChar char="Ø"/>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海绵吸盘用于吸取周转箱格内的料盘，放在定位设备上；</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buFont typeface="Wingdings" panose="05000000000000000000" charset="0"/>
                        <a:buChar char="Ø"/>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海绵吸盘可以吸取</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310mm</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料箱内的料盘；</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p>
                      <a:pPr marL="171450" indent="-171450">
                        <a:buFont typeface="Wingdings" panose="05000000000000000000" charset="0"/>
                        <a:buChar char="Ø"/>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料盘夹爪从定位设备</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移动货架夹取</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7</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寸</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/13</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寸</a:t>
                      </a:r>
                      <a:r>
                        <a:rPr lang="en-US" altLang="zh-CN" sz="1200" dirty="0">
                          <a:latin typeface="微软雅黑" panose="020B0503020204020204" pitchFamily="34" charset="-122"/>
                          <a:ea typeface="微软雅黑" panose="020B0503020204020204" pitchFamily="34" charset="-122"/>
                          <a:cs typeface="微软雅黑" panose="020B0503020204020204" pitchFamily="34" charset="-122"/>
                        </a:rPr>
                        <a:t>/15</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寸不同规格料盘，放在指定货架位上；</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tc>
              </a:tr>
              <a:tr h="1188720">
                <a:tc>
                  <a:txBody>
                    <a:bodyPr/>
                    <a:p>
                      <a:pPr algn="ctr">
                        <a:buNone/>
                      </a:pPr>
                      <a:r>
                        <a:rPr lang="en-US" altLang="zh-CN" sz="1200" dirty="0">
                          <a:latin typeface="微软雅黑" panose="020B0503020204020204" pitchFamily="34" charset="-122"/>
                          <a:ea typeface="微软雅黑" panose="020B0503020204020204" pitchFamily="34" charset="-122"/>
                        </a:rPr>
                        <a:t>3</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作业流程</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buFont typeface="Arial" panose="020B0604020202020204" pitchFamily="34" charset="0"/>
                        <a:buChar char="•"/>
                      </a:pPr>
                      <a:r>
                        <a:rPr lang="zh-CN" altLang="en-US" sz="1200" b="1" dirty="0">
                          <a:latin typeface="微软雅黑" panose="020B0503020204020204" pitchFamily="34" charset="-122"/>
                          <a:ea typeface="微软雅黑" panose="020B0503020204020204" pitchFamily="34" charset="-122"/>
                          <a:sym typeface="+mn-ea"/>
                        </a:rPr>
                        <a:t>入料时</a:t>
                      </a:r>
                      <a:r>
                        <a:rPr lang="zh-CN" altLang="en-US" sz="1200" dirty="0">
                          <a:latin typeface="微软雅黑" panose="020B0503020204020204" pitchFamily="34" charset="-122"/>
                          <a:ea typeface="微软雅黑" panose="020B0503020204020204" pitchFamily="34" charset="-122"/>
                          <a:sym typeface="+mn-ea"/>
                        </a:rPr>
                        <a:t>，机械手将料盘从单层移动料架的周转箱摞里吸起，放置在皮带输送线入口，经由皮带输送线进入</a:t>
                      </a:r>
                      <a:r>
                        <a:rPr lang="en-US" altLang="zh-CN" sz="1200" dirty="0">
                          <a:latin typeface="微软雅黑" panose="020B0503020204020204" pitchFamily="34" charset="-122"/>
                          <a:ea typeface="微软雅黑" panose="020B0503020204020204" pitchFamily="34" charset="-122"/>
                          <a:sym typeface="+mn-ea"/>
                        </a:rPr>
                        <a:t>XRAY</a:t>
                      </a:r>
                      <a:r>
                        <a:rPr lang="zh-CN" altLang="en-US" sz="1200" dirty="0">
                          <a:latin typeface="微软雅黑" panose="020B0503020204020204" pitchFamily="34" charset="-122"/>
                          <a:ea typeface="微软雅黑" panose="020B0503020204020204" pitchFamily="34" charset="-122"/>
                          <a:sym typeface="+mn-ea"/>
                        </a:rPr>
                        <a:t>；</a:t>
                      </a:r>
                      <a:endParaRPr lang="zh-CN" altLang="en-US" sz="1200" dirty="0">
                        <a:latin typeface="微软雅黑" panose="020B0503020204020204" pitchFamily="34" charset="-122"/>
                        <a:ea typeface="微软雅黑" panose="020B0503020204020204" pitchFamily="34" charset="-122"/>
                        <a:sym typeface="+mn-ea"/>
                      </a:endParaRPr>
                    </a:p>
                    <a:p>
                      <a:pPr marL="171450" indent="-171450">
                        <a:buFont typeface="Arial" panose="020B0604020202020204" pitchFamily="34" charset="0"/>
                        <a:buChar char="•"/>
                      </a:pPr>
                      <a:r>
                        <a:rPr lang="zh-CN" altLang="en-US" sz="1200" b="1" dirty="0">
                          <a:latin typeface="微软雅黑" panose="020B0503020204020204" pitchFamily="34" charset="-122"/>
                          <a:ea typeface="微软雅黑" panose="020B0503020204020204" pitchFamily="34" charset="-122"/>
                          <a:sym typeface="+mn-ea"/>
                        </a:rPr>
                        <a:t>出料时</a:t>
                      </a:r>
                      <a:r>
                        <a:rPr lang="zh-CN" altLang="en-US" sz="1200" dirty="0">
                          <a:latin typeface="微软雅黑" panose="020B0503020204020204" pitchFamily="34" charset="-122"/>
                          <a:ea typeface="微软雅黑" panose="020B0503020204020204" pitchFamily="34" charset="-122"/>
                          <a:sym typeface="+mn-ea"/>
                        </a:rPr>
                        <a:t>，机械手将料盘从输送线末端的定位机构上将料盘吸起送到指定的区域，比如：</a:t>
                      </a:r>
                      <a:r>
                        <a:rPr lang="en-US" altLang="zh-CN" sz="1200" dirty="0">
                          <a:latin typeface="微软雅黑" panose="020B0503020204020204" pitchFamily="34" charset="-122"/>
                          <a:ea typeface="微软雅黑" panose="020B0503020204020204" pitchFamily="34" charset="-122"/>
                          <a:sym typeface="+mn-ea"/>
                        </a:rPr>
                        <a:t>1</a:t>
                      </a:r>
                      <a:r>
                        <a:rPr lang="zh-CN" altLang="en-US" sz="1200" dirty="0">
                          <a:latin typeface="微软雅黑" panose="020B0503020204020204" pitchFamily="34" charset="-122"/>
                          <a:ea typeface="微软雅黑" panose="020B0503020204020204" pitchFamily="34" charset="-122"/>
                          <a:sym typeface="+mn-ea"/>
                        </a:rPr>
                        <a:t>）水平放到单层料架上的周转箱指定摞格内；</a:t>
                      </a:r>
                      <a:r>
                        <a:rPr lang="en-US" altLang="zh-CN" sz="1200" dirty="0">
                          <a:latin typeface="微软雅黑" panose="020B0503020204020204" pitchFamily="34" charset="-122"/>
                          <a:ea typeface="微软雅黑" panose="020B0503020204020204" pitchFamily="34" charset="-122"/>
                          <a:sym typeface="+mn-ea"/>
                        </a:rPr>
                        <a:t>2</a:t>
                      </a:r>
                      <a:r>
                        <a:rPr lang="zh-CN" altLang="en-US" sz="1200" dirty="0">
                          <a:latin typeface="微软雅黑" panose="020B0503020204020204" pitchFamily="34" charset="-122"/>
                          <a:ea typeface="微软雅黑" panose="020B0503020204020204" pitchFamily="34" charset="-122"/>
                          <a:sym typeface="+mn-ea"/>
                        </a:rPr>
                        <a:t>）切换夹具，改为水平夹爪，将料盘拿起后，竖直放到料架储位内；（如果输送线末端设计上无法直接使用夹爪，则需要增加定位架构进行辅助，从而支持使用水平夹爪方式抓取夹取料盘）</a:t>
                      </a:r>
                      <a:endParaRPr lang="zh-CN" altLang="en-US" sz="120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tc>
              </a:tr>
              <a:tr h="640080">
                <a:tc>
                  <a:txBody>
                    <a:bodyPr/>
                    <a:p>
                      <a:pPr algn="ctr">
                        <a:buNone/>
                      </a:pPr>
                      <a:r>
                        <a:rPr lang="en-US" altLang="zh-CN" sz="1200" dirty="0">
                          <a:latin typeface="微软雅黑" panose="020B0503020204020204" pitchFamily="34" charset="-122"/>
                          <a:ea typeface="微软雅黑" panose="020B0503020204020204" pitchFamily="34" charset="-122"/>
                        </a:rPr>
                        <a:t>4</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系统对接</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buFont typeface="Arial" panose="020B0604020202020204" pitchFamily="34" charset="0"/>
                        <a:buChar char="•"/>
                      </a:pPr>
                      <a:r>
                        <a:rPr lang="zh-CN" altLang="en-US" sz="1200" dirty="0" err="1">
                          <a:latin typeface="微软雅黑" panose="020B0503020204020204" pitchFamily="34" charset="-122"/>
                          <a:ea typeface="微软雅黑" panose="020B0503020204020204" pitchFamily="34" charset="-122"/>
                          <a:sym typeface="+mn-ea"/>
                        </a:rPr>
                        <a:t>需要考虑料架固定需求位和</a:t>
                      </a:r>
                      <a:r>
                        <a:rPr lang="en-US" altLang="zh-CN" sz="1200" dirty="0" err="1">
                          <a:latin typeface="微软雅黑" panose="020B0503020204020204" pitchFamily="34" charset="-122"/>
                          <a:ea typeface="微软雅黑" panose="020B0503020204020204" pitchFamily="34" charset="-122"/>
                          <a:sym typeface="+mn-ea"/>
                        </a:rPr>
                        <a:t>AGV</a:t>
                      </a:r>
                      <a:r>
                        <a:rPr lang="zh-CN" altLang="en-US" sz="1200" dirty="0" err="1">
                          <a:latin typeface="微软雅黑" panose="020B0503020204020204" pitchFamily="34" charset="-122"/>
                          <a:ea typeface="微软雅黑" panose="020B0503020204020204" pitchFamily="34" charset="-122"/>
                          <a:sym typeface="+mn-ea"/>
                        </a:rPr>
                        <a:t>放置位之间的误差解决方式；</a:t>
                      </a:r>
                      <a:endParaRPr lang="zh-CN" altLang="en-US" sz="1200" dirty="0" err="1">
                        <a:latin typeface="微软雅黑" panose="020B0503020204020204" pitchFamily="34" charset="-122"/>
                        <a:ea typeface="微软雅黑" panose="020B0503020204020204" pitchFamily="34" charset="-122"/>
                        <a:sym typeface="+mn-ea"/>
                      </a:endParaRPr>
                    </a:p>
                    <a:p>
                      <a:pPr marL="171450" indent="-171450">
                        <a:buFont typeface="Arial" panose="020B0604020202020204" pitchFamily="34" charset="0"/>
                        <a:buChar char="•"/>
                      </a:pPr>
                      <a:r>
                        <a:rPr lang="zh-CN" altLang="en-US" sz="1200" dirty="0" err="1">
                          <a:latin typeface="微软雅黑" panose="020B0503020204020204" pitchFamily="34" charset="-122"/>
                          <a:ea typeface="微软雅黑" panose="020B0503020204020204" pitchFamily="34" charset="-122"/>
                          <a:sym typeface="+mn-ea"/>
                        </a:rPr>
                        <a:t>或者提出简单可行的对接定位方式，双方协商实施；</a:t>
                      </a:r>
                      <a:endParaRPr lang="zh-CN" altLang="en-US" sz="1200" dirty="0" err="1">
                        <a:latin typeface="微软雅黑" panose="020B0503020204020204" pitchFamily="34" charset="-122"/>
                        <a:ea typeface="微软雅黑" panose="020B0503020204020204" pitchFamily="34" charset="-122"/>
                        <a:sym typeface="+mn-ea"/>
                      </a:endParaRPr>
                    </a:p>
                    <a:p>
                      <a:pPr marL="171450" indent="-171450">
                        <a:buFont typeface="Arial" panose="020B0604020202020204" pitchFamily="34" charset="0"/>
                        <a:buChar char="•"/>
                      </a:pPr>
                      <a:r>
                        <a:rPr lang="zh-CN" altLang="en-US" sz="1200" dirty="0" err="1">
                          <a:latin typeface="微软雅黑" panose="020B0503020204020204" pitchFamily="34" charset="-122"/>
                          <a:ea typeface="微软雅黑" panose="020B0503020204020204" pitchFamily="34" charset="-122"/>
                          <a:sym typeface="+mn-ea"/>
                        </a:rPr>
                        <a:t>对接上位系统，根据指令将料盘逐个取出，并逐个按序放置到对应料格内；</a:t>
                      </a:r>
                      <a:endParaRPr lang="zh-CN" altLang="en-US" sz="1200" dirty="0" err="1">
                        <a:latin typeface="微软雅黑" panose="020B0503020204020204" pitchFamily="34" charset="-122"/>
                        <a:ea typeface="微软雅黑" panose="020B0503020204020204" pitchFamily="34" charset="-122"/>
                        <a:sym typeface="+mn-ea"/>
                      </a:endParaRPr>
                    </a:p>
                  </a:txBody>
                  <a:tcPr anchor="ctr"/>
                </a:tc>
              </a:tr>
              <a:tr h="1188720">
                <a:tc>
                  <a:txBody>
                    <a:bodyPr/>
                    <a:p>
                      <a:pPr algn="ctr">
                        <a:buNone/>
                      </a:pPr>
                      <a:r>
                        <a:rPr lang="en-US" altLang="zh-CN" sz="1200" dirty="0">
                          <a:latin typeface="微软雅黑" panose="020B0503020204020204" pitchFamily="34" charset="-122"/>
                          <a:ea typeface="微软雅黑" panose="020B0503020204020204" pitchFamily="34" charset="-122"/>
                        </a:rPr>
                        <a:t>5</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安全设施</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zh-CN" sz="1200" dirty="0">
                          <a:latin typeface="宋体" panose="02010600030101010101" pitchFamily="2" charset="-122"/>
                          <a:ea typeface="宋体" panose="02010600030101010101" pitchFamily="2" charset="-122"/>
                          <a:sym typeface="+mn-ea"/>
                        </a:rPr>
                        <a:t>料架出入口处加光栅，当有异物</a:t>
                      </a:r>
                      <a:r>
                        <a:rPr lang="en-US" altLang="zh-CN" sz="1200" dirty="0">
                          <a:latin typeface="宋体" panose="02010600030101010101" pitchFamily="2" charset="-122"/>
                          <a:ea typeface="宋体" panose="02010600030101010101" pitchFamily="2" charset="-122"/>
                          <a:sym typeface="+mn-ea"/>
                        </a:rPr>
                        <a:t>/</a:t>
                      </a:r>
                      <a:r>
                        <a:rPr lang="zh-CN" altLang="en-US" sz="1200" dirty="0">
                          <a:latin typeface="宋体" panose="02010600030101010101" pitchFamily="2" charset="-122"/>
                          <a:ea typeface="宋体" panose="02010600030101010101" pitchFamily="2" charset="-122"/>
                          <a:sym typeface="+mn-ea"/>
                        </a:rPr>
                        <a:t>人员进入</a:t>
                      </a:r>
                      <a:r>
                        <a:rPr lang="zh-CN" sz="1200" dirty="0">
                          <a:latin typeface="宋体" panose="02010600030101010101" pitchFamily="2" charset="-122"/>
                          <a:ea typeface="宋体" panose="02010600030101010101" pitchFamily="2" charset="-122"/>
                          <a:sym typeface="+mn-ea"/>
                        </a:rPr>
                        <a:t>时，设备停止作业；</a:t>
                      </a:r>
                      <a:endParaRPr lang="zh-CN" sz="1200" dirty="0">
                        <a:latin typeface="宋体" panose="02010600030101010101" pitchFamily="2" charset="-122"/>
                        <a:ea typeface="宋体" panose="02010600030101010101" pitchFamily="2" charset="-122"/>
                        <a:sym typeface="+mn-ea"/>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zh-CN" sz="1200" dirty="0">
                          <a:latin typeface="宋体" panose="02010600030101010101" pitchFamily="2" charset="-122"/>
                          <a:ea typeface="宋体" panose="02010600030101010101" pitchFamily="2" charset="-122"/>
                          <a:sym typeface="+mn-ea"/>
                        </a:rPr>
                        <a:t>料架出入口光栅需要和系统对接，</a:t>
                      </a:r>
                      <a:r>
                        <a:rPr lang="en-US" altLang="zh-CN" sz="1200" dirty="0">
                          <a:latin typeface="宋体" panose="02010600030101010101" pitchFamily="2" charset="-122"/>
                          <a:ea typeface="宋体" panose="02010600030101010101" pitchFamily="2" charset="-122"/>
                          <a:sym typeface="+mn-ea"/>
                        </a:rPr>
                        <a:t>AGV</a:t>
                      </a:r>
                      <a:r>
                        <a:rPr lang="zh-CN" altLang="en-US" sz="1200" dirty="0">
                          <a:latin typeface="宋体" panose="02010600030101010101" pitchFamily="2" charset="-122"/>
                          <a:ea typeface="宋体" panose="02010600030101010101" pitchFamily="2" charset="-122"/>
                          <a:sym typeface="+mn-ea"/>
                        </a:rPr>
                        <a:t>进出时自动屏蔽，避免影响设备正常运行；</a:t>
                      </a:r>
                      <a:endParaRPr lang="zh-CN" sz="1200" dirty="0">
                        <a:latin typeface="宋体" panose="02010600030101010101" pitchFamily="2" charset="-122"/>
                        <a:ea typeface="宋体" panose="02010600030101010101" pitchFamily="2" charset="-122"/>
                        <a:sym typeface="+mn-ea"/>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zh-CN" sz="1200" dirty="0">
                          <a:latin typeface="宋体" panose="02010600030101010101" pitchFamily="2" charset="-122"/>
                          <a:ea typeface="宋体" panose="02010600030101010101" pitchFamily="2" charset="-122"/>
                          <a:sym typeface="+mn-ea"/>
                        </a:rPr>
                        <a:t>周边如有设置围栏，围栏需求满足环安部门要求，比如：</a:t>
                      </a:r>
                      <a:endParaRPr lang="zh-CN" sz="1200" dirty="0">
                        <a:latin typeface="宋体" panose="02010600030101010101" pitchFamily="2" charset="-122"/>
                        <a:ea typeface="宋体" panose="02010600030101010101" pitchFamily="2" charset="-122"/>
                        <a:sym typeface="+mn-ea"/>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charset="0"/>
                        <a:buChar char="Ø"/>
                        <a:defRPr/>
                      </a:pPr>
                      <a:r>
                        <a:rPr lang="zh-CN" sz="1200" dirty="0">
                          <a:latin typeface="宋体" panose="02010600030101010101" pitchFamily="2" charset="-122"/>
                          <a:ea typeface="宋体" panose="02010600030101010101" pitchFamily="2" charset="-122"/>
                          <a:sym typeface="+mn-ea"/>
                        </a:rPr>
                        <a:t>围栏空隙≤20*20mm；</a:t>
                      </a:r>
                      <a:endParaRPr lang="zh-CN" sz="1200" dirty="0">
                        <a:latin typeface="宋体" panose="02010600030101010101" pitchFamily="2" charset="-122"/>
                        <a:ea typeface="宋体" panose="02010600030101010101" pitchFamily="2" charset="-122"/>
                        <a:sym typeface="+mn-ea"/>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charset="0"/>
                        <a:buChar char="Ø"/>
                        <a:defRPr/>
                      </a:pPr>
                      <a:r>
                        <a:rPr lang="zh-CN" sz="1200" dirty="0">
                          <a:latin typeface="宋体" panose="02010600030101010101" pitchFamily="2" charset="-122"/>
                          <a:ea typeface="宋体" panose="02010600030101010101" pitchFamily="2" charset="-122"/>
                          <a:sym typeface="+mn-ea"/>
                        </a:rPr>
                        <a:t>底部空隙≤20CM；</a:t>
                      </a:r>
                      <a:endParaRPr lang="zh-CN" sz="1200" dirty="0">
                        <a:latin typeface="宋体" panose="02010600030101010101" pitchFamily="2" charset="-122"/>
                        <a:ea typeface="宋体" panose="02010600030101010101" pitchFamily="2" charset="-122"/>
                        <a:sym typeface="+mn-ea"/>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charset="0"/>
                        <a:buChar char="Ø"/>
                        <a:defRPr/>
                      </a:pPr>
                      <a:r>
                        <a:rPr lang="zh-CN" sz="1200" dirty="0">
                          <a:latin typeface="宋体" panose="02010600030101010101" pitchFamily="2" charset="-122"/>
                          <a:ea typeface="宋体" panose="02010600030101010101" pitchFamily="2" charset="-122"/>
                          <a:sym typeface="+mn-ea"/>
                        </a:rPr>
                        <a:t>顶部距地空隙≥1800mm，并保证设备上沿不单独露出等；</a:t>
                      </a:r>
                      <a:endParaRPr lang="zh-CN" sz="1200" dirty="0">
                        <a:latin typeface="宋体" panose="02010600030101010101" pitchFamily="2" charset="-122"/>
                        <a:ea typeface="宋体" panose="02010600030101010101" pitchFamily="2" charset="-122"/>
                        <a:sym typeface="+mn-ea"/>
                      </a:endParaRPr>
                    </a:p>
                  </a:txBody>
                  <a:tcPr anchor="ctr"/>
                </a:tc>
              </a:tr>
              <a:tr h="274320">
                <a:tc>
                  <a:txBody>
                    <a:bodyPr/>
                    <a:p>
                      <a:pPr algn="ctr">
                        <a:buNone/>
                      </a:pPr>
                      <a:r>
                        <a:rPr lang="en-US" altLang="zh-CN" sz="1200" dirty="0">
                          <a:latin typeface="微软雅黑" panose="020B0503020204020204" pitchFamily="34" charset="-122"/>
                          <a:ea typeface="微软雅黑" panose="020B0503020204020204" pitchFamily="34" charset="-122"/>
                        </a:rPr>
                        <a:t>6</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效率要求</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rPr>
                        <a:t>整体出入库效率</a:t>
                      </a:r>
                      <a:r>
                        <a:rPr lang="en-US" altLang="zh-CN" sz="1200" dirty="0">
                          <a:latin typeface="微软雅黑" panose="020B0503020204020204" pitchFamily="34" charset="-122"/>
                          <a:ea typeface="微软雅黑" panose="020B0503020204020204" pitchFamily="34" charset="-122"/>
                        </a:rPr>
                        <a:t>≥300</a:t>
                      </a:r>
                      <a:r>
                        <a:rPr lang="zh-CN" altLang="en-US" sz="1200" dirty="0">
                          <a:latin typeface="微软雅黑" panose="020B0503020204020204" pitchFamily="34" charset="-122"/>
                          <a:ea typeface="微软雅黑" panose="020B0503020204020204" pitchFamily="34" charset="-122"/>
                        </a:rPr>
                        <a:t>盘</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小时；</a:t>
                      </a:r>
                      <a:endParaRPr lang="zh-CN" altLang="en-US" sz="1200" dirty="0">
                        <a:latin typeface="微软雅黑" panose="020B0503020204020204" pitchFamily="34" charset="-122"/>
                        <a:ea typeface="微软雅黑" panose="020B0503020204020204" pitchFamily="34" charset="-122"/>
                      </a:endParaRPr>
                    </a:p>
                  </a:txBody>
                  <a:tcPr anchor="ctr"/>
                </a:tc>
              </a:tr>
              <a:tr h="274320">
                <a:tc>
                  <a:txBody>
                    <a:bodyPr/>
                    <a:p>
                      <a:pPr algn="ctr">
                        <a:buNone/>
                      </a:pPr>
                      <a:r>
                        <a:rPr lang="en-US" altLang="zh-CN" sz="1200" dirty="0">
                          <a:latin typeface="微软雅黑" panose="020B0503020204020204" pitchFamily="34" charset="-122"/>
                          <a:ea typeface="微软雅黑" panose="020B0503020204020204" pitchFamily="34" charset="-122"/>
                        </a:rPr>
                        <a:t>7</a:t>
                      </a:r>
                      <a:endParaRPr lang="en-US" altLang="zh-CN" sz="1200" dirty="0">
                        <a:latin typeface="微软雅黑" panose="020B0503020204020204" pitchFamily="34" charset="-122"/>
                        <a:ea typeface="微软雅黑" panose="020B0503020204020204" pitchFamily="34" charset="-122"/>
                      </a:endParaRPr>
                    </a:p>
                  </a:txBody>
                  <a:tcPr anchor="ctr" anchorCtr="0"/>
                </a:tc>
                <a:tc>
                  <a:txBody>
                    <a:bodyPr/>
                    <a:p>
                      <a:pPr algn="ctr">
                        <a:buNone/>
                      </a:pPr>
                      <a:r>
                        <a:rPr lang="zh-CN" altLang="en-US" sz="1200" dirty="0">
                          <a:latin typeface="微软雅黑" panose="020B0503020204020204" pitchFamily="34" charset="-122"/>
                          <a:ea typeface="微软雅黑" panose="020B0503020204020204" pitchFamily="34" charset="-122"/>
                        </a:rPr>
                        <a:t>电源要求</a:t>
                      </a:r>
                      <a:endParaRPr lang="zh-CN" altLang="en-US" sz="1200" dirty="0">
                        <a:latin typeface="微软雅黑" panose="020B0503020204020204" pitchFamily="34" charset="-122"/>
                        <a:ea typeface="微软雅黑" panose="020B0503020204020204" pitchFamily="34" charset="-122"/>
                      </a:endParaRPr>
                    </a:p>
                  </a:txBody>
                  <a:tcPr anchor="ctr" anchorCtr="0"/>
                </a:tc>
                <a:tc>
                  <a:txBody>
                    <a:bodyPr/>
                    <a:p>
                      <a:pPr marL="171450" indent="-171450">
                        <a:buFont typeface="Arial" panose="020B0604020202020204" pitchFamily="34" charset="0"/>
                        <a:buChar char="•"/>
                      </a:pP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sym typeface="+mn-ea"/>
                        </a:rPr>
                        <a:t>满足美国电压要求</a:t>
                      </a:r>
                      <a:endParaRPr lang="zh-CN" altLang="en-US" sz="1200" dirty="0">
                        <a:latin typeface="微软雅黑" panose="020B0503020204020204" pitchFamily="34" charset="-122"/>
                        <a:ea typeface="微软雅黑" panose="020B0503020204020204" pitchFamily="34" charset="-122"/>
                      </a:endParaRPr>
                    </a:p>
                  </a:txBody>
                  <a:tcPr anchor="ct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UNIT_TABLE_BEAUTIFY" val="smartTable{28bc7088-ae3a-410e-b3e0-45a24e600123}"/>
  <p:tag name="KSO_WM_BEAUTIFY_FLAG" val=""/>
  <p:tag name="TABLE_ENDDRAG_ORIGIN_RECT" val="500*328"/>
  <p:tag name="TABLE_ENDDRAG_RECT" val="402*65*500*328"/>
</p:tagLst>
</file>

<file path=ppt/tags/tag52.xml><?xml version="1.0" encoding="utf-8"?>
<p:tagLst xmlns:p="http://schemas.openxmlformats.org/presentationml/2006/main">
  <p:tag name="KSO_WM_UNIT_TABLE_BEAUTIFY" val="smartTable{0cad3b71-fb44-4f29-8e16-bb522d711742}"/>
  <p:tag name="KSO_WM_BEAUTIFY_FLAG" val=""/>
  <p:tag name="TABLE_ENDDRAG_ORIGIN_RECT" val="500*328"/>
  <p:tag name="TABLE_ENDDRAG_RECT" val="402*65*500*328"/>
</p:tagLst>
</file>

<file path=ppt/tags/tag53.xml><?xml version="1.0" encoding="utf-8"?>
<p:tagLst xmlns:p="http://schemas.openxmlformats.org/presentationml/2006/main">
  <p:tag name="KSO_WM_UNIT_TABLE_BEAUTIFY" val="smartTable{022141e0-aa49-4ee9-b173-8024373adfdd}"/>
  <p:tag name="KSO_WM_BEAUTIFY_FLAG" val=""/>
  <p:tag name="TABLE_ENDDRAG_ORIGIN_RECT" val="500*328"/>
  <p:tag name="TABLE_ENDDRAG_RECT" val="402*65*500*328"/>
</p:tagLst>
</file>

<file path=ppt/tags/tag54.xml><?xml version="1.0" encoding="utf-8"?>
<p:tagLst xmlns:p="http://schemas.openxmlformats.org/presentationml/2006/main">
  <p:tag name="KSO_WM_UNIT_TABLE_BEAUTIFY" val="smartTable{8d575d34-cc48-444d-a557-b205bc0b82e2}"/>
  <p:tag name="KSO_WM_BEAUTIFY_FLAG" val=""/>
  <p:tag name="TABLE_ENDDRAG_ORIGIN_RECT" val="411*237"/>
  <p:tag name="TABLE_ENDDRAG_RECT" val="492*95*411*237"/>
</p:tagLst>
</file>

<file path=ppt/tags/tag55.xml><?xml version="1.0" encoding="utf-8"?>
<p:tagLst xmlns:p="http://schemas.openxmlformats.org/presentationml/2006/main">
  <p:tag name="KSO_WM_UNIT_TABLE_BEAUTIFY" val="smartTable{b0b6ffa5-5721-4cf4-86c6-3928229a004b}"/>
  <p:tag name="KSO_WM_BEAUTIFY_FLAG" val=""/>
  <p:tag name="TABLE_ENDDRAG_ORIGIN_RECT" val="521*397"/>
  <p:tag name="TABLE_ENDDRAG_RECT" val="429*69*521*397"/>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UNIT_TABLE_BEAUTIFY" val="smartTable{56f3a8f5-0bb3-4536-9916-8afe6a9fa0bf}"/>
  <p:tag name="KSO_WM_BEAUTIFY_FLAG" val=""/>
  <p:tag name="TABLE_ENDDRAG_ORIGIN_RECT" val="500*212"/>
  <p:tag name="TABLE_ENDDRAG_RECT" val="413*104*500*212"/>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UNIT_TABLE_BEAUTIFY" val="smartTable{8f7c26ac-1280-49bb-bcac-c5443f840533}"/>
  <p:tag name="KSO_WM_BEAUTIFY_FLAG" val=""/>
  <p:tag name="TABLE_ENDDRAG_ORIGIN_RECT" val="615*482"/>
  <p:tag name="TABLE_ENDDRAG_RECT" val="334*8*615*483"/>
</p:tagLst>
</file>

<file path=ppt/tags/tag62.xml><?xml version="1.0" encoding="utf-8"?>
<p:tagLst xmlns:p="http://schemas.openxmlformats.org/presentationml/2006/main">
  <p:tag name="KSO_WM_UNIT_TABLE_BEAUTIFY" val="smartTable{68bd7191-6ada-4639-a247-37d2d31604ba}"/>
  <p:tag name="KSO_WM_BEAUTIFY_FLAG" val=""/>
  <p:tag name="TABLE_ENDDRAG_ORIGIN_RECT" val="532*319"/>
  <p:tag name="TABLE_ENDDRAG_RECT" val="402*95*532*319"/>
</p:tagLst>
</file>

<file path=ppt/tags/tag63.xml><?xml version="1.0" encoding="utf-8"?>
<p:tagLst xmlns:p="http://schemas.openxmlformats.org/presentationml/2006/main">
  <p:tag name="KSO_WM_UNIT_TABLE_BEAUTIFY" val="smartTable{963d6e26-9de1-427b-bcd5-45eb38bfee33}"/>
  <p:tag name="KSO_WM_BEAUTIFY_FLAG" val=""/>
  <p:tag name="TABLE_ENDDRAG_ORIGIN_RECT" val="500*212"/>
  <p:tag name="TABLE_ENDDRAG_RECT" val="413*104*500*212"/>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UNIT_TABLE_BEAUTIFY" val="smartTable{3be3282c-d5b1-4572-a9dd-73a14f6fc9bf}"/>
  <p:tag name="KSO_WM_BEAUTIFY_FLAG" val=""/>
  <p:tag name="TABLE_ENDDRAG_ORIGIN_RECT" val="532*319"/>
  <p:tag name="TABLE_ENDDRAG_RECT" val="402*95*532*319"/>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UNIT_TABLE_BEAUTIFY" val="smartTable{04cc1f26-8bac-4524-8f5a-b0bf5d096861}"/>
  <p:tag name="KSO_WM_BEAUTIFY_FLAG" val=""/>
  <p:tag name="TABLE_ENDDRAG_ORIGIN_RECT" val="601*362"/>
  <p:tag name="TABLE_ENDDRAG_RECT" val="334*70*601*362"/>
</p:tagLst>
</file>

<file path=ppt/tags/tag68.xml><?xml version="1.0" encoding="utf-8"?>
<p:tagLst xmlns:p="http://schemas.openxmlformats.org/presentationml/2006/main">
  <p:tag name="KSO_WM_UNIT_TABLE_BEAUTIFY" val="smartTable{44fd8ff1-dc5f-422d-9aff-68a5d356639b}"/>
  <p:tag name="KSO_WM_BEAUTIFY_FLAG" val=""/>
  <p:tag name="TABLE_ENDDRAG_ORIGIN_RECT" val="469*121"/>
  <p:tag name="TABLE_ENDDRAG_RECT" val="345*175*469*121"/>
</p:tagLst>
</file>

<file path=ppt/tags/tag69.xml><?xml version="1.0" encoding="utf-8"?>
<p:tagLst xmlns:p="http://schemas.openxmlformats.org/presentationml/2006/main">
  <p:tag name="KSO_WM_UNIT_TABLE_BEAUTIFY" val="smartTable{433fc25b-87bf-40b6-8316-97850cc8d38a}"/>
  <p:tag name="KSO_WM_BEAUTIFY_FLAG" val=""/>
  <p:tag name="TABLE_ENDDRAG_ORIGIN_RECT" val="615*482"/>
  <p:tag name="TABLE_ENDDRAG_RECT" val="334*8*615*483"/>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UNIT_TABLE_BEAUTIFY" val="smartTable{a07a4035-5da4-40d4-8fa7-1ecd363c36fa}"/>
  <p:tag name="KSO_WM_BEAUTIFY_FLAG" val=""/>
  <p:tag name="TABLE_ENDDRAG_ORIGIN_RECT" val="562*338"/>
  <p:tag name="TABLE_ENDDRAG_RECT" val="358*95*562*338"/>
</p:tagLst>
</file>

<file path=ppt/tags/tag72.xml><?xml version="1.0" encoding="utf-8"?>
<p:tagLst xmlns:p="http://schemas.openxmlformats.org/presentationml/2006/main">
  <p:tag name="KSO_WM_UNIT_TABLE_BEAUTIFY" val="smartTable{b1fb8119-a853-4682-aaf2-4f03b6cbd703}"/>
  <p:tag name="KSO_WM_BEAUTIFY_FLAG" val=""/>
  <p:tag name="TABLE_ENDDRAG_ORIGIN_RECT" val="615*482"/>
  <p:tag name="TABLE_ENDDRAG_RECT" val="334*8*615*483"/>
</p:tagLst>
</file>

<file path=ppt/tags/tag73.xml><?xml version="1.0" encoding="utf-8"?>
<p:tagLst xmlns:p="http://schemas.openxmlformats.org/presentationml/2006/main">
  <p:tag name="COMMONDATA" val="eyJoZGlkIjoiMTA0ZTk0ZDNjNjUyOGFhODEwOWFmM2MzZGJlMTlhNG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0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3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4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5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6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7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18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19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20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2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2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23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24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7545</Words>
  <Application>WPS 演示</Application>
  <PresentationFormat>宽屏</PresentationFormat>
  <Paragraphs>1261</Paragraphs>
  <Slides>20</Slides>
  <Notes>3</Notes>
  <HiddenSlides>0</HiddenSlides>
  <MMClips>0</MMClips>
  <ScaleCrop>false</ScaleCrop>
  <HeadingPairs>
    <vt:vector size="6" baseType="variant">
      <vt:variant>
        <vt:lpstr>已用的字体</vt:lpstr>
      </vt:variant>
      <vt:variant>
        <vt:i4>19</vt:i4>
      </vt:variant>
      <vt:variant>
        <vt:lpstr>主题</vt:lpstr>
      </vt:variant>
      <vt:variant>
        <vt:i4>25</vt:i4>
      </vt:variant>
      <vt:variant>
        <vt:lpstr>幻灯片标题</vt:lpstr>
      </vt:variant>
      <vt:variant>
        <vt:i4>20</vt:i4>
      </vt:variant>
    </vt:vector>
  </HeadingPairs>
  <TitlesOfParts>
    <vt:vector size="64" baseType="lpstr">
      <vt:lpstr>Arial</vt:lpstr>
      <vt:lpstr>宋体</vt:lpstr>
      <vt:lpstr>Wingdings</vt:lpstr>
      <vt:lpstr>Arial Black</vt:lpstr>
      <vt:lpstr>等线</vt:lpstr>
      <vt:lpstr>Times New Roman</vt:lpstr>
      <vt:lpstr>思源黑体 CN Heavy</vt:lpstr>
      <vt:lpstr>微软雅黑</vt:lpstr>
      <vt:lpstr>思源黑体 CN Normal</vt:lpstr>
      <vt:lpstr>思源黑体 CN Regular</vt:lpstr>
      <vt:lpstr>Wingdings</vt:lpstr>
      <vt:lpstr>Microsoft JhengHei</vt:lpstr>
      <vt:lpstr>DFKai-SB</vt:lpstr>
      <vt:lpstr>Yu Gothic</vt:lpstr>
      <vt:lpstr>標楷體</vt:lpstr>
      <vt:lpstr>Microsoft YaHei UI Light</vt:lpstr>
      <vt:lpstr>Arial Unicode MS</vt:lpstr>
      <vt:lpstr>黑体</vt:lpstr>
      <vt:lpstr>Calibri</vt:lpstr>
      <vt:lpstr>Office 主题​​</vt:lpstr>
      <vt:lpstr>1_Office 主题​​</vt:lpstr>
      <vt:lpstr>2_Office 主题​​</vt:lpstr>
      <vt:lpstr>3_Office 主题​​</vt:lpstr>
      <vt:lpstr>4_Office 主题​​</vt:lpstr>
      <vt:lpstr>5_Office 主题​​</vt:lpstr>
      <vt:lpstr>6_Office 主题​​</vt:lpstr>
      <vt:lpstr>7_Office 主题​​</vt:lpstr>
      <vt:lpstr>8_Office 主题​​</vt:lpstr>
      <vt:lpstr>9_Office 主题​​</vt:lpstr>
      <vt:lpstr>10_Office 主题​​</vt:lpstr>
      <vt:lpstr>11_Office 主题​​</vt:lpstr>
      <vt:lpstr>12_Office 主题​​</vt:lpstr>
      <vt:lpstr>13_Office 主题​​</vt:lpstr>
      <vt:lpstr>14_Office 主题​​</vt:lpstr>
      <vt:lpstr>15_Office 主题​​</vt:lpstr>
      <vt:lpstr>16_Office 主题​​</vt:lpstr>
      <vt:lpstr>17_Office 主题​​</vt:lpstr>
      <vt:lpstr>18_Office 主题​​</vt:lpstr>
      <vt:lpstr>19_Office 主题​​</vt:lpstr>
      <vt:lpstr>20_Office 主题​​</vt:lpstr>
      <vt:lpstr>21_Office 主题​​</vt:lpstr>
      <vt:lpstr>22_Office 主题​​</vt:lpstr>
      <vt:lpstr>23_Office 主题​​</vt:lpstr>
      <vt:lpstr>24_Office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ZMY</dc:creator>
  <cp:lastModifiedBy>dragonlus</cp:lastModifiedBy>
  <cp:revision>110</cp:revision>
  <dcterms:created xsi:type="dcterms:W3CDTF">2022-05-19T09:53:00Z</dcterms:created>
  <dcterms:modified xsi:type="dcterms:W3CDTF">2025-10-28T07:47:45Z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B507AEB2649243B1AD2E1817D9E666C7_13</vt:lpwstr>
  </property>
  <property fmtid="{D5CDD505-2E9C-101B-9397-08002B2CF9AE}" pid="3" name="KSOProductBuildVer">
    <vt:lpwstr>2052-11.1.0.14309</vt:lpwstr>
  </property>
</Properties>
</file>